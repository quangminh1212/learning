
<file path=[Content_Types].xml><?xml version="1.0" encoding="utf-8"?>
<Types xmlns="http://schemas.openxmlformats.org/package/2006/content-types">
  <Default Extension="bin" ContentType="application/vnd.openxmlformats-officedocument.oleObject"/>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ustom.xml" ContentType="application/vnd.openxmlformats-officedocument.custom-propertie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ppt/embeddings/oleObject1.bin" ContentType="application/vnd.openxmlformats-officedocument.oleObject"/>
  <Override PartName="/ppt/embeddings/oleObject3.bin" ContentType="application/vnd.openxmlformats-officedocument.oleObject"/>
  <Override PartName="/ppt/embeddings/oleObject2.bin" ContentType="application/vnd.openxmlformats-officedocument.oleObject"/>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Lst>
  <p:sldSz cy="6858000" cx="9144000"/>
  <p:notesSz cx="7010400" cy="9296400"/>
  <p:embeddedFontLst>
    <p:embeddedFont>
      <p:font typeface="Tahoma"/>
      <p:regular r:id="rId34"/>
      <p:bold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928">
          <p15:clr>
            <a:srgbClr val="A4A3A4"/>
          </p15:clr>
        </p15:guide>
        <p15:guide id="2" pos="2208">
          <p15:clr>
            <a:srgbClr val="A4A3A4"/>
          </p15:clr>
        </p15:guide>
      </p15:notesGuideLst>
    </p:ext>
    <p:ext uri="GoogleSlidesCustomDataVersion2">
      <go:slidesCustomData xmlns:go="http://customooxmlschemas.google.com/" r:id="rId36" roundtripDataSignature="AMtx7mjS2SYuRpoNFhqAmjdNkMAfu+d5d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AEDC04-5BD5-4041-B84D-75212622B10A}">
  <a:tblStyle styleId="{87AEDC04-5BD5-4041-B84D-75212622B10A}" styleName="Table_0">
    <a:wholeTbl>
      <a:tcTxStyle b="off" i="off">
        <a:font>
          <a:latin typeface="Tahoma"/>
          <a:ea typeface="Tahoma"/>
          <a:cs typeface="Tahoma"/>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FAF1"/>
          </a:solidFill>
        </a:fill>
      </a:tcStyle>
    </a:wholeTbl>
    <a:band1H>
      <a:tcTxStyle/>
      <a:tcStyle>
        <a:fill>
          <a:solidFill>
            <a:srgbClr val="CAF5E1"/>
          </a:solidFill>
        </a:fill>
      </a:tcStyle>
    </a:band1H>
    <a:band2H>
      <a:tcTxStyle/>
    </a:band2H>
    <a:band1V>
      <a:tcTxStyle/>
      <a:tcStyle>
        <a:fill>
          <a:solidFill>
            <a:srgbClr val="CAF5E1"/>
          </a:solidFill>
        </a:fill>
      </a:tcStyle>
    </a:band1V>
    <a:band2V>
      <a:tcTxStyle/>
    </a:band2V>
    <a:lastCol>
      <a:tcTxStyle b="on" i="off">
        <a:font>
          <a:latin typeface="Tahoma"/>
          <a:ea typeface="Tahoma"/>
          <a:cs typeface="Tahoma"/>
        </a:font>
        <a:schemeClr val="lt1"/>
      </a:tcTxStyle>
      <a:tcStyle>
        <a:fill>
          <a:solidFill>
            <a:schemeClr val="accent1"/>
          </a:solidFill>
        </a:fill>
      </a:tcStyle>
    </a:lastCol>
    <a:firstCol>
      <a:tcTxStyle b="on" i="off">
        <a:font>
          <a:latin typeface="Tahoma"/>
          <a:ea typeface="Tahoma"/>
          <a:cs typeface="Tahoma"/>
        </a:font>
        <a:schemeClr val="lt1"/>
      </a:tcTxStyle>
      <a:tcStyle>
        <a:fill>
          <a:solidFill>
            <a:schemeClr val="accent1"/>
          </a:solidFill>
        </a:fill>
      </a:tcStyle>
    </a:firstCol>
    <a:lastRow>
      <a:tcTxStyle b="on" i="off">
        <a:font>
          <a:latin typeface="Tahoma"/>
          <a:ea typeface="Tahoma"/>
          <a:cs typeface="Tahoma"/>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Tahoma"/>
          <a:ea typeface="Tahoma"/>
          <a:cs typeface="Tahoma"/>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928" orient="horz"/>
        <p:guide pos="2208"/>
      </p:guideLst>
    </p:cSldViewPr>
  </p:notes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font" Target="fonts/Tahoma-regular.fntdata"/><Relationship Id="rId25" Type="http://schemas.openxmlformats.org/officeDocument/2006/relationships/slide" Target="slides/slide19.xml"/><Relationship Id="rId7" Type="http://schemas.openxmlformats.org/officeDocument/2006/relationships/slide" Target="slides/slide1.xml"/><Relationship Id="rId33" Type="http://schemas.openxmlformats.org/officeDocument/2006/relationships/slide" Target="slides/slide27.xml"/><Relationship Id="rId12" Type="http://schemas.openxmlformats.org/officeDocument/2006/relationships/slide" Target="slides/slide6.xml"/><Relationship Id="rId17" Type="http://schemas.openxmlformats.org/officeDocument/2006/relationships/slide" Target="slides/slide11.xml"/><Relationship Id="rId38" Type="http://schemas.openxmlformats.org/officeDocument/2006/relationships/customXml" Target="../customXml/item2.xml"/><Relationship Id="rId20" Type="http://schemas.openxmlformats.org/officeDocument/2006/relationships/slide" Target="slides/slide14.xml"/><Relationship Id="rId2" Type="http://schemas.openxmlformats.org/officeDocument/2006/relationships/viewProps" Target="viewProps.xml"/><Relationship Id="rId29" Type="http://schemas.openxmlformats.org/officeDocument/2006/relationships/slide" Target="slides/slide23.xml"/><Relationship Id="rId16" Type="http://schemas.openxmlformats.org/officeDocument/2006/relationships/slide" Target="slides/slide10.xml"/><Relationship Id="rId24" Type="http://schemas.openxmlformats.org/officeDocument/2006/relationships/slide" Target="slides/slide18.xml"/><Relationship Id="rId1" Type="http://schemas.openxmlformats.org/officeDocument/2006/relationships/theme" Target="theme/theme1.xml"/><Relationship Id="rId6" Type="http://schemas.openxmlformats.org/officeDocument/2006/relationships/notesMaster" Target="notesMasters/notesMaster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customXml" Target="../customXml/item1.xml"/><Relationship Id="rId23" Type="http://schemas.openxmlformats.org/officeDocument/2006/relationships/slide" Target="slides/slide17.xml"/><Relationship Id="rId28" Type="http://schemas.openxmlformats.org/officeDocument/2006/relationships/slide" Target="slides/slide22.xml"/><Relationship Id="rId5" Type="http://schemas.openxmlformats.org/officeDocument/2006/relationships/slideMaster" Target="slideMasters/slideMaster1.xml"/><Relationship Id="rId15" Type="http://schemas.openxmlformats.org/officeDocument/2006/relationships/slide" Target="slides/slide9.xml"/><Relationship Id="rId36" Type="http://customschemas.google.com/relationships/presentationmetadata" Target="metadata"/><Relationship Id="rId31" Type="http://schemas.openxmlformats.org/officeDocument/2006/relationships/slide" Target="slides/slide25.xml"/><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 Type="http://schemas.openxmlformats.org/officeDocument/2006/relationships/tableStyles" Target="tableStyles.xml"/><Relationship Id="rId9" Type="http://schemas.openxmlformats.org/officeDocument/2006/relationships/slide" Target="slides/slide3.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Tahoma-bold.fntdata"/><Relationship Id="rId14" Type="http://schemas.openxmlformats.org/officeDocument/2006/relationships/slide" Target="slides/slide8.xml"/><Relationship Id="rId8" Type="http://schemas.openxmlformats.org/officeDocument/2006/relationships/slide" Target="slides/slide2.xml"/><Relationship Id="rId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38475" cy="465138"/>
          </a:xfrm>
          <a:prstGeom prst="rect">
            <a:avLst/>
          </a:prstGeom>
          <a:noFill/>
          <a:ln>
            <a:noFill/>
          </a:ln>
        </p:spPr>
        <p:txBody>
          <a:bodyPr anchorCtr="0" anchor="t"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4" name="Google Shape;4;n"/>
          <p:cNvSpPr txBox="1"/>
          <p:nvPr>
            <p:ph idx="10" type="dt"/>
          </p:nvPr>
        </p:nvSpPr>
        <p:spPr>
          <a:xfrm>
            <a:off x="3971925" y="0"/>
            <a:ext cx="3038475" cy="465138"/>
          </a:xfrm>
          <a:prstGeom prst="rect">
            <a:avLst/>
          </a:prstGeom>
          <a:noFill/>
          <a:ln>
            <a:noFill/>
          </a:ln>
        </p:spPr>
        <p:txBody>
          <a:bodyPr anchorCtr="0" anchor="t" bIns="46575" lIns="93150" spcFirstLastPara="1" rIns="93150" wrap="square" tIns="46575">
            <a:noAutofit/>
          </a:bodyPr>
          <a:lstStyle>
            <a:lvl1pPr lvl="0" marR="0" rtl="0" algn="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5" name="Google Shape;5;n"/>
          <p:cNvSpPr/>
          <p:nvPr>
            <p:ph idx="3"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31263"/>
            <a:ext cx="3038475" cy="465137"/>
          </a:xfrm>
          <a:prstGeom prst="rect">
            <a:avLst/>
          </a:prstGeom>
          <a:noFill/>
          <a:ln>
            <a:noFill/>
          </a:ln>
        </p:spPr>
        <p:txBody>
          <a:bodyPr anchorCtr="0" anchor="b" bIns="46575" lIns="93150" spcFirstLastPara="1" rIns="93150" wrap="square" tIns="46575">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8" name="Google Shape;8;n"/>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07" name="Google Shape;107;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 name="Google Shape;108;p1: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2: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Tahoma"/>
                <a:ea typeface="Tahoma"/>
                <a:cs typeface="Tahoma"/>
                <a:sym typeface="Tahoma"/>
              </a:rPr>
              <a:t>‹#›</a:t>
            </a:fld>
            <a:endParaRPr b="0" i="0" sz="1200" u="none" cap="none" strike="noStrike">
              <a:solidFill>
                <a:schemeClr val="dk1"/>
              </a:solidFill>
              <a:latin typeface="Tahoma"/>
              <a:ea typeface="Tahoma"/>
              <a:cs typeface="Tahoma"/>
              <a:sym typeface="Tahoma"/>
            </a:endParaRPr>
          </a:p>
        </p:txBody>
      </p:sp>
      <p:sp>
        <p:nvSpPr>
          <p:cNvPr id="115" name="Google Shape;115;p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6" name="Google Shape;116;p2: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40" name="Google Shape;140;p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4: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149" name="Google Shape;149;p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0" name="Google Shape;150;p4: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57" name="Google Shape;157;p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65" name="Google Shape;165;p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73" name="Google Shape;173;p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81" name="Google Shape;181;p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89" name="Google Shape;189;p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0: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196" name="Google Shape;196;p1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03" name="Google Shape;203;p1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2: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11" name="Google Shape;211;p1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19" name="Google Shape;219;p1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26" name="Google Shape;226;p1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35" name="Google Shape;235;p1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43" name="Google Shape;243;p1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7:notes"/>
          <p:cNvSpPr txBox="1"/>
          <p:nvPr>
            <p:ph idx="12" type="sldNum"/>
          </p:nvPr>
        </p:nvSpPr>
        <p:spPr>
          <a:xfrm>
            <a:off x="3971925" y="8831263"/>
            <a:ext cx="3038475" cy="465137"/>
          </a:xfrm>
          <a:prstGeom prst="rect">
            <a:avLst/>
          </a:prstGeom>
          <a:noFill/>
          <a:ln>
            <a:noFill/>
          </a:ln>
        </p:spPr>
        <p:txBody>
          <a:bodyPr anchorCtr="0" anchor="b" bIns="46575" lIns="93150" spcFirstLastPara="1" rIns="93150" wrap="square" tIns="46575">
            <a:noAutofit/>
          </a:bodyPr>
          <a:lstStyle/>
          <a:p>
            <a:pPr indent="0" lvl="0" marL="0" marR="0" rtl="0" algn="r">
              <a:spcBef>
                <a:spcPts val="0"/>
              </a:spcBef>
              <a:spcAft>
                <a:spcPts val="0"/>
              </a:spcAft>
              <a:buNone/>
            </a:pPr>
            <a:fld id="{00000000-1234-1234-1234-123412341234}" type="slidenum">
              <a:rPr lang="en-US" sz="1200">
                <a:solidFill>
                  <a:schemeClr val="dk1"/>
                </a:solidFill>
                <a:latin typeface="Tahoma"/>
                <a:ea typeface="Tahoma"/>
                <a:cs typeface="Tahoma"/>
                <a:sym typeface="Tahoma"/>
              </a:rPr>
              <a:t>‹#›</a:t>
            </a:fld>
            <a:endParaRPr sz="1200">
              <a:solidFill>
                <a:schemeClr val="dk1"/>
              </a:solidFill>
              <a:latin typeface="Tahoma"/>
              <a:ea typeface="Tahoma"/>
              <a:cs typeface="Tahoma"/>
              <a:sym typeface="Tahoma"/>
            </a:endParaRPr>
          </a:p>
        </p:txBody>
      </p:sp>
      <p:sp>
        <p:nvSpPr>
          <p:cNvPr id="266" name="Google Shape;266;p1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7" name="Google Shape;267;p17:notes"/>
          <p:cNvSpPr txBox="1"/>
          <p:nvPr>
            <p:ph idx="1" type="body"/>
          </p:nvPr>
        </p:nvSpPr>
        <p:spPr>
          <a:xfrm>
            <a:off x="935038" y="4416425"/>
            <a:ext cx="5140325" cy="4183063"/>
          </a:xfrm>
          <a:prstGeom prst="rect">
            <a:avLst/>
          </a:prstGeom>
          <a:noFill/>
          <a:ln>
            <a:noFill/>
          </a:ln>
        </p:spPr>
        <p:txBody>
          <a:bodyPr anchorCtr="0" anchor="t" bIns="46575" lIns="93150" spcFirstLastPara="1" rIns="93150" wrap="square" tIns="4657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8: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75" name="Google Shape;275;p18: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9: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83" name="Google Shape;283;p19: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0: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91" name="Google Shape;291;p20: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1: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297" name="Google Shape;297;p2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05" name="Google Shape;305;p22: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3: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14" name="Google Shape;314;p23: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4: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22" name="Google Shape;322;p24: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5: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28" name="Google Shape;328;p25: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6: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36" name="Google Shape;336;p26: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7:notes"/>
          <p:cNvSpPr txBox="1"/>
          <p:nvPr>
            <p:ph idx="1" type="body"/>
          </p:nvPr>
        </p:nvSpPr>
        <p:spPr>
          <a:xfrm>
            <a:off x="935038" y="4416425"/>
            <a:ext cx="5140325" cy="4183063"/>
          </a:xfrm>
          <a:prstGeom prst="rect">
            <a:avLst/>
          </a:prstGeom>
        </p:spPr>
        <p:txBody>
          <a:bodyPr anchorCtr="0" anchor="t" bIns="46575" lIns="93150" spcFirstLastPara="1" rIns="93150" wrap="square" tIns="46575">
            <a:noAutofit/>
          </a:bodyPr>
          <a:lstStyle/>
          <a:p>
            <a:pPr indent="0" lvl="0" marL="0" rtl="0" algn="l">
              <a:spcBef>
                <a:spcPts val="360"/>
              </a:spcBef>
              <a:spcAft>
                <a:spcPts val="0"/>
              </a:spcAft>
              <a:buNone/>
            </a:pPr>
            <a:r>
              <a:t/>
            </a:r>
            <a:endParaRPr/>
          </a:p>
        </p:txBody>
      </p:sp>
      <p:sp>
        <p:nvSpPr>
          <p:cNvPr id="342" name="Google Shape;342;p27: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2.vml"/><Relationship Id="rId3" Type="http://schemas.openxmlformats.org/officeDocument/2006/relationships/oleObject" Target="../embeddings/oleObject2.bin"/><Relationship Id="rId4" Type="http://schemas.openxmlformats.org/officeDocument/2006/relationships/oleObject" Target="../embeddings/oleObject2.bin"/><Relationship Id="rId5"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vmlDrawing" Target="../drawings/vmlDrawing3.vml"/><Relationship Id="rId3" Type="http://schemas.openxmlformats.org/officeDocument/2006/relationships/oleObject" Target="../embeddings/oleObject3.bin"/><Relationship Id="rId4" Type="http://schemas.openxmlformats.org/officeDocument/2006/relationships/oleObject" Target="../embeddings/oleObject3.bin"/><Relationship Id="rId5"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6" name="Shape 16"/>
        <p:cNvGrpSpPr/>
        <p:nvPr/>
      </p:nvGrpSpPr>
      <p:grpSpPr>
        <a:xfrm>
          <a:off x="0" y="0"/>
          <a:ext cx="0" cy="0"/>
          <a:chOff x="0" y="0"/>
          <a:chExt cx="0" cy="0"/>
        </a:xfrm>
      </p:grpSpPr>
      <p:grpSp>
        <p:nvGrpSpPr>
          <p:cNvPr id="17" name="Google Shape;17;p29"/>
          <p:cNvGrpSpPr/>
          <p:nvPr/>
        </p:nvGrpSpPr>
        <p:grpSpPr>
          <a:xfrm>
            <a:off x="0" y="2438400"/>
            <a:ext cx="9009063" cy="1052513"/>
            <a:chOff x="0" y="1536"/>
            <a:chExt cx="5675" cy="663"/>
          </a:xfrm>
        </p:grpSpPr>
        <p:grpSp>
          <p:nvGrpSpPr>
            <p:cNvPr id="18" name="Google Shape;18;p29"/>
            <p:cNvGrpSpPr/>
            <p:nvPr/>
          </p:nvGrpSpPr>
          <p:grpSpPr>
            <a:xfrm>
              <a:off x="185" y="1604"/>
              <a:ext cx="449" cy="299"/>
              <a:chOff x="720" y="336"/>
              <a:chExt cx="624" cy="432"/>
            </a:xfrm>
          </p:grpSpPr>
          <p:sp>
            <p:nvSpPr>
              <p:cNvPr id="19" name="Google Shape;19;p29"/>
              <p:cNvSpPr/>
              <p:nvPr/>
            </p:nvSpPr>
            <p:spPr>
              <a:xfrm>
                <a:off x="720" y="336"/>
                <a:ext cx="384" cy="432"/>
              </a:xfrm>
              <a:prstGeom prst="rect">
                <a:avLst/>
              </a:prstGeom>
              <a:solidFill>
                <a:schemeClr val="folHlink"/>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0" name="Google Shape;20;p29"/>
              <p:cNvSpPr/>
              <p:nvPr/>
            </p:nvSpPr>
            <p:spPr>
              <a:xfrm>
                <a:off x="1056" y="336"/>
                <a:ext cx="288" cy="432"/>
              </a:xfrm>
              <a:prstGeom prst="rect">
                <a:avLst/>
              </a:prstGeom>
              <a:gradFill>
                <a:gsLst>
                  <a:gs pos="0">
                    <a:schemeClr val="folHlink"/>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grpSp>
          <p:nvGrpSpPr>
            <p:cNvPr id="21" name="Google Shape;21;p29"/>
            <p:cNvGrpSpPr/>
            <p:nvPr/>
          </p:nvGrpSpPr>
          <p:grpSpPr>
            <a:xfrm>
              <a:off x="263" y="1870"/>
              <a:ext cx="466" cy="299"/>
              <a:chOff x="912" y="2640"/>
              <a:chExt cx="672" cy="432"/>
            </a:xfrm>
          </p:grpSpPr>
          <p:sp>
            <p:nvSpPr>
              <p:cNvPr id="22" name="Google Shape;22;p29"/>
              <p:cNvSpPr/>
              <p:nvPr/>
            </p:nvSpPr>
            <p:spPr>
              <a:xfrm>
                <a:off x="912" y="2640"/>
                <a:ext cx="384" cy="432"/>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3" name="Google Shape;23;p29"/>
              <p:cNvSpPr/>
              <p:nvPr/>
            </p:nvSpPr>
            <p:spPr>
              <a:xfrm>
                <a:off x="1248" y="2640"/>
                <a:ext cx="336" cy="432"/>
              </a:xfrm>
              <a:prstGeom prst="rect">
                <a:avLst/>
              </a:prstGeom>
              <a:gradFill>
                <a:gsLst>
                  <a:gs pos="0">
                    <a:schemeClr val="accen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sp>
          <p:nvSpPr>
            <p:cNvPr id="24" name="Google Shape;24;p29"/>
            <p:cNvSpPr/>
            <p:nvPr/>
          </p:nvSpPr>
          <p:spPr>
            <a:xfrm>
              <a:off x="0" y="1824"/>
              <a:ext cx="353" cy="266"/>
            </a:xfrm>
            <a:prstGeom prst="rect">
              <a:avLst/>
            </a:prstGeom>
            <a:gradFill>
              <a:gsLst>
                <a:gs pos="0">
                  <a:schemeClr val="lt1"/>
                </a:gs>
                <a:gs pos="100000">
                  <a:schemeClr val="hlink"/>
                </a:gs>
              </a:gsLst>
              <a:lin ang="189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5" name="Google Shape;25;p29"/>
            <p:cNvSpPr/>
            <p:nvPr/>
          </p:nvSpPr>
          <p:spPr>
            <a:xfrm>
              <a:off x="400" y="1536"/>
              <a:ext cx="20" cy="663"/>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sp>
          <p:nvSpPr>
            <p:cNvPr id="26" name="Google Shape;26;p29"/>
            <p:cNvSpPr/>
            <p:nvPr/>
          </p:nvSpPr>
          <p:spPr>
            <a:xfrm flipH="1" rot="10800000">
              <a:off x="199" y="2054"/>
              <a:ext cx="5476" cy="35"/>
            </a:xfrm>
            <a:prstGeom prst="rect">
              <a:avLst/>
            </a:prstGeom>
            <a:gradFill>
              <a:gsLst>
                <a:gs pos="0">
                  <a:schemeClr val="lt2"/>
                </a:gs>
                <a:gs pos="100000">
                  <a:schemeClr val="lt1"/>
                </a:gs>
              </a:gsLst>
              <a:lin ang="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b="0" i="0" sz="2800" u="none" cap="none" strike="noStrike">
                <a:solidFill>
                  <a:schemeClr val="dk1"/>
                </a:solidFill>
                <a:latin typeface="Tahoma"/>
                <a:ea typeface="Tahoma"/>
                <a:cs typeface="Tahoma"/>
                <a:sym typeface="Tahoma"/>
              </a:endParaRPr>
            </a:p>
          </p:txBody>
        </p:sp>
      </p:grpSp>
      <p:sp>
        <p:nvSpPr>
          <p:cNvPr id="27" name="Google Shape;27;p29"/>
          <p:cNvSpPr/>
          <p:nvPr/>
        </p:nvSpPr>
        <p:spPr>
          <a:xfrm>
            <a:off x="8694738" y="6553200"/>
            <a:ext cx="449262" cy="30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fld id="{00000000-1234-1234-1234-123412341234}" type="slidenum">
              <a:rPr b="0" i="0" lang="en-US" sz="1400" u="none" cap="none" strike="noStrike">
                <a:solidFill>
                  <a:schemeClr val="lt2"/>
                </a:solidFill>
                <a:latin typeface="Tahoma"/>
                <a:ea typeface="Tahoma"/>
                <a:cs typeface="Tahoma"/>
                <a:sym typeface="Tahoma"/>
              </a:rPr>
              <a:t>‹#›</a:t>
            </a:fld>
            <a:endParaRPr b="0" i="0" sz="1400" u="none" cap="none" strike="noStrike">
              <a:solidFill>
                <a:schemeClr val="lt2"/>
              </a:solidFill>
              <a:latin typeface="Tahoma"/>
              <a:ea typeface="Tahoma"/>
              <a:cs typeface="Tahoma"/>
              <a:sym typeface="Tahoma"/>
            </a:endParaRPr>
          </a:p>
        </p:txBody>
      </p:sp>
      <p:sp>
        <p:nvSpPr>
          <p:cNvPr id="28" name="Google Shape;28;p29"/>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29"/>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lnSpc>
                <a:spcPct val="80000"/>
              </a:lnSpc>
              <a:spcBef>
                <a:spcPts val="560"/>
              </a:spcBef>
              <a:spcAft>
                <a:spcPts val="0"/>
              </a:spcAft>
              <a:buSzPts val="1680"/>
              <a:buFont typeface="Noto Sans Symbols"/>
              <a:buNone/>
              <a:defRPr/>
            </a:lvl1pPr>
            <a:lvl2pPr lvl="1" algn="l">
              <a:lnSpc>
                <a:spcPct val="80000"/>
              </a:lnSpc>
              <a:spcBef>
                <a:spcPts val="360"/>
              </a:spcBef>
              <a:spcAft>
                <a:spcPts val="0"/>
              </a:spcAft>
              <a:buSzPts val="990"/>
              <a:buChar char="■"/>
              <a:defRPr/>
            </a:lvl2pPr>
            <a:lvl3pPr lvl="2" algn="l">
              <a:lnSpc>
                <a:spcPct val="80000"/>
              </a:lnSpc>
              <a:spcBef>
                <a:spcPts val="360"/>
              </a:spcBef>
              <a:spcAft>
                <a:spcPts val="0"/>
              </a:spcAft>
              <a:buSzPts val="900"/>
              <a:buChar char="■"/>
              <a:defRPr/>
            </a:lvl3pPr>
            <a:lvl4pPr lvl="3" algn="l">
              <a:lnSpc>
                <a:spcPct val="80000"/>
              </a:lnSpc>
              <a:spcBef>
                <a:spcPts val="360"/>
              </a:spcBef>
              <a:spcAft>
                <a:spcPts val="0"/>
              </a:spcAft>
              <a:buSzPts val="990"/>
              <a:buChar char="■"/>
              <a:defRPr/>
            </a:lvl4pPr>
            <a:lvl5pPr lvl="4" algn="l">
              <a:lnSpc>
                <a:spcPct val="80000"/>
              </a:lnSpc>
              <a:spcBef>
                <a:spcPts val="360"/>
              </a:spcBef>
              <a:spcAft>
                <a:spcPts val="0"/>
              </a:spcAft>
              <a:buSzPts val="900"/>
              <a:buChar char="■"/>
              <a:defRPr/>
            </a:lvl5pPr>
            <a:lvl6pPr lvl="5" algn="l">
              <a:lnSpc>
                <a:spcPct val="80000"/>
              </a:lnSpc>
              <a:spcBef>
                <a:spcPts val="360"/>
              </a:spcBef>
              <a:spcAft>
                <a:spcPts val="0"/>
              </a:spcAft>
              <a:buSzPts val="900"/>
              <a:buChar char="■"/>
              <a:defRPr/>
            </a:lvl6pPr>
            <a:lvl7pPr lvl="6" algn="l">
              <a:lnSpc>
                <a:spcPct val="80000"/>
              </a:lnSpc>
              <a:spcBef>
                <a:spcPts val="360"/>
              </a:spcBef>
              <a:spcAft>
                <a:spcPts val="0"/>
              </a:spcAft>
              <a:buSzPts val="900"/>
              <a:buChar char="■"/>
              <a:defRPr/>
            </a:lvl7pPr>
            <a:lvl8pPr lvl="7" algn="l">
              <a:lnSpc>
                <a:spcPct val="80000"/>
              </a:lnSpc>
              <a:spcBef>
                <a:spcPts val="360"/>
              </a:spcBef>
              <a:spcAft>
                <a:spcPts val="0"/>
              </a:spcAft>
              <a:buSzPts val="900"/>
              <a:buChar char="■"/>
              <a:defRPr/>
            </a:lvl8pPr>
            <a:lvl9pPr lvl="8" algn="l">
              <a:lnSpc>
                <a:spcPct val="80000"/>
              </a:lnSpc>
              <a:spcBef>
                <a:spcPts val="360"/>
              </a:spcBef>
              <a:spcAft>
                <a:spcPts val="0"/>
              </a:spcAft>
              <a:buSzPts val="900"/>
              <a:buChar char="■"/>
              <a:defRPr/>
            </a:lvl9pPr>
          </a:lstStyle>
          <a:p/>
        </p:txBody>
      </p:sp>
      <p:sp>
        <p:nvSpPr>
          <p:cNvPr id="30" name="Google Shape;30;p29"/>
          <p:cNvSpPr txBox="1"/>
          <p:nvPr>
            <p:ph idx="10" type="dt"/>
          </p:nvPr>
        </p:nvSpPr>
        <p:spPr>
          <a:xfrm>
            <a:off x="990600" y="62484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9"/>
          <p:cNvSpPr txBox="1"/>
          <p:nvPr>
            <p:ph idx="11" type="ftr"/>
          </p:nvPr>
        </p:nvSpPr>
        <p:spPr>
          <a:xfrm>
            <a:off x="3429000" y="6248400"/>
            <a:ext cx="2895600" cy="457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1400">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9"/>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b="0" i="0" sz="1400" u="none" cap="none" strike="noStrike">
                <a:solidFill>
                  <a:schemeClr val="lt2"/>
                </a:solidFill>
                <a:latin typeface="Tahoma"/>
                <a:ea typeface="Tahoma"/>
                <a:cs typeface="Tahoma"/>
                <a:sym typeface="Tahoma"/>
              </a:defRPr>
            </a:lvl1pPr>
            <a:lvl2pPr indent="0" lvl="1" marL="0" marR="0" algn="r">
              <a:spcBef>
                <a:spcPts val="0"/>
              </a:spcBef>
              <a:spcAft>
                <a:spcPts val="0"/>
              </a:spcAft>
              <a:buNone/>
              <a:defRPr b="0" i="0" sz="1400" u="none" cap="none" strike="noStrike">
                <a:solidFill>
                  <a:schemeClr val="lt2"/>
                </a:solidFill>
                <a:latin typeface="Tahoma"/>
                <a:ea typeface="Tahoma"/>
                <a:cs typeface="Tahoma"/>
                <a:sym typeface="Tahoma"/>
              </a:defRPr>
            </a:lvl2pPr>
            <a:lvl3pPr indent="0" lvl="2" marL="0" marR="0" algn="r">
              <a:spcBef>
                <a:spcPts val="0"/>
              </a:spcBef>
              <a:spcAft>
                <a:spcPts val="0"/>
              </a:spcAft>
              <a:buNone/>
              <a:defRPr b="0" i="0" sz="1400" u="none" cap="none" strike="noStrike">
                <a:solidFill>
                  <a:schemeClr val="lt2"/>
                </a:solidFill>
                <a:latin typeface="Tahoma"/>
                <a:ea typeface="Tahoma"/>
                <a:cs typeface="Tahoma"/>
                <a:sym typeface="Tahoma"/>
              </a:defRPr>
            </a:lvl3pPr>
            <a:lvl4pPr indent="0" lvl="3" marL="0" marR="0" algn="r">
              <a:spcBef>
                <a:spcPts val="0"/>
              </a:spcBef>
              <a:spcAft>
                <a:spcPts val="0"/>
              </a:spcAft>
              <a:buNone/>
              <a:defRPr b="0" i="0" sz="1400" u="none" cap="none" strike="noStrike">
                <a:solidFill>
                  <a:schemeClr val="lt2"/>
                </a:solidFill>
                <a:latin typeface="Tahoma"/>
                <a:ea typeface="Tahoma"/>
                <a:cs typeface="Tahoma"/>
                <a:sym typeface="Tahoma"/>
              </a:defRPr>
            </a:lvl4pPr>
            <a:lvl5pPr indent="0" lvl="4" marL="0" marR="0" algn="r">
              <a:spcBef>
                <a:spcPts val="0"/>
              </a:spcBef>
              <a:spcAft>
                <a:spcPts val="0"/>
              </a:spcAft>
              <a:buNone/>
              <a:defRPr b="0" i="0" sz="1400" u="none" cap="none" strike="noStrike">
                <a:solidFill>
                  <a:schemeClr val="lt2"/>
                </a:solidFill>
                <a:latin typeface="Tahoma"/>
                <a:ea typeface="Tahoma"/>
                <a:cs typeface="Tahoma"/>
                <a:sym typeface="Tahoma"/>
              </a:defRPr>
            </a:lvl5pPr>
            <a:lvl6pPr indent="0" lvl="5" marL="0" marR="0" algn="r">
              <a:spcBef>
                <a:spcPts val="0"/>
              </a:spcBef>
              <a:spcAft>
                <a:spcPts val="0"/>
              </a:spcAft>
              <a:buNone/>
              <a:defRPr b="0" i="0" sz="1400" u="none" cap="none" strike="noStrike">
                <a:solidFill>
                  <a:schemeClr val="lt2"/>
                </a:solidFill>
                <a:latin typeface="Tahoma"/>
                <a:ea typeface="Tahoma"/>
                <a:cs typeface="Tahoma"/>
                <a:sym typeface="Tahoma"/>
              </a:defRPr>
            </a:lvl6pPr>
            <a:lvl7pPr indent="0" lvl="6" marL="0" marR="0" algn="r">
              <a:spcBef>
                <a:spcPts val="0"/>
              </a:spcBef>
              <a:spcAft>
                <a:spcPts val="0"/>
              </a:spcAft>
              <a:buNone/>
              <a:defRPr b="0" i="0" sz="1400" u="none" cap="none" strike="noStrike">
                <a:solidFill>
                  <a:schemeClr val="lt2"/>
                </a:solidFill>
                <a:latin typeface="Tahoma"/>
                <a:ea typeface="Tahoma"/>
                <a:cs typeface="Tahoma"/>
                <a:sym typeface="Tahoma"/>
              </a:defRPr>
            </a:lvl7pPr>
            <a:lvl8pPr indent="0" lvl="7" marL="0" marR="0" algn="r">
              <a:spcBef>
                <a:spcPts val="0"/>
              </a:spcBef>
              <a:spcAft>
                <a:spcPts val="0"/>
              </a:spcAft>
              <a:buNone/>
              <a:defRPr b="0" i="0" sz="1400" u="none" cap="none" strike="noStrike">
                <a:solidFill>
                  <a:schemeClr val="lt2"/>
                </a:solidFill>
                <a:latin typeface="Tahoma"/>
                <a:ea typeface="Tahoma"/>
                <a:cs typeface="Tahoma"/>
                <a:sym typeface="Tahoma"/>
              </a:defRPr>
            </a:lvl8pPr>
            <a:lvl9pPr indent="0" lvl="8" marL="0" marR="0" algn="r">
              <a:spcBef>
                <a:spcPts val="0"/>
              </a:spcBef>
              <a:spcAft>
                <a:spcPts val="0"/>
              </a:spcAft>
              <a:buNone/>
              <a:defRPr b="0" i="0" sz="1400" u="none" cap="none" strike="noStrike">
                <a:solidFill>
                  <a:schemeClr val="lt2"/>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showMasterSp="0" type="txAndTwoObj">
  <p:cSld name="TEXT_AND_TWO_OBJECTS">
    <p:spTree>
      <p:nvGrpSpPr>
        <p:cNvPr id="33" name="Shape 33"/>
        <p:cNvGrpSpPr/>
        <p:nvPr/>
      </p:nvGrpSpPr>
      <p:grpSpPr>
        <a:xfrm>
          <a:off x="0" y="0"/>
          <a:ext cx="0" cy="0"/>
          <a:chOff x="0" y="0"/>
          <a:chExt cx="0" cy="0"/>
        </a:xfrm>
      </p:grpSpPr>
      <p:graphicFrame>
        <p:nvGraphicFramePr>
          <p:cNvPr id="34" name="Google Shape;34;p30"/>
          <p:cNvGraphicFramePr/>
          <p:nvPr/>
        </p:nvGraphicFramePr>
        <p:xfrm>
          <a:off x="381000" y="1143000"/>
          <a:ext cx="8382000" cy="76200"/>
        </p:xfrm>
        <a:graphic>
          <a:graphicData uri="http://schemas.openxmlformats.org/presentationml/2006/ole">
            <mc:AlternateContent>
              <mc:Choice Requires="v">
                <p:oleObj r:id="rId3" imgH="76200" imgW="8382000" progId="" spid="_x0000_s1">
                  <p:embed/>
                </p:oleObj>
              </mc:Choice>
              <mc:Fallback>
                <p:oleObj r:id="rId4" imgH="76200" imgW="8382000" progId="">
                  <p:embed/>
                  <p:pic>
                    <p:nvPicPr>
                      <p:cNvPr id="34" name="Google Shape;34;p30"/>
                      <p:cNvPicPr preferRelativeResize="0"/>
                      <p:nvPr/>
                    </p:nvPicPr>
                    <p:blipFill rotWithShape="1">
                      <a:blip r:embed="rId5">
                        <a:alphaModFix/>
                      </a:blip>
                      <a:srcRect b="0" l="0" r="0" t="0"/>
                      <a:stretch/>
                    </p:blipFill>
                    <p:spPr>
                      <a:xfrm>
                        <a:off x="381000" y="1143000"/>
                        <a:ext cx="8382000" cy="76200"/>
                      </a:xfrm>
                      <a:prstGeom prst="rect">
                        <a:avLst/>
                      </a:prstGeom>
                      <a:noFill/>
                      <a:ln>
                        <a:noFill/>
                      </a:ln>
                    </p:spPr>
                  </p:pic>
                </p:oleObj>
              </mc:Fallback>
            </mc:AlternateContent>
          </a:graphicData>
        </a:graphic>
      </p:graphicFrame>
      <p:sp>
        <p:nvSpPr>
          <p:cNvPr id="35" name="Google Shape;35;p30"/>
          <p:cNvSpPr txBox="1"/>
          <p:nvPr>
            <p:ph type="title"/>
          </p:nvPr>
        </p:nvSpPr>
        <p:spPr>
          <a:xfrm>
            <a:off x="762000" y="762000"/>
            <a:ext cx="7924800" cy="838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30"/>
          <p:cNvSpPr txBox="1"/>
          <p:nvPr>
            <p:ph idx="1" type="body"/>
          </p:nvPr>
        </p:nvSpPr>
        <p:spPr>
          <a:xfrm>
            <a:off x="838200" y="1905000"/>
            <a:ext cx="3770313" cy="4181475"/>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7" name="Google Shape;37;p30"/>
          <p:cNvSpPr txBox="1"/>
          <p:nvPr>
            <p:ph idx="2" type="body"/>
          </p:nvPr>
        </p:nvSpPr>
        <p:spPr>
          <a:xfrm>
            <a:off x="4760913" y="1905000"/>
            <a:ext cx="3770312" cy="2014538"/>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8" name="Google Shape;38;p30"/>
          <p:cNvSpPr txBox="1"/>
          <p:nvPr>
            <p:ph idx="3" type="body"/>
          </p:nvPr>
        </p:nvSpPr>
        <p:spPr>
          <a:xfrm>
            <a:off x="4760913" y="4071938"/>
            <a:ext cx="3770312" cy="2014537"/>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39" name="Google Shape;39;p30"/>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30"/>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2" name="Shape 42"/>
        <p:cNvGrpSpPr/>
        <p:nvPr/>
      </p:nvGrpSpPr>
      <p:grpSpPr>
        <a:xfrm>
          <a:off x="0" y="0"/>
          <a:ext cx="0" cy="0"/>
          <a:chOff x="0" y="0"/>
          <a:chExt cx="0" cy="0"/>
        </a:xfrm>
      </p:grpSpPr>
      <p:sp>
        <p:nvSpPr>
          <p:cNvPr id="43" name="Google Shape;43;p3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3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45" name="Google Shape;45;p31"/>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31"/>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8" name="Shape 48"/>
        <p:cNvGrpSpPr/>
        <p:nvPr/>
      </p:nvGrpSpPr>
      <p:grpSpPr>
        <a:xfrm>
          <a:off x="0" y="0"/>
          <a:ext cx="0" cy="0"/>
          <a:chOff x="0" y="0"/>
          <a:chExt cx="0" cy="0"/>
        </a:xfrm>
      </p:grpSpPr>
      <p:sp>
        <p:nvSpPr>
          <p:cNvPr id="49" name="Google Shape;49;p3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0" name="Google Shape;50;p3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00"/>
              </a:spcBef>
              <a:spcAft>
                <a:spcPts val="0"/>
              </a:spcAft>
              <a:buSzPts val="1200"/>
              <a:buNone/>
              <a:defRPr sz="2000"/>
            </a:lvl1pPr>
            <a:lvl2pPr indent="-228600" lvl="1" marL="914400" algn="l">
              <a:lnSpc>
                <a:spcPct val="80000"/>
              </a:lnSpc>
              <a:spcBef>
                <a:spcPts val="360"/>
              </a:spcBef>
              <a:spcAft>
                <a:spcPts val="0"/>
              </a:spcAft>
              <a:buSzPts val="990"/>
              <a:buNone/>
              <a:defRPr sz="1800"/>
            </a:lvl2pPr>
            <a:lvl3pPr indent="-228600" lvl="2" marL="1371600" algn="l">
              <a:lnSpc>
                <a:spcPct val="80000"/>
              </a:lnSpc>
              <a:spcBef>
                <a:spcPts val="320"/>
              </a:spcBef>
              <a:spcAft>
                <a:spcPts val="0"/>
              </a:spcAft>
              <a:buSzPts val="800"/>
              <a:buNone/>
              <a:defRPr sz="1600"/>
            </a:lvl3pPr>
            <a:lvl4pPr indent="-228600" lvl="3" marL="1828800" algn="l">
              <a:lnSpc>
                <a:spcPct val="80000"/>
              </a:lnSpc>
              <a:spcBef>
                <a:spcPts val="280"/>
              </a:spcBef>
              <a:spcAft>
                <a:spcPts val="0"/>
              </a:spcAft>
              <a:buSzPts val="770"/>
              <a:buNone/>
              <a:defRPr sz="1400"/>
            </a:lvl4pPr>
            <a:lvl5pPr indent="-228600" lvl="4" marL="2286000" algn="l">
              <a:lnSpc>
                <a:spcPct val="80000"/>
              </a:lnSpc>
              <a:spcBef>
                <a:spcPts val="280"/>
              </a:spcBef>
              <a:spcAft>
                <a:spcPts val="0"/>
              </a:spcAft>
              <a:buSzPts val="700"/>
              <a:buNone/>
              <a:defRPr sz="1400"/>
            </a:lvl5pPr>
            <a:lvl6pPr indent="-228600" lvl="5" marL="2743200" algn="l">
              <a:lnSpc>
                <a:spcPct val="80000"/>
              </a:lnSpc>
              <a:spcBef>
                <a:spcPts val="280"/>
              </a:spcBef>
              <a:spcAft>
                <a:spcPts val="0"/>
              </a:spcAft>
              <a:buSzPts val="700"/>
              <a:buNone/>
              <a:defRPr sz="1400"/>
            </a:lvl6pPr>
            <a:lvl7pPr indent="-228600" lvl="6" marL="3200400" algn="l">
              <a:lnSpc>
                <a:spcPct val="80000"/>
              </a:lnSpc>
              <a:spcBef>
                <a:spcPts val="280"/>
              </a:spcBef>
              <a:spcAft>
                <a:spcPts val="0"/>
              </a:spcAft>
              <a:buSzPts val="700"/>
              <a:buNone/>
              <a:defRPr sz="1400"/>
            </a:lvl7pPr>
            <a:lvl8pPr indent="-228600" lvl="7" marL="3657600" algn="l">
              <a:lnSpc>
                <a:spcPct val="80000"/>
              </a:lnSpc>
              <a:spcBef>
                <a:spcPts val="280"/>
              </a:spcBef>
              <a:spcAft>
                <a:spcPts val="0"/>
              </a:spcAft>
              <a:buSzPts val="700"/>
              <a:buNone/>
              <a:defRPr sz="1400"/>
            </a:lvl8pPr>
            <a:lvl9pPr indent="-228600" lvl="8" marL="4114800" algn="l">
              <a:lnSpc>
                <a:spcPct val="80000"/>
              </a:lnSpc>
              <a:spcBef>
                <a:spcPts val="280"/>
              </a:spcBef>
              <a:spcAft>
                <a:spcPts val="0"/>
              </a:spcAft>
              <a:buSzPts val="700"/>
              <a:buNone/>
              <a:defRPr sz="1400"/>
            </a:lvl9pPr>
          </a:lstStyle>
          <a:p/>
        </p:txBody>
      </p:sp>
      <p:sp>
        <p:nvSpPr>
          <p:cNvPr id="51" name="Google Shape;51;p32"/>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2"/>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4" name="Shape 54"/>
        <p:cNvGrpSpPr/>
        <p:nvPr/>
      </p:nvGrpSpPr>
      <p:grpSpPr>
        <a:xfrm>
          <a:off x="0" y="0"/>
          <a:ext cx="0" cy="0"/>
          <a:chOff x="0" y="0"/>
          <a:chExt cx="0" cy="0"/>
        </a:xfrm>
      </p:grpSpPr>
      <p:sp>
        <p:nvSpPr>
          <p:cNvPr id="55" name="Google Shape;55;p3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6" name="Google Shape;56;p33"/>
          <p:cNvSpPr txBox="1"/>
          <p:nvPr>
            <p:ph idx="1" type="body"/>
          </p:nvPr>
        </p:nvSpPr>
        <p:spPr>
          <a:xfrm>
            <a:off x="381000" y="1447800"/>
            <a:ext cx="4152900" cy="5105400"/>
          </a:xfrm>
          <a:prstGeom prst="rect">
            <a:avLst/>
          </a:prstGeom>
          <a:noFill/>
          <a:ln>
            <a:noFill/>
          </a:ln>
        </p:spPr>
        <p:txBody>
          <a:bodyPr anchorCtr="0" anchor="t" bIns="45700" lIns="91425" spcFirstLastPara="1" rIns="91425" wrap="square" tIns="45700">
            <a:noAutofit/>
          </a:bodyPr>
          <a:lstStyle>
            <a:lvl1pPr indent="-335280" lvl="0" marL="457200" algn="l">
              <a:lnSpc>
                <a:spcPct val="80000"/>
              </a:lnSpc>
              <a:spcBef>
                <a:spcPts val="560"/>
              </a:spcBef>
              <a:spcAft>
                <a:spcPts val="0"/>
              </a:spcAft>
              <a:buSzPts val="1680"/>
              <a:buChar char="■"/>
              <a:defRPr sz="2800"/>
            </a:lvl1pPr>
            <a:lvl2pPr indent="-312419" lvl="1" marL="914400" algn="l">
              <a:lnSpc>
                <a:spcPct val="80000"/>
              </a:lnSpc>
              <a:spcBef>
                <a:spcPts val="480"/>
              </a:spcBef>
              <a:spcAft>
                <a:spcPts val="0"/>
              </a:spcAft>
              <a:buSzPts val="1320"/>
              <a:buChar char="■"/>
              <a:defRPr sz="2400"/>
            </a:lvl2pPr>
            <a:lvl3pPr indent="-292100" lvl="2" marL="1371600" algn="l">
              <a:lnSpc>
                <a:spcPct val="80000"/>
              </a:lnSpc>
              <a:spcBef>
                <a:spcPts val="400"/>
              </a:spcBef>
              <a:spcAft>
                <a:spcPts val="0"/>
              </a:spcAft>
              <a:buSzPts val="1000"/>
              <a:buChar char="■"/>
              <a:defRPr sz="2000"/>
            </a:lvl3pPr>
            <a:lvl4pPr indent="-291464" lvl="3" marL="1828800" algn="l">
              <a:lnSpc>
                <a:spcPct val="80000"/>
              </a:lnSpc>
              <a:spcBef>
                <a:spcPts val="360"/>
              </a:spcBef>
              <a:spcAft>
                <a:spcPts val="0"/>
              </a:spcAft>
              <a:buSzPts val="990"/>
              <a:buChar char="■"/>
              <a:defRPr sz="1800"/>
            </a:lvl4pPr>
            <a:lvl5pPr indent="-285750" lvl="4" marL="2286000" algn="l">
              <a:lnSpc>
                <a:spcPct val="80000"/>
              </a:lnSpc>
              <a:spcBef>
                <a:spcPts val="360"/>
              </a:spcBef>
              <a:spcAft>
                <a:spcPts val="0"/>
              </a:spcAft>
              <a:buSzPts val="900"/>
              <a:buChar char="■"/>
              <a:defRPr sz="1800"/>
            </a:lvl5pPr>
            <a:lvl6pPr indent="-285750" lvl="5" marL="2743200" algn="l">
              <a:lnSpc>
                <a:spcPct val="80000"/>
              </a:lnSpc>
              <a:spcBef>
                <a:spcPts val="360"/>
              </a:spcBef>
              <a:spcAft>
                <a:spcPts val="0"/>
              </a:spcAft>
              <a:buSzPts val="900"/>
              <a:buChar char="■"/>
              <a:defRPr sz="1800"/>
            </a:lvl6pPr>
            <a:lvl7pPr indent="-285750" lvl="6" marL="3200400" algn="l">
              <a:lnSpc>
                <a:spcPct val="80000"/>
              </a:lnSpc>
              <a:spcBef>
                <a:spcPts val="360"/>
              </a:spcBef>
              <a:spcAft>
                <a:spcPts val="0"/>
              </a:spcAft>
              <a:buSzPts val="900"/>
              <a:buChar char="■"/>
              <a:defRPr sz="1800"/>
            </a:lvl7pPr>
            <a:lvl8pPr indent="-285750" lvl="7" marL="3657600" algn="l">
              <a:lnSpc>
                <a:spcPct val="80000"/>
              </a:lnSpc>
              <a:spcBef>
                <a:spcPts val="360"/>
              </a:spcBef>
              <a:spcAft>
                <a:spcPts val="0"/>
              </a:spcAft>
              <a:buSzPts val="900"/>
              <a:buChar char="■"/>
              <a:defRPr sz="1800"/>
            </a:lvl8pPr>
            <a:lvl9pPr indent="-285750" lvl="8" marL="4114800" algn="l">
              <a:lnSpc>
                <a:spcPct val="80000"/>
              </a:lnSpc>
              <a:spcBef>
                <a:spcPts val="360"/>
              </a:spcBef>
              <a:spcAft>
                <a:spcPts val="0"/>
              </a:spcAft>
              <a:buSzPts val="900"/>
              <a:buChar char="■"/>
              <a:defRPr sz="1800"/>
            </a:lvl9pPr>
          </a:lstStyle>
          <a:p/>
        </p:txBody>
      </p:sp>
      <p:sp>
        <p:nvSpPr>
          <p:cNvPr id="57" name="Google Shape;57;p33"/>
          <p:cNvSpPr txBox="1"/>
          <p:nvPr>
            <p:ph idx="2" type="body"/>
          </p:nvPr>
        </p:nvSpPr>
        <p:spPr>
          <a:xfrm>
            <a:off x="4686300" y="1447800"/>
            <a:ext cx="4152900" cy="5105400"/>
          </a:xfrm>
          <a:prstGeom prst="rect">
            <a:avLst/>
          </a:prstGeom>
          <a:noFill/>
          <a:ln>
            <a:noFill/>
          </a:ln>
        </p:spPr>
        <p:txBody>
          <a:bodyPr anchorCtr="0" anchor="t" bIns="45700" lIns="91425" spcFirstLastPara="1" rIns="91425" wrap="square" tIns="45700">
            <a:noAutofit/>
          </a:bodyPr>
          <a:lstStyle>
            <a:lvl1pPr indent="-335280" lvl="0" marL="457200" algn="l">
              <a:lnSpc>
                <a:spcPct val="80000"/>
              </a:lnSpc>
              <a:spcBef>
                <a:spcPts val="560"/>
              </a:spcBef>
              <a:spcAft>
                <a:spcPts val="0"/>
              </a:spcAft>
              <a:buSzPts val="1680"/>
              <a:buChar char="■"/>
              <a:defRPr sz="2800"/>
            </a:lvl1pPr>
            <a:lvl2pPr indent="-312419" lvl="1" marL="914400" algn="l">
              <a:lnSpc>
                <a:spcPct val="80000"/>
              </a:lnSpc>
              <a:spcBef>
                <a:spcPts val="480"/>
              </a:spcBef>
              <a:spcAft>
                <a:spcPts val="0"/>
              </a:spcAft>
              <a:buSzPts val="1320"/>
              <a:buChar char="■"/>
              <a:defRPr sz="2400"/>
            </a:lvl2pPr>
            <a:lvl3pPr indent="-292100" lvl="2" marL="1371600" algn="l">
              <a:lnSpc>
                <a:spcPct val="80000"/>
              </a:lnSpc>
              <a:spcBef>
                <a:spcPts val="400"/>
              </a:spcBef>
              <a:spcAft>
                <a:spcPts val="0"/>
              </a:spcAft>
              <a:buSzPts val="1000"/>
              <a:buChar char="■"/>
              <a:defRPr sz="2000"/>
            </a:lvl3pPr>
            <a:lvl4pPr indent="-291464" lvl="3" marL="1828800" algn="l">
              <a:lnSpc>
                <a:spcPct val="80000"/>
              </a:lnSpc>
              <a:spcBef>
                <a:spcPts val="360"/>
              </a:spcBef>
              <a:spcAft>
                <a:spcPts val="0"/>
              </a:spcAft>
              <a:buSzPts val="990"/>
              <a:buChar char="■"/>
              <a:defRPr sz="1800"/>
            </a:lvl4pPr>
            <a:lvl5pPr indent="-285750" lvl="4" marL="2286000" algn="l">
              <a:lnSpc>
                <a:spcPct val="80000"/>
              </a:lnSpc>
              <a:spcBef>
                <a:spcPts val="360"/>
              </a:spcBef>
              <a:spcAft>
                <a:spcPts val="0"/>
              </a:spcAft>
              <a:buSzPts val="900"/>
              <a:buChar char="■"/>
              <a:defRPr sz="1800"/>
            </a:lvl5pPr>
            <a:lvl6pPr indent="-285750" lvl="5" marL="2743200" algn="l">
              <a:lnSpc>
                <a:spcPct val="80000"/>
              </a:lnSpc>
              <a:spcBef>
                <a:spcPts val="360"/>
              </a:spcBef>
              <a:spcAft>
                <a:spcPts val="0"/>
              </a:spcAft>
              <a:buSzPts val="900"/>
              <a:buChar char="■"/>
              <a:defRPr sz="1800"/>
            </a:lvl6pPr>
            <a:lvl7pPr indent="-285750" lvl="6" marL="3200400" algn="l">
              <a:lnSpc>
                <a:spcPct val="80000"/>
              </a:lnSpc>
              <a:spcBef>
                <a:spcPts val="360"/>
              </a:spcBef>
              <a:spcAft>
                <a:spcPts val="0"/>
              </a:spcAft>
              <a:buSzPts val="900"/>
              <a:buChar char="■"/>
              <a:defRPr sz="1800"/>
            </a:lvl7pPr>
            <a:lvl8pPr indent="-285750" lvl="7" marL="3657600" algn="l">
              <a:lnSpc>
                <a:spcPct val="80000"/>
              </a:lnSpc>
              <a:spcBef>
                <a:spcPts val="360"/>
              </a:spcBef>
              <a:spcAft>
                <a:spcPts val="0"/>
              </a:spcAft>
              <a:buSzPts val="900"/>
              <a:buChar char="■"/>
              <a:defRPr sz="1800"/>
            </a:lvl8pPr>
            <a:lvl9pPr indent="-285750" lvl="8" marL="4114800" algn="l">
              <a:lnSpc>
                <a:spcPct val="80000"/>
              </a:lnSpc>
              <a:spcBef>
                <a:spcPts val="360"/>
              </a:spcBef>
              <a:spcAft>
                <a:spcPts val="0"/>
              </a:spcAft>
              <a:buSzPts val="900"/>
              <a:buChar char="■"/>
              <a:defRPr sz="1800"/>
            </a:lvl9pPr>
          </a:lstStyle>
          <a:p/>
        </p:txBody>
      </p:sp>
      <p:sp>
        <p:nvSpPr>
          <p:cNvPr id="58" name="Google Shape;58;p33"/>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3"/>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1" name="Shape 61"/>
        <p:cNvGrpSpPr/>
        <p:nvPr/>
      </p:nvGrpSpPr>
      <p:grpSpPr>
        <a:xfrm>
          <a:off x="0" y="0"/>
          <a:ext cx="0" cy="0"/>
          <a:chOff x="0" y="0"/>
          <a:chExt cx="0" cy="0"/>
        </a:xfrm>
      </p:grpSpPr>
      <p:sp>
        <p:nvSpPr>
          <p:cNvPr id="62" name="Google Shape;62;p34"/>
          <p:cNvSpPr txBox="1"/>
          <p:nvPr>
            <p:ph type="title"/>
          </p:nvPr>
        </p:nvSpPr>
        <p:spPr>
          <a:xfrm>
            <a:off x="457200" y="274638"/>
            <a:ext cx="8229600" cy="1143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3" name="Google Shape;63;p3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80"/>
              </a:spcBef>
              <a:spcAft>
                <a:spcPts val="0"/>
              </a:spcAft>
              <a:buSzPts val="1440"/>
              <a:buNone/>
              <a:defRPr b="1" sz="2400"/>
            </a:lvl1pPr>
            <a:lvl2pPr indent="-228600" lvl="1" marL="914400" algn="l">
              <a:lnSpc>
                <a:spcPct val="80000"/>
              </a:lnSpc>
              <a:spcBef>
                <a:spcPts val="400"/>
              </a:spcBef>
              <a:spcAft>
                <a:spcPts val="0"/>
              </a:spcAft>
              <a:buSzPts val="1100"/>
              <a:buNone/>
              <a:defRPr b="1" sz="2000"/>
            </a:lvl2pPr>
            <a:lvl3pPr indent="-228600" lvl="2" marL="1371600" algn="l">
              <a:lnSpc>
                <a:spcPct val="80000"/>
              </a:lnSpc>
              <a:spcBef>
                <a:spcPts val="360"/>
              </a:spcBef>
              <a:spcAft>
                <a:spcPts val="0"/>
              </a:spcAft>
              <a:buSzPts val="900"/>
              <a:buNone/>
              <a:defRPr b="1" sz="1800"/>
            </a:lvl3pPr>
            <a:lvl4pPr indent="-228600" lvl="3" marL="1828800" algn="l">
              <a:lnSpc>
                <a:spcPct val="80000"/>
              </a:lnSpc>
              <a:spcBef>
                <a:spcPts val="320"/>
              </a:spcBef>
              <a:spcAft>
                <a:spcPts val="0"/>
              </a:spcAft>
              <a:buSzPts val="880"/>
              <a:buNone/>
              <a:defRPr b="1" sz="1600"/>
            </a:lvl4pPr>
            <a:lvl5pPr indent="-228600" lvl="4" marL="2286000" algn="l">
              <a:lnSpc>
                <a:spcPct val="80000"/>
              </a:lnSpc>
              <a:spcBef>
                <a:spcPts val="320"/>
              </a:spcBef>
              <a:spcAft>
                <a:spcPts val="0"/>
              </a:spcAft>
              <a:buSzPts val="800"/>
              <a:buNone/>
              <a:defRPr b="1" sz="1600"/>
            </a:lvl5pPr>
            <a:lvl6pPr indent="-228600" lvl="5" marL="2743200" algn="l">
              <a:lnSpc>
                <a:spcPct val="80000"/>
              </a:lnSpc>
              <a:spcBef>
                <a:spcPts val="320"/>
              </a:spcBef>
              <a:spcAft>
                <a:spcPts val="0"/>
              </a:spcAft>
              <a:buSzPts val="800"/>
              <a:buNone/>
              <a:defRPr b="1" sz="1600"/>
            </a:lvl6pPr>
            <a:lvl7pPr indent="-228600" lvl="6" marL="3200400" algn="l">
              <a:lnSpc>
                <a:spcPct val="80000"/>
              </a:lnSpc>
              <a:spcBef>
                <a:spcPts val="320"/>
              </a:spcBef>
              <a:spcAft>
                <a:spcPts val="0"/>
              </a:spcAft>
              <a:buSzPts val="800"/>
              <a:buNone/>
              <a:defRPr b="1" sz="1600"/>
            </a:lvl7pPr>
            <a:lvl8pPr indent="-228600" lvl="7" marL="3657600" algn="l">
              <a:lnSpc>
                <a:spcPct val="80000"/>
              </a:lnSpc>
              <a:spcBef>
                <a:spcPts val="320"/>
              </a:spcBef>
              <a:spcAft>
                <a:spcPts val="0"/>
              </a:spcAft>
              <a:buSzPts val="800"/>
              <a:buNone/>
              <a:defRPr b="1" sz="1600"/>
            </a:lvl8pPr>
            <a:lvl9pPr indent="-228600" lvl="8" marL="4114800" algn="l">
              <a:lnSpc>
                <a:spcPct val="80000"/>
              </a:lnSpc>
              <a:spcBef>
                <a:spcPts val="320"/>
              </a:spcBef>
              <a:spcAft>
                <a:spcPts val="0"/>
              </a:spcAft>
              <a:buSzPts val="800"/>
              <a:buNone/>
              <a:defRPr b="1" sz="1600"/>
            </a:lvl9pPr>
          </a:lstStyle>
          <a:p/>
        </p:txBody>
      </p:sp>
      <p:sp>
        <p:nvSpPr>
          <p:cNvPr id="64" name="Google Shape;64;p3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20040" lvl="0" marL="457200" algn="l">
              <a:lnSpc>
                <a:spcPct val="80000"/>
              </a:lnSpc>
              <a:spcBef>
                <a:spcPts val="480"/>
              </a:spcBef>
              <a:spcAft>
                <a:spcPts val="0"/>
              </a:spcAft>
              <a:buSzPts val="1440"/>
              <a:buChar char="■"/>
              <a:defRPr sz="2400"/>
            </a:lvl1pPr>
            <a:lvl2pPr indent="-298450" lvl="1" marL="914400" algn="l">
              <a:lnSpc>
                <a:spcPct val="80000"/>
              </a:lnSpc>
              <a:spcBef>
                <a:spcPts val="400"/>
              </a:spcBef>
              <a:spcAft>
                <a:spcPts val="0"/>
              </a:spcAft>
              <a:buSzPts val="1100"/>
              <a:buChar char="■"/>
              <a:defRPr sz="2000"/>
            </a:lvl2pPr>
            <a:lvl3pPr indent="-285750" lvl="2" marL="1371600" algn="l">
              <a:lnSpc>
                <a:spcPct val="80000"/>
              </a:lnSpc>
              <a:spcBef>
                <a:spcPts val="360"/>
              </a:spcBef>
              <a:spcAft>
                <a:spcPts val="0"/>
              </a:spcAft>
              <a:buSzPts val="900"/>
              <a:buChar char="■"/>
              <a:defRPr sz="1800"/>
            </a:lvl3pPr>
            <a:lvl4pPr indent="-284480" lvl="3" marL="1828800" algn="l">
              <a:lnSpc>
                <a:spcPct val="80000"/>
              </a:lnSpc>
              <a:spcBef>
                <a:spcPts val="320"/>
              </a:spcBef>
              <a:spcAft>
                <a:spcPts val="0"/>
              </a:spcAft>
              <a:buSzPts val="880"/>
              <a:buChar char="■"/>
              <a:defRPr sz="1600"/>
            </a:lvl4pPr>
            <a:lvl5pPr indent="-279400" lvl="4" marL="2286000" algn="l">
              <a:lnSpc>
                <a:spcPct val="80000"/>
              </a:lnSpc>
              <a:spcBef>
                <a:spcPts val="320"/>
              </a:spcBef>
              <a:spcAft>
                <a:spcPts val="0"/>
              </a:spcAft>
              <a:buSzPts val="800"/>
              <a:buChar char="■"/>
              <a:defRPr sz="1600"/>
            </a:lvl5pPr>
            <a:lvl6pPr indent="-279400" lvl="5" marL="2743200" algn="l">
              <a:lnSpc>
                <a:spcPct val="80000"/>
              </a:lnSpc>
              <a:spcBef>
                <a:spcPts val="320"/>
              </a:spcBef>
              <a:spcAft>
                <a:spcPts val="0"/>
              </a:spcAft>
              <a:buSzPts val="800"/>
              <a:buChar char="■"/>
              <a:defRPr sz="1600"/>
            </a:lvl6pPr>
            <a:lvl7pPr indent="-279400" lvl="6" marL="3200400" algn="l">
              <a:lnSpc>
                <a:spcPct val="80000"/>
              </a:lnSpc>
              <a:spcBef>
                <a:spcPts val="320"/>
              </a:spcBef>
              <a:spcAft>
                <a:spcPts val="0"/>
              </a:spcAft>
              <a:buSzPts val="800"/>
              <a:buChar char="■"/>
              <a:defRPr sz="1600"/>
            </a:lvl7pPr>
            <a:lvl8pPr indent="-279400" lvl="7" marL="3657600" algn="l">
              <a:lnSpc>
                <a:spcPct val="80000"/>
              </a:lnSpc>
              <a:spcBef>
                <a:spcPts val="320"/>
              </a:spcBef>
              <a:spcAft>
                <a:spcPts val="0"/>
              </a:spcAft>
              <a:buSzPts val="800"/>
              <a:buChar char="■"/>
              <a:defRPr sz="1600"/>
            </a:lvl8pPr>
            <a:lvl9pPr indent="-279400" lvl="8" marL="4114800" algn="l">
              <a:lnSpc>
                <a:spcPct val="80000"/>
              </a:lnSpc>
              <a:spcBef>
                <a:spcPts val="320"/>
              </a:spcBef>
              <a:spcAft>
                <a:spcPts val="0"/>
              </a:spcAft>
              <a:buSzPts val="800"/>
              <a:buChar char="■"/>
              <a:defRPr sz="1600"/>
            </a:lvl9pPr>
          </a:lstStyle>
          <a:p/>
        </p:txBody>
      </p:sp>
      <p:sp>
        <p:nvSpPr>
          <p:cNvPr id="65" name="Google Shape;65;p3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lnSpc>
                <a:spcPct val="80000"/>
              </a:lnSpc>
              <a:spcBef>
                <a:spcPts val="480"/>
              </a:spcBef>
              <a:spcAft>
                <a:spcPts val="0"/>
              </a:spcAft>
              <a:buSzPts val="1440"/>
              <a:buNone/>
              <a:defRPr b="1" sz="2400"/>
            </a:lvl1pPr>
            <a:lvl2pPr indent="-228600" lvl="1" marL="914400" algn="l">
              <a:lnSpc>
                <a:spcPct val="80000"/>
              </a:lnSpc>
              <a:spcBef>
                <a:spcPts val="400"/>
              </a:spcBef>
              <a:spcAft>
                <a:spcPts val="0"/>
              </a:spcAft>
              <a:buSzPts val="1100"/>
              <a:buNone/>
              <a:defRPr b="1" sz="2000"/>
            </a:lvl2pPr>
            <a:lvl3pPr indent="-228600" lvl="2" marL="1371600" algn="l">
              <a:lnSpc>
                <a:spcPct val="80000"/>
              </a:lnSpc>
              <a:spcBef>
                <a:spcPts val="360"/>
              </a:spcBef>
              <a:spcAft>
                <a:spcPts val="0"/>
              </a:spcAft>
              <a:buSzPts val="900"/>
              <a:buNone/>
              <a:defRPr b="1" sz="1800"/>
            </a:lvl3pPr>
            <a:lvl4pPr indent="-228600" lvl="3" marL="1828800" algn="l">
              <a:lnSpc>
                <a:spcPct val="80000"/>
              </a:lnSpc>
              <a:spcBef>
                <a:spcPts val="320"/>
              </a:spcBef>
              <a:spcAft>
                <a:spcPts val="0"/>
              </a:spcAft>
              <a:buSzPts val="880"/>
              <a:buNone/>
              <a:defRPr b="1" sz="1600"/>
            </a:lvl4pPr>
            <a:lvl5pPr indent="-228600" lvl="4" marL="2286000" algn="l">
              <a:lnSpc>
                <a:spcPct val="80000"/>
              </a:lnSpc>
              <a:spcBef>
                <a:spcPts val="320"/>
              </a:spcBef>
              <a:spcAft>
                <a:spcPts val="0"/>
              </a:spcAft>
              <a:buSzPts val="800"/>
              <a:buNone/>
              <a:defRPr b="1" sz="1600"/>
            </a:lvl5pPr>
            <a:lvl6pPr indent="-228600" lvl="5" marL="2743200" algn="l">
              <a:lnSpc>
                <a:spcPct val="80000"/>
              </a:lnSpc>
              <a:spcBef>
                <a:spcPts val="320"/>
              </a:spcBef>
              <a:spcAft>
                <a:spcPts val="0"/>
              </a:spcAft>
              <a:buSzPts val="800"/>
              <a:buNone/>
              <a:defRPr b="1" sz="1600"/>
            </a:lvl6pPr>
            <a:lvl7pPr indent="-228600" lvl="6" marL="3200400" algn="l">
              <a:lnSpc>
                <a:spcPct val="80000"/>
              </a:lnSpc>
              <a:spcBef>
                <a:spcPts val="320"/>
              </a:spcBef>
              <a:spcAft>
                <a:spcPts val="0"/>
              </a:spcAft>
              <a:buSzPts val="800"/>
              <a:buNone/>
              <a:defRPr b="1" sz="1600"/>
            </a:lvl7pPr>
            <a:lvl8pPr indent="-228600" lvl="7" marL="3657600" algn="l">
              <a:lnSpc>
                <a:spcPct val="80000"/>
              </a:lnSpc>
              <a:spcBef>
                <a:spcPts val="320"/>
              </a:spcBef>
              <a:spcAft>
                <a:spcPts val="0"/>
              </a:spcAft>
              <a:buSzPts val="800"/>
              <a:buNone/>
              <a:defRPr b="1" sz="1600"/>
            </a:lvl8pPr>
            <a:lvl9pPr indent="-228600" lvl="8" marL="4114800" algn="l">
              <a:lnSpc>
                <a:spcPct val="80000"/>
              </a:lnSpc>
              <a:spcBef>
                <a:spcPts val="320"/>
              </a:spcBef>
              <a:spcAft>
                <a:spcPts val="0"/>
              </a:spcAft>
              <a:buSzPts val="800"/>
              <a:buNone/>
              <a:defRPr b="1" sz="1600"/>
            </a:lvl9pPr>
          </a:lstStyle>
          <a:p/>
        </p:txBody>
      </p:sp>
      <p:sp>
        <p:nvSpPr>
          <p:cNvPr id="66" name="Google Shape;66;p3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20040" lvl="0" marL="457200" algn="l">
              <a:lnSpc>
                <a:spcPct val="80000"/>
              </a:lnSpc>
              <a:spcBef>
                <a:spcPts val="480"/>
              </a:spcBef>
              <a:spcAft>
                <a:spcPts val="0"/>
              </a:spcAft>
              <a:buSzPts val="1440"/>
              <a:buChar char="■"/>
              <a:defRPr sz="2400"/>
            </a:lvl1pPr>
            <a:lvl2pPr indent="-298450" lvl="1" marL="914400" algn="l">
              <a:lnSpc>
                <a:spcPct val="80000"/>
              </a:lnSpc>
              <a:spcBef>
                <a:spcPts val="400"/>
              </a:spcBef>
              <a:spcAft>
                <a:spcPts val="0"/>
              </a:spcAft>
              <a:buSzPts val="1100"/>
              <a:buChar char="■"/>
              <a:defRPr sz="2000"/>
            </a:lvl2pPr>
            <a:lvl3pPr indent="-285750" lvl="2" marL="1371600" algn="l">
              <a:lnSpc>
                <a:spcPct val="80000"/>
              </a:lnSpc>
              <a:spcBef>
                <a:spcPts val="360"/>
              </a:spcBef>
              <a:spcAft>
                <a:spcPts val="0"/>
              </a:spcAft>
              <a:buSzPts val="900"/>
              <a:buChar char="■"/>
              <a:defRPr sz="1800"/>
            </a:lvl3pPr>
            <a:lvl4pPr indent="-284480" lvl="3" marL="1828800" algn="l">
              <a:lnSpc>
                <a:spcPct val="80000"/>
              </a:lnSpc>
              <a:spcBef>
                <a:spcPts val="320"/>
              </a:spcBef>
              <a:spcAft>
                <a:spcPts val="0"/>
              </a:spcAft>
              <a:buSzPts val="880"/>
              <a:buChar char="■"/>
              <a:defRPr sz="1600"/>
            </a:lvl4pPr>
            <a:lvl5pPr indent="-279400" lvl="4" marL="2286000" algn="l">
              <a:lnSpc>
                <a:spcPct val="80000"/>
              </a:lnSpc>
              <a:spcBef>
                <a:spcPts val="320"/>
              </a:spcBef>
              <a:spcAft>
                <a:spcPts val="0"/>
              </a:spcAft>
              <a:buSzPts val="800"/>
              <a:buChar char="■"/>
              <a:defRPr sz="1600"/>
            </a:lvl5pPr>
            <a:lvl6pPr indent="-279400" lvl="5" marL="2743200" algn="l">
              <a:lnSpc>
                <a:spcPct val="80000"/>
              </a:lnSpc>
              <a:spcBef>
                <a:spcPts val="320"/>
              </a:spcBef>
              <a:spcAft>
                <a:spcPts val="0"/>
              </a:spcAft>
              <a:buSzPts val="800"/>
              <a:buChar char="■"/>
              <a:defRPr sz="1600"/>
            </a:lvl6pPr>
            <a:lvl7pPr indent="-279400" lvl="6" marL="3200400" algn="l">
              <a:lnSpc>
                <a:spcPct val="80000"/>
              </a:lnSpc>
              <a:spcBef>
                <a:spcPts val="320"/>
              </a:spcBef>
              <a:spcAft>
                <a:spcPts val="0"/>
              </a:spcAft>
              <a:buSzPts val="800"/>
              <a:buChar char="■"/>
              <a:defRPr sz="1600"/>
            </a:lvl7pPr>
            <a:lvl8pPr indent="-279400" lvl="7" marL="3657600" algn="l">
              <a:lnSpc>
                <a:spcPct val="80000"/>
              </a:lnSpc>
              <a:spcBef>
                <a:spcPts val="320"/>
              </a:spcBef>
              <a:spcAft>
                <a:spcPts val="0"/>
              </a:spcAft>
              <a:buSzPts val="800"/>
              <a:buChar char="■"/>
              <a:defRPr sz="1600"/>
            </a:lvl8pPr>
            <a:lvl9pPr indent="-279400" lvl="8" marL="4114800" algn="l">
              <a:lnSpc>
                <a:spcPct val="80000"/>
              </a:lnSpc>
              <a:spcBef>
                <a:spcPts val="320"/>
              </a:spcBef>
              <a:spcAft>
                <a:spcPts val="0"/>
              </a:spcAft>
              <a:buSzPts val="800"/>
              <a:buChar char="■"/>
              <a:defRPr sz="1600"/>
            </a:lvl9pPr>
          </a:lstStyle>
          <a:p/>
        </p:txBody>
      </p:sp>
      <p:sp>
        <p:nvSpPr>
          <p:cNvPr id="67" name="Google Shape;67;p34"/>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4"/>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showMasterSp="0" type="titleOnly">
  <p:cSld name="TITLE_ONLY">
    <p:spTree>
      <p:nvGrpSpPr>
        <p:cNvPr id="70" name="Shape 70"/>
        <p:cNvGrpSpPr/>
        <p:nvPr/>
      </p:nvGrpSpPr>
      <p:grpSpPr>
        <a:xfrm>
          <a:off x="0" y="0"/>
          <a:ext cx="0" cy="0"/>
          <a:chOff x="0" y="0"/>
          <a:chExt cx="0" cy="0"/>
        </a:xfrm>
      </p:grpSpPr>
      <p:graphicFrame>
        <p:nvGraphicFramePr>
          <p:cNvPr id="71" name="Google Shape;71;p35"/>
          <p:cNvGraphicFramePr/>
          <p:nvPr/>
        </p:nvGraphicFramePr>
        <p:xfrm>
          <a:off x="381000" y="1143000"/>
          <a:ext cx="8382000" cy="76200"/>
        </p:xfrm>
        <a:graphic>
          <a:graphicData uri="http://schemas.openxmlformats.org/presentationml/2006/ole">
            <mc:AlternateContent>
              <mc:Choice Requires="v">
                <p:oleObj r:id="rId3" imgH="76200" imgW="8382000" progId="" spid="_x0000_s1">
                  <p:embed/>
                </p:oleObj>
              </mc:Choice>
              <mc:Fallback>
                <p:oleObj r:id="rId4" imgH="76200" imgW="8382000" progId="">
                  <p:embed/>
                  <p:pic>
                    <p:nvPicPr>
                      <p:cNvPr id="71" name="Google Shape;71;p35"/>
                      <p:cNvPicPr preferRelativeResize="0"/>
                      <p:nvPr/>
                    </p:nvPicPr>
                    <p:blipFill rotWithShape="1">
                      <a:blip r:embed="rId5">
                        <a:alphaModFix/>
                      </a:blip>
                      <a:srcRect b="0" l="0" r="0" t="0"/>
                      <a:stretch/>
                    </p:blipFill>
                    <p:spPr>
                      <a:xfrm>
                        <a:off x="381000" y="1143000"/>
                        <a:ext cx="8382000" cy="76200"/>
                      </a:xfrm>
                      <a:prstGeom prst="rect">
                        <a:avLst/>
                      </a:prstGeom>
                      <a:noFill/>
                      <a:ln>
                        <a:noFill/>
                      </a:ln>
                    </p:spPr>
                  </p:pic>
                </p:oleObj>
              </mc:Fallback>
            </mc:AlternateContent>
          </a:graphicData>
        </a:graphic>
      </p:graphicFrame>
      <p:sp>
        <p:nvSpPr>
          <p:cNvPr id="72" name="Google Shape;72;p3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35"/>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36"/>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6"/>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9" name="Shape 79"/>
        <p:cNvGrpSpPr/>
        <p:nvPr/>
      </p:nvGrpSpPr>
      <p:grpSpPr>
        <a:xfrm>
          <a:off x="0" y="0"/>
          <a:ext cx="0" cy="0"/>
          <a:chOff x="0" y="0"/>
          <a:chExt cx="0" cy="0"/>
        </a:xfrm>
      </p:grpSpPr>
      <p:sp>
        <p:nvSpPr>
          <p:cNvPr id="80" name="Google Shape;80;p3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1" name="Google Shape;81;p3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50520" lvl="0" marL="457200" algn="l">
              <a:lnSpc>
                <a:spcPct val="80000"/>
              </a:lnSpc>
              <a:spcBef>
                <a:spcPts val="640"/>
              </a:spcBef>
              <a:spcAft>
                <a:spcPts val="0"/>
              </a:spcAft>
              <a:buSzPts val="1920"/>
              <a:buChar char="■"/>
              <a:defRPr sz="3200"/>
            </a:lvl1pPr>
            <a:lvl2pPr indent="-326390" lvl="1" marL="914400" algn="l">
              <a:lnSpc>
                <a:spcPct val="80000"/>
              </a:lnSpc>
              <a:spcBef>
                <a:spcPts val="560"/>
              </a:spcBef>
              <a:spcAft>
                <a:spcPts val="0"/>
              </a:spcAft>
              <a:buSzPts val="1540"/>
              <a:buChar char="■"/>
              <a:defRPr sz="2800"/>
            </a:lvl2pPr>
            <a:lvl3pPr indent="-304800" lvl="2" marL="1371600" algn="l">
              <a:lnSpc>
                <a:spcPct val="80000"/>
              </a:lnSpc>
              <a:spcBef>
                <a:spcPts val="480"/>
              </a:spcBef>
              <a:spcAft>
                <a:spcPts val="0"/>
              </a:spcAft>
              <a:buSzPts val="1200"/>
              <a:buChar char="■"/>
              <a:defRPr sz="2400"/>
            </a:lvl3pPr>
            <a:lvl4pPr indent="-298450" lvl="3" marL="1828800" algn="l">
              <a:lnSpc>
                <a:spcPct val="80000"/>
              </a:lnSpc>
              <a:spcBef>
                <a:spcPts val="400"/>
              </a:spcBef>
              <a:spcAft>
                <a:spcPts val="0"/>
              </a:spcAft>
              <a:buSzPts val="1100"/>
              <a:buChar char="■"/>
              <a:defRPr sz="2000"/>
            </a:lvl4pPr>
            <a:lvl5pPr indent="-292100" lvl="4" marL="2286000" algn="l">
              <a:lnSpc>
                <a:spcPct val="80000"/>
              </a:lnSpc>
              <a:spcBef>
                <a:spcPts val="400"/>
              </a:spcBef>
              <a:spcAft>
                <a:spcPts val="0"/>
              </a:spcAft>
              <a:buSzPts val="1000"/>
              <a:buChar char="■"/>
              <a:defRPr sz="2000"/>
            </a:lvl5pPr>
            <a:lvl6pPr indent="-292100" lvl="5" marL="2743200" algn="l">
              <a:lnSpc>
                <a:spcPct val="80000"/>
              </a:lnSpc>
              <a:spcBef>
                <a:spcPts val="400"/>
              </a:spcBef>
              <a:spcAft>
                <a:spcPts val="0"/>
              </a:spcAft>
              <a:buSzPts val="1000"/>
              <a:buChar char="■"/>
              <a:defRPr sz="2000"/>
            </a:lvl6pPr>
            <a:lvl7pPr indent="-292100" lvl="6" marL="3200400" algn="l">
              <a:lnSpc>
                <a:spcPct val="80000"/>
              </a:lnSpc>
              <a:spcBef>
                <a:spcPts val="400"/>
              </a:spcBef>
              <a:spcAft>
                <a:spcPts val="0"/>
              </a:spcAft>
              <a:buSzPts val="1000"/>
              <a:buChar char="■"/>
              <a:defRPr sz="2000"/>
            </a:lvl7pPr>
            <a:lvl8pPr indent="-292100" lvl="7" marL="3657600" algn="l">
              <a:lnSpc>
                <a:spcPct val="80000"/>
              </a:lnSpc>
              <a:spcBef>
                <a:spcPts val="400"/>
              </a:spcBef>
              <a:spcAft>
                <a:spcPts val="0"/>
              </a:spcAft>
              <a:buSzPts val="1000"/>
              <a:buChar char="■"/>
              <a:defRPr sz="2000"/>
            </a:lvl8pPr>
            <a:lvl9pPr indent="-292100" lvl="8" marL="4114800" algn="l">
              <a:lnSpc>
                <a:spcPct val="80000"/>
              </a:lnSpc>
              <a:spcBef>
                <a:spcPts val="400"/>
              </a:spcBef>
              <a:spcAft>
                <a:spcPts val="0"/>
              </a:spcAft>
              <a:buSzPts val="1000"/>
              <a:buChar char="■"/>
              <a:defRPr sz="2000"/>
            </a:lvl9pPr>
          </a:lstStyle>
          <a:p/>
        </p:txBody>
      </p:sp>
      <p:sp>
        <p:nvSpPr>
          <p:cNvPr id="82" name="Google Shape;82;p3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280"/>
              </a:spcBef>
              <a:spcAft>
                <a:spcPts val="0"/>
              </a:spcAft>
              <a:buSzPts val="840"/>
              <a:buNone/>
              <a:defRPr sz="1400"/>
            </a:lvl1pPr>
            <a:lvl2pPr indent="-228600" lvl="1" marL="914400" algn="l">
              <a:lnSpc>
                <a:spcPct val="80000"/>
              </a:lnSpc>
              <a:spcBef>
                <a:spcPts val="240"/>
              </a:spcBef>
              <a:spcAft>
                <a:spcPts val="0"/>
              </a:spcAft>
              <a:buSzPts val="660"/>
              <a:buNone/>
              <a:defRPr sz="1200"/>
            </a:lvl2pPr>
            <a:lvl3pPr indent="-228600" lvl="2" marL="1371600" algn="l">
              <a:lnSpc>
                <a:spcPct val="80000"/>
              </a:lnSpc>
              <a:spcBef>
                <a:spcPts val="200"/>
              </a:spcBef>
              <a:spcAft>
                <a:spcPts val="0"/>
              </a:spcAft>
              <a:buSzPts val="500"/>
              <a:buNone/>
              <a:defRPr sz="1000"/>
            </a:lvl3pPr>
            <a:lvl4pPr indent="-228600" lvl="3" marL="1828800" algn="l">
              <a:lnSpc>
                <a:spcPct val="80000"/>
              </a:lnSpc>
              <a:spcBef>
                <a:spcPts val="180"/>
              </a:spcBef>
              <a:spcAft>
                <a:spcPts val="0"/>
              </a:spcAft>
              <a:buSzPts val="495"/>
              <a:buNone/>
              <a:defRPr sz="900"/>
            </a:lvl4pPr>
            <a:lvl5pPr indent="-228600" lvl="4" marL="2286000" algn="l">
              <a:lnSpc>
                <a:spcPct val="80000"/>
              </a:lnSpc>
              <a:spcBef>
                <a:spcPts val="180"/>
              </a:spcBef>
              <a:spcAft>
                <a:spcPts val="0"/>
              </a:spcAft>
              <a:buSzPts val="450"/>
              <a:buNone/>
              <a:defRPr sz="900"/>
            </a:lvl5pPr>
            <a:lvl6pPr indent="-228600" lvl="5" marL="2743200" algn="l">
              <a:lnSpc>
                <a:spcPct val="80000"/>
              </a:lnSpc>
              <a:spcBef>
                <a:spcPts val="180"/>
              </a:spcBef>
              <a:spcAft>
                <a:spcPts val="0"/>
              </a:spcAft>
              <a:buSzPts val="450"/>
              <a:buNone/>
              <a:defRPr sz="900"/>
            </a:lvl6pPr>
            <a:lvl7pPr indent="-228600" lvl="6" marL="3200400" algn="l">
              <a:lnSpc>
                <a:spcPct val="80000"/>
              </a:lnSpc>
              <a:spcBef>
                <a:spcPts val="180"/>
              </a:spcBef>
              <a:spcAft>
                <a:spcPts val="0"/>
              </a:spcAft>
              <a:buSzPts val="450"/>
              <a:buNone/>
              <a:defRPr sz="900"/>
            </a:lvl7pPr>
            <a:lvl8pPr indent="-228600" lvl="7" marL="3657600" algn="l">
              <a:lnSpc>
                <a:spcPct val="80000"/>
              </a:lnSpc>
              <a:spcBef>
                <a:spcPts val="180"/>
              </a:spcBef>
              <a:spcAft>
                <a:spcPts val="0"/>
              </a:spcAft>
              <a:buSzPts val="450"/>
              <a:buNone/>
              <a:defRPr sz="900"/>
            </a:lvl8pPr>
            <a:lvl9pPr indent="-228600" lvl="8" marL="4114800" algn="l">
              <a:lnSpc>
                <a:spcPct val="80000"/>
              </a:lnSpc>
              <a:spcBef>
                <a:spcPts val="180"/>
              </a:spcBef>
              <a:spcAft>
                <a:spcPts val="0"/>
              </a:spcAft>
              <a:buSzPts val="450"/>
              <a:buNone/>
              <a:defRPr sz="900"/>
            </a:lvl9pPr>
          </a:lstStyle>
          <a:p/>
        </p:txBody>
      </p:sp>
      <p:sp>
        <p:nvSpPr>
          <p:cNvPr id="83" name="Google Shape;83;p37"/>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37"/>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6" name="Shape 86"/>
        <p:cNvGrpSpPr/>
        <p:nvPr/>
      </p:nvGrpSpPr>
      <p:grpSpPr>
        <a:xfrm>
          <a:off x="0" y="0"/>
          <a:ext cx="0" cy="0"/>
          <a:chOff x="0" y="0"/>
          <a:chExt cx="0" cy="0"/>
        </a:xfrm>
      </p:grpSpPr>
      <p:sp>
        <p:nvSpPr>
          <p:cNvPr id="87" name="Google Shape;87;p3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38"/>
          <p:cNvSpPr/>
          <p:nvPr>
            <p:ph idx="2" type="pic"/>
          </p:nvPr>
        </p:nvSpPr>
        <p:spPr>
          <a:xfrm>
            <a:off x="1792288" y="612775"/>
            <a:ext cx="5486400" cy="4114800"/>
          </a:xfrm>
          <a:prstGeom prst="rect">
            <a:avLst/>
          </a:prstGeom>
          <a:noFill/>
          <a:ln>
            <a:noFill/>
          </a:ln>
        </p:spPr>
      </p:sp>
      <p:sp>
        <p:nvSpPr>
          <p:cNvPr id="89" name="Google Shape;89;p3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lnSpc>
                <a:spcPct val="80000"/>
              </a:lnSpc>
              <a:spcBef>
                <a:spcPts val="280"/>
              </a:spcBef>
              <a:spcAft>
                <a:spcPts val="0"/>
              </a:spcAft>
              <a:buSzPts val="840"/>
              <a:buNone/>
              <a:defRPr sz="1400"/>
            </a:lvl1pPr>
            <a:lvl2pPr indent="-228600" lvl="1" marL="914400" algn="l">
              <a:lnSpc>
                <a:spcPct val="80000"/>
              </a:lnSpc>
              <a:spcBef>
                <a:spcPts val="240"/>
              </a:spcBef>
              <a:spcAft>
                <a:spcPts val="0"/>
              </a:spcAft>
              <a:buSzPts val="660"/>
              <a:buNone/>
              <a:defRPr sz="1200"/>
            </a:lvl2pPr>
            <a:lvl3pPr indent="-228600" lvl="2" marL="1371600" algn="l">
              <a:lnSpc>
                <a:spcPct val="80000"/>
              </a:lnSpc>
              <a:spcBef>
                <a:spcPts val="200"/>
              </a:spcBef>
              <a:spcAft>
                <a:spcPts val="0"/>
              </a:spcAft>
              <a:buSzPts val="500"/>
              <a:buNone/>
              <a:defRPr sz="1000"/>
            </a:lvl3pPr>
            <a:lvl4pPr indent="-228600" lvl="3" marL="1828800" algn="l">
              <a:lnSpc>
                <a:spcPct val="80000"/>
              </a:lnSpc>
              <a:spcBef>
                <a:spcPts val="180"/>
              </a:spcBef>
              <a:spcAft>
                <a:spcPts val="0"/>
              </a:spcAft>
              <a:buSzPts val="495"/>
              <a:buNone/>
              <a:defRPr sz="900"/>
            </a:lvl4pPr>
            <a:lvl5pPr indent="-228600" lvl="4" marL="2286000" algn="l">
              <a:lnSpc>
                <a:spcPct val="80000"/>
              </a:lnSpc>
              <a:spcBef>
                <a:spcPts val="180"/>
              </a:spcBef>
              <a:spcAft>
                <a:spcPts val="0"/>
              </a:spcAft>
              <a:buSzPts val="450"/>
              <a:buNone/>
              <a:defRPr sz="900"/>
            </a:lvl5pPr>
            <a:lvl6pPr indent="-228600" lvl="5" marL="2743200" algn="l">
              <a:lnSpc>
                <a:spcPct val="80000"/>
              </a:lnSpc>
              <a:spcBef>
                <a:spcPts val="180"/>
              </a:spcBef>
              <a:spcAft>
                <a:spcPts val="0"/>
              </a:spcAft>
              <a:buSzPts val="450"/>
              <a:buNone/>
              <a:defRPr sz="900"/>
            </a:lvl6pPr>
            <a:lvl7pPr indent="-228600" lvl="6" marL="3200400" algn="l">
              <a:lnSpc>
                <a:spcPct val="80000"/>
              </a:lnSpc>
              <a:spcBef>
                <a:spcPts val="180"/>
              </a:spcBef>
              <a:spcAft>
                <a:spcPts val="0"/>
              </a:spcAft>
              <a:buSzPts val="450"/>
              <a:buNone/>
              <a:defRPr sz="900"/>
            </a:lvl7pPr>
            <a:lvl8pPr indent="-228600" lvl="7" marL="3657600" algn="l">
              <a:lnSpc>
                <a:spcPct val="80000"/>
              </a:lnSpc>
              <a:spcBef>
                <a:spcPts val="180"/>
              </a:spcBef>
              <a:spcAft>
                <a:spcPts val="0"/>
              </a:spcAft>
              <a:buSzPts val="450"/>
              <a:buNone/>
              <a:defRPr sz="900"/>
            </a:lvl8pPr>
            <a:lvl9pPr indent="-228600" lvl="8" marL="4114800" algn="l">
              <a:lnSpc>
                <a:spcPct val="80000"/>
              </a:lnSpc>
              <a:spcBef>
                <a:spcPts val="180"/>
              </a:spcBef>
              <a:spcAft>
                <a:spcPts val="0"/>
              </a:spcAft>
              <a:buSzPts val="450"/>
              <a:buNone/>
              <a:defRPr sz="900"/>
            </a:lvl9pPr>
          </a:lstStyle>
          <a:p/>
        </p:txBody>
      </p:sp>
      <p:sp>
        <p:nvSpPr>
          <p:cNvPr id="90" name="Google Shape;90;p38"/>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38"/>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3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3" name="Shape 93"/>
        <p:cNvGrpSpPr/>
        <p:nvPr/>
      </p:nvGrpSpPr>
      <p:grpSpPr>
        <a:xfrm>
          <a:off x="0" y="0"/>
          <a:ext cx="0" cy="0"/>
          <a:chOff x="0" y="0"/>
          <a:chExt cx="0" cy="0"/>
        </a:xfrm>
      </p:grpSpPr>
      <p:sp>
        <p:nvSpPr>
          <p:cNvPr id="94" name="Google Shape;94;p3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5" name="Google Shape;95;p39"/>
          <p:cNvSpPr txBox="1"/>
          <p:nvPr>
            <p:ph idx="1" type="body"/>
          </p:nvPr>
        </p:nvSpPr>
        <p:spPr>
          <a:xfrm rot="5400000">
            <a:off x="2057400" y="-228600"/>
            <a:ext cx="5105400" cy="845820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96" name="Google Shape;96;p39"/>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7" name="Google Shape;97;p39"/>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3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9" name="Shape 99"/>
        <p:cNvGrpSpPr/>
        <p:nvPr/>
      </p:nvGrpSpPr>
      <p:grpSpPr>
        <a:xfrm>
          <a:off x="0" y="0"/>
          <a:ext cx="0" cy="0"/>
          <a:chOff x="0" y="0"/>
          <a:chExt cx="0" cy="0"/>
        </a:xfrm>
      </p:grpSpPr>
      <p:sp>
        <p:nvSpPr>
          <p:cNvPr id="100" name="Google Shape;100;p40"/>
          <p:cNvSpPr txBox="1"/>
          <p:nvPr>
            <p:ph type="title"/>
          </p:nvPr>
        </p:nvSpPr>
        <p:spPr>
          <a:xfrm rot="5400000">
            <a:off x="4619625" y="2333625"/>
            <a:ext cx="6324600" cy="211455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1" name="Google Shape;101;p40"/>
          <p:cNvSpPr txBox="1"/>
          <p:nvPr>
            <p:ph idx="1" type="body"/>
          </p:nvPr>
        </p:nvSpPr>
        <p:spPr>
          <a:xfrm rot="5400000">
            <a:off x="314325" y="295275"/>
            <a:ext cx="6324600" cy="6191250"/>
          </a:xfrm>
          <a:prstGeom prst="rect">
            <a:avLst/>
          </a:prstGeom>
          <a:noFill/>
          <a:ln>
            <a:noFill/>
          </a:ln>
        </p:spPr>
        <p:txBody>
          <a:bodyPr anchorCtr="0" anchor="t" bIns="45700" lIns="91425" spcFirstLastPara="1" rIns="91425" wrap="square" tIns="45700">
            <a:noAutofit/>
          </a:bodyPr>
          <a:lstStyle>
            <a:lvl1pPr indent="-297180" lvl="0" marL="457200" algn="l">
              <a:lnSpc>
                <a:spcPct val="80000"/>
              </a:lnSpc>
              <a:spcBef>
                <a:spcPts val="360"/>
              </a:spcBef>
              <a:spcAft>
                <a:spcPts val="0"/>
              </a:spcAft>
              <a:buSzPts val="1080"/>
              <a:buChar char="■"/>
              <a:defRPr/>
            </a:lvl1pPr>
            <a:lvl2pPr indent="-291465" lvl="1" marL="914400" algn="l">
              <a:lnSpc>
                <a:spcPct val="80000"/>
              </a:lnSpc>
              <a:spcBef>
                <a:spcPts val="360"/>
              </a:spcBef>
              <a:spcAft>
                <a:spcPts val="0"/>
              </a:spcAft>
              <a:buSzPts val="990"/>
              <a:buChar char="■"/>
              <a:defRPr/>
            </a:lvl2pPr>
            <a:lvl3pPr indent="-285750" lvl="2" marL="1371600" algn="l">
              <a:lnSpc>
                <a:spcPct val="80000"/>
              </a:lnSpc>
              <a:spcBef>
                <a:spcPts val="360"/>
              </a:spcBef>
              <a:spcAft>
                <a:spcPts val="0"/>
              </a:spcAft>
              <a:buSzPts val="900"/>
              <a:buChar char="■"/>
              <a:defRPr/>
            </a:lvl3pPr>
            <a:lvl4pPr indent="-291464" lvl="3" marL="1828800" algn="l">
              <a:lnSpc>
                <a:spcPct val="80000"/>
              </a:lnSpc>
              <a:spcBef>
                <a:spcPts val="360"/>
              </a:spcBef>
              <a:spcAft>
                <a:spcPts val="0"/>
              </a:spcAft>
              <a:buSzPts val="990"/>
              <a:buChar char="■"/>
              <a:defRPr/>
            </a:lvl4pPr>
            <a:lvl5pPr indent="-285750" lvl="4" marL="2286000" algn="l">
              <a:lnSpc>
                <a:spcPct val="80000"/>
              </a:lnSpc>
              <a:spcBef>
                <a:spcPts val="360"/>
              </a:spcBef>
              <a:spcAft>
                <a:spcPts val="0"/>
              </a:spcAft>
              <a:buSzPts val="900"/>
              <a:buChar char="■"/>
              <a:defRPr/>
            </a:lvl5pPr>
            <a:lvl6pPr indent="-285750" lvl="5" marL="2743200" algn="l">
              <a:lnSpc>
                <a:spcPct val="80000"/>
              </a:lnSpc>
              <a:spcBef>
                <a:spcPts val="360"/>
              </a:spcBef>
              <a:spcAft>
                <a:spcPts val="0"/>
              </a:spcAft>
              <a:buSzPts val="900"/>
              <a:buChar char="■"/>
              <a:defRPr/>
            </a:lvl6pPr>
            <a:lvl7pPr indent="-285750" lvl="6" marL="3200400" algn="l">
              <a:lnSpc>
                <a:spcPct val="80000"/>
              </a:lnSpc>
              <a:spcBef>
                <a:spcPts val="360"/>
              </a:spcBef>
              <a:spcAft>
                <a:spcPts val="0"/>
              </a:spcAft>
              <a:buSzPts val="900"/>
              <a:buChar char="■"/>
              <a:defRPr/>
            </a:lvl7pPr>
            <a:lvl8pPr indent="-285750" lvl="7" marL="3657600" algn="l">
              <a:lnSpc>
                <a:spcPct val="80000"/>
              </a:lnSpc>
              <a:spcBef>
                <a:spcPts val="360"/>
              </a:spcBef>
              <a:spcAft>
                <a:spcPts val="0"/>
              </a:spcAft>
              <a:buSzPts val="900"/>
              <a:buChar char="■"/>
              <a:defRPr/>
            </a:lvl8pPr>
            <a:lvl9pPr indent="-285750" lvl="8" marL="4114800" algn="l">
              <a:lnSpc>
                <a:spcPct val="80000"/>
              </a:lnSpc>
              <a:spcBef>
                <a:spcPts val="360"/>
              </a:spcBef>
              <a:spcAft>
                <a:spcPts val="0"/>
              </a:spcAft>
              <a:buSzPts val="900"/>
              <a:buChar char="■"/>
              <a:defRPr/>
            </a:lvl9pPr>
          </a:lstStyle>
          <a:p/>
        </p:txBody>
      </p:sp>
      <p:sp>
        <p:nvSpPr>
          <p:cNvPr id="102" name="Google Shape;102;p40"/>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40"/>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4" name="Google Shape;104;p4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algn="r">
              <a:spcBef>
                <a:spcPts val="0"/>
              </a:spcBef>
              <a:spcAft>
                <a:spcPts val="0"/>
              </a:spcAft>
              <a:buNone/>
              <a:defRPr sz="1400">
                <a:solidFill>
                  <a:schemeClr val="dk1"/>
                </a:solidFill>
                <a:latin typeface="Tahoma"/>
                <a:ea typeface="Tahoma"/>
                <a:cs typeface="Tahoma"/>
                <a:sym typeface="Tahoma"/>
              </a:defRPr>
            </a:lvl1pPr>
            <a:lvl2pPr indent="0" lvl="1" marL="0" marR="0" algn="r">
              <a:spcBef>
                <a:spcPts val="0"/>
              </a:spcBef>
              <a:spcAft>
                <a:spcPts val="0"/>
              </a:spcAft>
              <a:buNone/>
              <a:defRPr sz="1400">
                <a:solidFill>
                  <a:schemeClr val="dk1"/>
                </a:solidFill>
                <a:latin typeface="Tahoma"/>
                <a:ea typeface="Tahoma"/>
                <a:cs typeface="Tahoma"/>
                <a:sym typeface="Tahoma"/>
              </a:defRPr>
            </a:lvl2pPr>
            <a:lvl3pPr indent="0" lvl="2" marL="0" marR="0" algn="r">
              <a:spcBef>
                <a:spcPts val="0"/>
              </a:spcBef>
              <a:spcAft>
                <a:spcPts val="0"/>
              </a:spcAft>
              <a:buNone/>
              <a:defRPr sz="1400">
                <a:solidFill>
                  <a:schemeClr val="dk1"/>
                </a:solidFill>
                <a:latin typeface="Tahoma"/>
                <a:ea typeface="Tahoma"/>
                <a:cs typeface="Tahoma"/>
                <a:sym typeface="Tahoma"/>
              </a:defRPr>
            </a:lvl3pPr>
            <a:lvl4pPr indent="0" lvl="3" marL="0" marR="0" algn="r">
              <a:spcBef>
                <a:spcPts val="0"/>
              </a:spcBef>
              <a:spcAft>
                <a:spcPts val="0"/>
              </a:spcAft>
              <a:buNone/>
              <a:defRPr sz="1400">
                <a:solidFill>
                  <a:schemeClr val="dk1"/>
                </a:solidFill>
                <a:latin typeface="Tahoma"/>
                <a:ea typeface="Tahoma"/>
                <a:cs typeface="Tahoma"/>
                <a:sym typeface="Tahoma"/>
              </a:defRPr>
            </a:lvl4pPr>
            <a:lvl5pPr indent="0" lvl="4" marL="0" marR="0" algn="r">
              <a:spcBef>
                <a:spcPts val="0"/>
              </a:spcBef>
              <a:spcAft>
                <a:spcPts val="0"/>
              </a:spcAft>
              <a:buNone/>
              <a:defRPr sz="1400">
                <a:solidFill>
                  <a:schemeClr val="dk1"/>
                </a:solidFill>
                <a:latin typeface="Tahoma"/>
                <a:ea typeface="Tahoma"/>
                <a:cs typeface="Tahoma"/>
                <a:sym typeface="Tahoma"/>
              </a:defRPr>
            </a:lvl5pPr>
            <a:lvl6pPr indent="0" lvl="5" marL="0" marR="0" algn="r">
              <a:spcBef>
                <a:spcPts val="0"/>
              </a:spcBef>
              <a:spcAft>
                <a:spcPts val="0"/>
              </a:spcAft>
              <a:buNone/>
              <a:defRPr sz="1400">
                <a:solidFill>
                  <a:schemeClr val="dk1"/>
                </a:solidFill>
                <a:latin typeface="Tahoma"/>
                <a:ea typeface="Tahoma"/>
                <a:cs typeface="Tahoma"/>
                <a:sym typeface="Tahoma"/>
              </a:defRPr>
            </a:lvl6pPr>
            <a:lvl7pPr indent="0" lvl="6" marL="0" marR="0" algn="r">
              <a:spcBef>
                <a:spcPts val="0"/>
              </a:spcBef>
              <a:spcAft>
                <a:spcPts val="0"/>
              </a:spcAft>
              <a:buNone/>
              <a:defRPr sz="1400">
                <a:solidFill>
                  <a:schemeClr val="dk1"/>
                </a:solidFill>
                <a:latin typeface="Tahoma"/>
                <a:ea typeface="Tahoma"/>
                <a:cs typeface="Tahoma"/>
                <a:sym typeface="Tahoma"/>
              </a:defRPr>
            </a:lvl7pPr>
            <a:lvl8pPr indent="0" lvl="7" marL="0" marR="0" algn="r">
              <a:spcBef>
                <a:spcPts val="0"/>
              </a:spcBef>
              <a:spcAft>
                <a:spcPts val="0"/>
              </a:spcAft>
              <a:buNone/>
              <a:defRPr sz="1400">
                <a:solidFill>
                  <a:schemeClr val="dk1"/>
                </a:solidFill>
                <a:latin typeface="Tahoma"/>
                <a:ea typeface="Tahoma"/>
                <a:cs typeface="Tahoma"/>
                <a:sym typeface="Tahoma"/>
              </a:defRPr>
            </a:lvl8pPr>
            <a:lvl9pPr indent="0" lvl="8" marL="0" marR="0" algn="r">
              <a:spcBef>
                <a:spcPts val="0"/>
              </a:spcBef>
              <a:spcAft>
                <a:spcPts val="0"/>
              </a:spcAft>
              <a:buNone/>
              <a:defRPr sz="1400">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8.xml"/><Relationship Id="rId10" Type="http://schemas.openxmlformats.org/officeDocument/2006/relationships/slideLayout" Target="../slideLayouts/slideLayout7.xml"/><Relationship Id="rId13" Type="http://schemas.openxmlformats.org/officeDocument/2006/relationships/slideLayout" Target="../slideLayouts/slideLayout10.xml"/><Relationship Id="rId12" Type="http://schemas.openxmlformats.org/officeDocument/2006/relationships/slideLayout" Target="../slideLayouts/slideLayout9.xml"/><Relationship Id="rId1" Type="http://schemas.openxmlformats.org/officeDocument/2006/relationships/oleObject" Target="../embeddings/oleObject1.bin"/><Relationship Id="rId2" Type="http://schemas.openxmlformats.org/officeDocument/2006/relationships/oleObject" Target="../embeddings/oleObject1.bin"/><Relationship Id="rId3" Type="http://schemas.openxmlformats.org/officeDocument/2006/relationships/image" Target="../media/image1.png"/><Relationship Id="rId4" Type="http://schemas.openxmlformats.org/officeDocument/2006/relationships/slideLayout" Target="../slideLayouts/slideLayout1.xml"/><Relationship Id="rId9" Type="http://schemas.openxmlformats.org/officeDocument/2006/relationships/slideLayout" Target="../slideLayouts/slideLayout6.xml"/><Relationship Id="rId15" Type="http://schemas.openxmlformats.org/officeDocument/2006/relationships/slideLayout" Target="../slideLayouts/slideLayout12.xml"/><Relationship Id="rId14" Type="http://schemas.openxmlformats.org/officeDocument/2006/relationships/slideLayout" Target="../slideLayouts/slideLayout11.xml"/><Relationship Id="rId17" Type="http://schemas.openxmlformats.org/officeDocument/2006/relationships/vmlDrawing" Target="../drawings/vmlDrawing1.vml"/><Relationship Id="rId16" Type="http://schemas.openxmlformats.org/officeDocument/2006/relationships/theme" Target="../theme/theme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1pPr>
            <a:lvl2pPr lvl="1"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2pPr>
            <a:lvl3pPr lvl="2"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3pPr>
            <a:lvl4pPr lvl="3"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4pPr>
            <a:lvl5pPr lvl="4"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5pPr>
            <a:lvl6pPr lvl="5"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6pPr>
            <a:lvl7pPr lvl="6"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7pPr>
            <a:lvl8pPr lvl="7"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8pPr>
            <a:lvl9pPr lvl="8" marR="0" rtl="0" algn="ctr">
              <a:spcBef>
                <a:spcPts val="0"/>
              </a:spcBef>
              <a:spcAft>
                <a:spcPts val="0"/>
              </a:spcAft>
              <a:buSzPts val="1400"/>
              <a:buNone/>
              <a:defRPr b="0" i="0" sz="4000" u="none" cap="none" strike="noStrike">
                <a:solidFill>
                  <a:schemeClr val="dk2"/>
                </a:solidFill>
                <a:latin typeface="Tahoma"/>
                <a:ea typeface="Tahoma"/>
                <a:cs typeface="Tahoma"/>
                <a:sym typeface="Tahoma"/>
              </a:defRPr>
            </a:lvl9pPr>
          </a:lstStyle>
          <a:p/>
        </p:txBody>
      </p:sp>
      <p:sp>
        <p:nvSpPr>
          <p:cNvPr id="11" name="Google Shape;11;p2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lvl1pPr indent="-335280" lvl="0" marL="457200" marR="0" rtl="0" algn="l">
              <a:lnSpc>
                <a:spcPct val="80000"/>
              </a:lnSpc>
              <a:spcBef>
                <a:spcPts val="560"/>
              </a:spcBef>
              <a:spcAft>
                <a:spcPts val="0"/>
              </a:spcAft>
              <a:buClr>
                <a:schemeClr val="folHlink"/>
              </a:buClr>
              <a:buSzPts val="1680"/>
              <a:buFont typeface="Noto Sans Symbols"/>
              <a:buChar char="■"/>
              <a:defRPr b="0" i="0" sz="2800" u="none" cap="none" strike="noStrike">
                <a:solidFill>
                  <a:schemeClr val="dk1"/>
                </a:solidFill>
                <a:latin typeface="Tahoma"/>
                <a:ea typeface="Tahoma"/>
                <a:cs typeface="Tahoma"/>
                <a:sym typeface="Tahoma"/>
              </a:defRPr>
            </a:lvl1pPr>
            <a:lvl2pPr indent="-312419" lvl="1" marL="914400" marR="0" rtl="0" algn="l">
              <a:lnSpc>
                <a:spcPct val="80000"/>
              </a:lnSpc>
              <a:spcBef>
                <a:spcPts val="480"/>
              </a:spcBef>
              <a:spcAft>
                <a:spcPts val="0"/>
              </a:spcAft>
              <a:buClr>
                <a:schemeClr val="hlink"/>
              </a:buClr>
              <a:buSzPts val="1320"/>
              <a:buFont typeface="Noto Sans Symbols"/>
              <a:buChar char="■"/>
              <a:defRPr b="0" i="0" sz="2400" u="none" cap="none" strike="noStrike">
                <a:solidFill>
                  <a:schemeClr val="dk1"/>
                </a:solidFill>
                <a:latin typeface="Tahoma"/>
                <a:ea typeface="Tahoma"/>
                <a:cs typeface="Tahoma"/>
                <a:sym typeface="Tahoma"/>
              </a:defRPr>
            </a:lvl2pPr>
            <a:lvl3pPr indent="-304800" lvl="2" marL="1371600" marR="0" rtl="0" algn="l">
              <a:lnSpc>
                <a:spcPct val="80000"/>
              </a:lnSpc>
              <a:spcBef>
                <a:spcPts val="480"/>
              </a:spcBef>
              <a:spcAft>
                <a:spcPts val="0"/>
              </a:spcAft>
              <a:buClr>
                <a:schemeClr val="folHlink"/>
              </a:buClr>
              <a:buSzPts val="1200"/>
              <a:buFont typeface="Noto Sans Symbols"/>
              <a:buChar char="■"/>
              <a:defRPr b="0" i="0" sz="2400" u="none" cap="none" strike="noStrike">
                <a:solidFill>
                  <a:schemeClr val="dk1"/>
                </a:solidFill>
                <a:latin typeface="Tahoma"/>
                <a:ea typeface="Tahoma"/>
                <a:cs typeface="Tahoma"/>
                <a:sym typeface="Tahoma"/>
              </a:defRPr>
            </a:lvl3pPr>
            <a:lvl4pPr indent="-298450" lvl="3" marL="1828800" marR="0" rtl="0" algn="l">
              <a:lnSpc>
                <a:spcPct val="80000"/>
              </a:lnSpc>
              <a:spcBef>
                <a:spcPts val="400"/>
              </a:spcBef>
              <a:spcAft>
                <a:spcPts val="0"/>
              </a:spcAft>
              <a:buClr>
                <a:schemeClr val="accent2"/>
              </a:buClr>
              <a:buSzPts val="1100"/>
              <a:buFont typeface="Noto Sans Symbols"/>
              <a:buChar char="■"/>
              <a:defRPr b="0" i="0" sz="2000" u="none" cap="none" strike="noStrike">
                <a:solidFill>
                  <a:schemeClr val="dk1"/>
                </a:solidFill>
                <a:latin typeface="Tahoma"/>
                <a:ea typeface="Tahoma"/>
                <a:cs typeface="Tahoma"/>
                <a:sym typeface="Tahoma"/>
              </a:defRPr>
            </a:lvl4pPr>
            <a:lvl5pPr indent="-292100" lvl="4" marL="22860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5pPr>
            <a:lvl6pPr indent="-292100" lvl="5" marL="27432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6pPr>
            <a:lvl7pPr indent="-292100" lvl="6" marL="32004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7pPr>
            <a:lvl8pPr indent="-292100" lvl="7" marL="36576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8pPr>
            <a:lvl9pPr indent="-292100" lvl="8" marL="4114800" marR="0" rtl="0" algn="l">
              <a:lnSpc>
                <a:spcPct val="80000"/>
              </a:lnSpc>
              <a:spcBef>
                <a:spcPts val="400"/>
              </a:spcBef>
              <a:spcAft>
                <a:spcPts val="0"/>
              </a:spcAft>
              <a:buClr>
                <a:schemeClr val="accent1"/>
              </a:buClr>
              <a:buSzPts val="1000"/>
              <a:buFont typeface="Noto Sans Symbols"/>
              <a:buChar char="■"/>
              <a:defRPr b="0" i="0" sz="2000" u="none" cap="none" strike="noStrike">
                <a:solidFill>
                  <a:schemeClr val="dk1"/>
                </a:solidFill>
                <a:latin typeface="Tahoma"/>
                <a:ea typeface="Tahoma"/>
                <a:cs typeface="Tahoma"/>
                <a:sym typeface="Tahoma"/>
              </a:defRPr>
            </a:lvl9pPr>
          </a:lstStyle>
          <a:p/>
        </p:txBody>
      </p:sp>
      <p:sp>
        <p:nvSpPr>
          <p:cNvPr id="12" name="Google Shape;12;p28"/>
          <p:cNvSpPr txBox="1"/>
          <p:nvPr>
            <p:ph idx="10" type="dt"/>
          </p:nvPr>
        </p:nvSpPr>
        <p:spPr>
          <a:xfrm>
            <a:off x="0" y="6400800"/>
            <a:ext cx="19050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13" name="Google Shape;13;p28"/>
          <p:cNvSpPr txBox="1"/>
          <p:nvPr>
            <p:ph idx="11" type="ftr"/>
          </p:nvPr>
        </p:nvSpPr>
        <p:spPr>
          <a:xfrm>
            <a:off x="3276600" y="6477000"/>
            <a:ext cx="2895600" cy="381000"/>
          </a:xfrm>
          <a:prstGeom prst="rect">
            <a:avLst/>
          </a:prstGeom>
          <a:noFill/>
          <a:ln>
            <a:noFill/>
          </a:ln>
        </p:spPr>
        <p:txBody>
          <a:bodyPr anchorCtr="0" anchor="b"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Tahoma"/>
                <a:ea typeface="Tahoma"/>
                <a:cs typeface="Tahoma"/>
                <a:sym typeface="Tahoma"/>
              </a:defRPr>
            </a:lvl1pPr>
            <a:lvl2pPr lvl="1"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2pPr>
            <a:lvl3pPr lvl="2"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3pPr>
            <a:lvl4pPr lvl="3"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4pPr>
            <a:lvl5pPr lvl="4"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5pPr>
            <a:lvl6pPr lvl="5"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6pPr>
            <a:lvl7pPr lvl="6"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7pPr>
            <a:lvl8pPr lvl="7"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8pPr>
            <a:lvl9pPr lvl="8" marR="0" rtl="0" algn="l">
              <a:spcBef>
                <a:spcPts val="0"/>
              </a:spcBef>
              <a:spcAft>
                <a:spcPts val="0"/>
              </a:spcAft>
              <a:buSzPts val="1400"/>
              <a:buNone/>
              <a:defRPr b="0" i="0" sz="2800" u="none" cap="none" strike="noStrike">
                <a:solidFill>
                  <a:schemeClr val="dk1"/>
                </a:solidFill>
                <a:latin typeface="Tahoma"/>
                <a:ea typeface="Tahoma"/>
                <a:cs typeface="Tahoma"/>
                <a:sym typeface="Tahoma"/>
              </a:defRPr>
            </a:lvl9pPr>
          </a:lstStyle>
          <a:p/>
        </p:txBody>
      </p:sp>
      <p:sp>
        <p:nvSpPr>
          <p:cNvPr id="14" name="Google Shape;14;p2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Tahoma"/>
                <a:ea typeface="Tahoma"/>
                <a:cs typeface="Tahoma"/>
                <a:sym typeface="Tahoma"/>
              </a:defRPr>
            </a:lvl1pPr>
            <a:lvl2pPr indent="0" lvl="1" marL="0" marR="0" rtl="0" algn="r">
              <a:spcBef>
                <a:spcPts val="0"/>
              </a:spcBef>
              <a:spcAft>
                <a:spcPts val="0"/>
              </a:spcAft>
              <a:buNone/>
              <a:defRPr b="0" i="0" sz="1400" u="none" cap="none" strike="noStrike">
                <a:solidFill>
                  <a:schemeClr val="dk1"/>
                </a:solidFill>
                <a:latin typeface="Tahoma"/>
                <a:ea typeface="Tahoma"/>
                <a:cs typeface="Tahoma"/>
                <a:sym typeface="Tahoma"/>
              </a:defRPr>
            </a:lvl2pPr>
            <a:lvl3pPr indent="0" lvl="2" marL="0" marR="0" rtl="0" algn="r">
              <a:spcBef>
                <a:spcPts val="0"/>
              </a:spcBef>
              <a:spcAft>
                <a:spcPts val="0"/>
              </a:spcAft>
              <a:buNone/>
              <a:defRPr b="0" i="0" sz="1400" u="none" cap="none" strike="noStrike">
                <a:solidFill>
                  <a:schemeClr val="dk1"/>
                </a:solidFill>
                <a:latin typeface="Tahoma"/>
                <a:ea typeface="Tahoma"/>
                <a:cs typeface="Tahoma"/>
                <a:sym typeface="Tahoma"/>
              </a:defRPr>
            </a:lvl3pPr>
            <a:lvl4pPr indent="0" lvl="3" marL="0" marR="0" rtl="0" algn="r">
              <a:spcBef>
                <a:spcPts val="0"/>
              </a:spcBef>
              <a:spcAft>
                <a:spcPts val="0"/>
              </a:spcAft>
              <a:buNone/>
              <a:defRPr b="0" i="0" sz="1400" u="none" cap="none" strike="noStrike">
                <a:solidFill>
                  <a:schemeClr val="dk1"/>
                </a:solidFill>
                <a:latin typeface="Tahoma"/>
                <a:ea typeface="Tahoma"/>
                <a:cs typeface="Tahoma"/>
                <a:sym typeface="Tahoma"/>
              </a:defRPr>
            </a:lvl4pPr>
            <a:lvl5pPr indent="0" lvl="4" marL="0" marR="0" rtl="0" algn="r">
              <a:spcBef>
                <a:spcPts val="0"/>
              </a:spcBef>
              <a:spcAft>
                <a:spcPts val="0"/>
              </a:spcAft>
              <a:buNone/>
              <a:defRPr b="0" i="0" sz="1400" u="none" cap="none" strike="noStrike">
                <a:solidFill>
                  <a:schemeClr val="dk1"/>
                </a:solidFill>
                <a:latin typeface="Tahoma"/>
                <a:ea typeface="Tahoma"/>
                <a:cs typeface="Tahoma"/>
                <a:sym typeface="Tahoma"/>
              </a:defRPr>
            </a:lvl5pPr>
            <a:lvl6pPr indent="0" lvl="5" marL="0" marR="0" rtl="0" algn="r">
              <a:spcBef>
                <a:spcPts val="0"/>
              </a:spcBef>
              <a:spcAft>
                <a:spcPts val="0"/>
              </a:spcAft>
              <a:buNone/>
              <a:defRPr b="0" i="0" sz="1400" u="none" cap="none" strike="noStrike">
                <a:solidFill>
                  <a:schemeClr val="dk1"/>
                </a:solidFill>
                <a:latin typeface="Tahoma"/>
                <a:ea typeface="Tahoma"/>
                <a:cs typeface="Tahoma"/>
                <a:sym typeface="Tahoma"/>
              </a:defRPr>
            </a:lvl6pPr>
            <a:lvl7pPr indent="0" lvl="6" marL="0" marR="0" rtl="0" algn="r">
              <a:spcBef>
                <a:spcPts val="0"/>
              </a:spcBef>
              <a:spcAft>
                <a:spcPts val="0"/>
              </a:spcAft>
              <a:buNone/>
              <a:defRPr b="0" i="0" sz="1400" u="none" cap="none" strike="noStrike">
                <a:solidFill>
                  <a:schemeClr val="dk1"/>
                </a:solidFill>
                <a:latin typeface="Tahoma"/>
                <a:ea typeface="Tahoma"/>
                <a:cs typeface="Tahoma"/>
                <a:sym typeface="Tahoma"/>
              </a:defRPr>
            </a:lvl7pPr>
            <a:lvl8pPr indent="0" lvl="7" marL="0" marR="0" rtl="0" algn="r">
              <a:spcBef>
                <a:spcPts val="0"/>
              </a:spcBef>
              <a:spcAft>
                <a:spcPts val="0"/>
              </a:spcAft>
              <a:buNone/>
              <a:defRPr b="0" i="0" sz="1400" u="none" cap="none" strike="noStrike">
                <a:solidFill>
                  <a:schemeClr val="dk1"/>
                </a:solidFill>
                <a:latin typeface="Tahoma"/>
                <a:ea typeface="Tahoma"/>
                <a:cs typeface="Tahoma"/>
                <a:sym typeface="Tahoma"/>
              </a:defRPr>
            </a:lvl8pPr>
            <a:lvl9pPr indent="0" lvl="8" marL="0" marR="0" rtl="0" algn="r">
              <a:spcBef>
                <a:spcPts val="0"/>
              </a:spcBef>
              <a:spcAft>
                <a:spcPts val="0"/>
              </a:spcAft>
              <a:buNone/>
              <a:defRPr b="0" i="0" sz="1400" u="none" cap="none" strike="noStrike">
                <a:solidFill>
                  <a:schemeClr val="dk1"/>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graphicFrame>
        <p:nvGraphicFramePr>
          <p:cNvPr id="15" name="Google Shape;15;p28"/>
          <p:cNvGraphicFramePr/>
          <p:nvPr/>
        </p:nvGraphicFramePr>
        <p:xfrm>
          <a:off x="381000" y="1143000"/>
          <a:ext cx="8382000" cy="76200"/>
        </p:xfrm>
        <a:graphic>
          <a:graphicData uri="http://schemas.openxmlformats.org/presentationml/2006/ole">
            <mc:AlternateContent>
              <mc:Choice Requires="v">
                <p:oleObj r:id="rId1" imgH="76200" imgW="8382000" progId="" spid="_x0000_s1">
                  <p:embed/>
                </p:oleObj>
              </mc:Choice>
              <mc:Fallback>
                <p:oleObj r:id="rId2" imgH="76200" imgW="8382000" progId="">
                  <p:embed/>
                  <p:pic>
                    <p:nvPicPr>
                      <p:cNvPr id="15" name="Google Shape;15;p28"/>
                      <p:cNvPicPr preferRelativeResize="0"/>
                      <p:nvPr/>
                    </p:nvPicPr>
                    <p:blipFill rotWithShape="1">
                      <a:blip r:embed="rId3">
                        <a:alphaModFix/>
                      </a:blip>
                      <a:srcRect b="0" l="0" r="0" t="0"/>
                      <a:stretch/>
                    </p:blipFill>
                    <p:spPr>
                      <a:xfrm>
                        <a:off x="381000" y="1143000"/>
                        <a:ext cx="8382000" cy="76200"/>
                      </a:xfrm>
                      <a:prstGeom prst="rect">
                        <a:avLst/>
                      </a:prstGeom>
                      <a:noFill/>
                      <a:ln>
                        <a:noFill/>
                      </a:ln>
                    </p:spPr>
                  </p:pic>
                </p:oleObj>
              </mc:Fallback>
            </mc:AlternateContent>
          </a:graphicData>
        </a:graphic>
      </p:graphicFrame>
    </p:spTree>
  </p:cSld>
  <p:clrMap accent1="accent1" accent2="accent2" accent3="accent3" accent4="accent4" accent5="accent5" accent6="accent6" bg1="lt1" bg2="dk2" tx1="dk1" tx2="lt2" folHlink="folHlink" hlink="hlink"/>
  <p:sldLayoutIdLst>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 id="2147483660" r:id="rId15"/>
  </p:sldLayoutIdLst>
  <p:transition>
    <p:zoom dir="out"/>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pic>
        <p:nvPicPr>
          <p:cNvPr descr="elearning-graphic[1]" id="110" name="Google Shape;110;p1"/>
          <p:cNvPicPr preferRelativeResize="0"/>
          <p:nvPr/>
        </p:nvPicPr>
        <p:blipFill rotWithShape="1">
          <a:blip r:embed="rId3">
            <a:alphaModFix/>
          </a:blip>
          <a:srcRect b="0" l="0" r="0" t="0"/>
          <a:stretch/>
        </p:blipFill>
        <p:spPr>
          <a:xfrm>
            <a:off x="838200" y="3581400"/>
            <a:ext cx="2819400" cy="2778125"/>
          </a:xfrm>
          <a:prstGeom prst="rect">
            <a:avLst/>
          </a:prstGeom>
          <a:noFill/>
          <a:ln>
            <a:noFill/>
          </a:ln>
        </p:spPr>
      </p:pic>
      <p:sp>
        <p:nvSpPr>
          <p:cNvPr id="111" name="Google Shape;111;p1"/>
          <p:cNvSpPr txBox="1"/>
          <p:nvPr>
            <p:ph type="ctrTitle"/>
          </p:nvPr>
        </p:nvSpPr>
        <p:spPr>
          <a:xfrm>
            <a:off x="990600" y="1828800"/>
            <a:ext cx="7772400" cy="1143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solidFill>
                  <a:srgbClr val="000099"/>
                </a:solidFill>
                <a:latin typeface="Times New Roman"/>
                <a:ea typeface="Times New Roman"/>
                <a:cs typeface="Times New Roman"/>
                <a:sym typeface="Times New Roman"/>
              </a:rPr>
              <a:t>BÀI GIẢNG</a:t>
            </a:r>
            <a:r>
              <a:rPr b="1" lang="en-US" sz="3200">
                <a:solidFill>
                  <a:srgbClr val="000099"/>
                </a:solidFill>
                <a:latin typeface="Times New Roman"/>
                <a:ea typeface="Times New Roman"/>
                <a:cs typeface="Times New Roman"/>
                <a:sym typeface="Times New Roman"/>
              </a:rPr>
              <a:t> </a:t>
            </a:r>
            <a:br>
              <a:rPr b="1" lang="en-US" sz="3200">
                <a:solidFill>
                  <a:srgbClr val="000099"/>
                </a:solidFill>
                <a:latin typeface="Times New Roman"/>
                <a:ea typeface="Times New Roman"/>
                <a:cs typeface="Times New Roman"/>
                <a:sym typeface="Times New Roman"/>
              </a:rPr>
            </a:br>
            <a:br>
              <a:rPr b="1" lang="en-US" sz="3200">
                <a:solidFill>
                  <a:srgbClr val="000099"/>
                </a:solidFill>
                <a:latin typeface="Times New Roman"/>
                <a:ea typeface="Times New Roman"/>
                <a:cs typeface="Times New Roman"/>
                <a:sym typeface="Times New Roman"/>
              </a:rPr>
            </a:br>
            <a:r>
              <a:rPr b="1" lang="en-US">
                <a:solidFill>
                  <a:srgbClr val="000099"/>
                </a:solidFill>
                <a:latin typeface="Times New Roman"/>
                <a:ea typeface="Times New Roman"/>
                <a:cs typeface="Times New Roman"/>
                <a:sym typeface="Times New Roman"/>
              </a:rPr>
              <a:t>QUẢN TRỊ DỰ ÁN </a:t>
            </a:r>
            <a:br>
              <a:rPr b="1" lang="en-US">
                <a:solidFill>
                  <a:srgbClr val="000099"/>
                </a:solidFill>
                <a:latin typeface="Times New Roman"/>
                <a:ea typeface="Times New Roman"/>
                <a:cs typeface="Times New Roman"/>
                <a:sym typeface="Times New Roman"/>
              </a:rPr>
            </a:br>
            <a:r>
              <a:rPr b="1" lang="en-US">
                <a:solidFill>
                  <a:srgbClr val="000099"/>
                </a:solidFill>
                <a:latin typeface="Times New Roman"/>
                <a:ea typeface="Times New Roman"/>
                <a:cs typeface="Times New Roman"/>
                <a:sym typeface="Times New Roman"/>
              </a:rPr>
              <a:t>CÔNG NGHỆ THÔNG TIN</a:t>
            </a:r>
            <a:endParaRPr/>
          </a:p>
        </p:txBody>
      </p:sp>
      <p:sp>
        <p:nvSpPr>
          <p:cNvPr id="112" name="Google Shape;112;p1"/>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r>
              <a:t/>
            </a:r>
            <a:endParaRPr b="0" i="0" sz="1400" u="none" cap="none" strike="noStrike">
              <a:solidFill>
                <a:schemeClr val="lt2"/>
              </a:solidFill>
              <a:latin typeface="Tahoma"/>
              <a:ea typeface="Tahoma"/>
              <a:cs typeface="Tahoma"/>
              <a:sym typeface="Tahoma"/>
            </a:endParaRPr>
          </a:p>
        </p:txBody>
      </p:sp>
    </p:spTree>
  </p:cSld>
  <p:clrMapOvr>
    <a:masterClrMapping/>
  </p:clrMapOvr>
  <p:transition>
    <p:zoom dir="out"/>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
          <p:cNvSpPr txBox="1"/>
          <p:nvPr>
            <p:ph type="ctrTitle"/>
          </p:nvPr>
        </p:nvSpPr>
        <p:spPr>
          <a:xfrm>
            <a:off x="381000" y="609600"/>
            <a:ext cx="8534400" cy="1219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3200">
                <a:latin typeface="Arial"/>
                <a:ea typeface="Arial"/>
                <a:cs typeface="Arial"/>
                <a:sym typeface="Arial"/>
              </a:rPr>
              <a:t>Chương 7 </a:t>
            </a:r>
            <a:br>
              <a:rPr b="1" lang="en-US">
                <a:latin typeface="Arial"/>
                <a:ea typeface="Arial"/>
                <a:cs typeface="Arial"/>
                <a:sym typeface="Arial"/>
              </a:rPr>
            </a:br>
            <a:r>
              <a:rPr b="1" lang="en-US" sz="3200">
                <a:latin typeface="Arial"/>
                <a:ea typeface="Arial"/>
                <a:cs typeface="Arial"/>
                <a:sym typeface="Arial"/>
              </a:rPr>
              <a:t>QUẢN LÝ NGUỒN NHÂN LỰC CỦA DỰ ÁN</a:t>
            </a:r>
            <a:endParaRPr b="1">
              <a:latin typeface="Arial"/>
              <a:ea typeface="Arial"/>
              <a:cs typeface="Arial"/>
              <a:sym typeface="Arial"/>
            </a:endParaRPr>
          </a:p>
        </p:txBody>
      </p:sp>
      <p:grpSp>
        <p:nvGrpSpPr>
          <p:cNvPr id="119" name="Google Shape;119;p2"/>
          <p:cNvGrpSpPr/>
          <p:nvPr/>
        </p:nvGrpSpPr>
        <p:grpSpPr>
          <a:xfrm>
            <a:off x="462252" y="3356825"/>
            <a:ext cx="3728748" cy="546838"/>
            <a:chOff x="291" y="2115"/>
            <a:chExt cx="2349" cy="344"/>
          </a:xfrm>
        </p:grpSpPr>
        <p:cxnSp>
          <p:nvCxnSpPr>
            <p:cNvPr id="120" name="Google Shape;120;p2"/>
            <p:cNvCxnSpPr/>
            <p:nvPr/>
          </p:nvCxnSpPr>
          <p:spPr>
            <a:xfrm>
              <a:off x="474" y="2434"/>
              <a:ext cx="2166" cy="0"/>
            </a:xfrm>
            <a:prstGeom prst="straightConnector1">
              <a:avLst/>
            </a:prstGeom>
            <a:noFill/>
            <a:ln cap="flat" cmpd="sng" w="25400">
              <a:solidFill>
                <a:srgbClr val="969696"/>
              </a:solidFill>
              <a:prstDash val="dot"/>
              <a:round/>
              <a:headEnd len="med" w="med" type="none"/>
              <a:tailEnd len="med" w="med" type="oval"/>
            </a:ln>
          </p:spPr>
        </p:cxnSp>
        <p:sp>
          <p:nvSpPr>
            <p:cNvPr id="121" name="Google Shape;121;p2"/>
            <p:cNvSpPr/>
            <p:nvPr/>
          </p:nvSpPr>
          <p:spPr>
            <a:xfrm rot="3419336">
              <a:off x="336" y="2160"/>
              <a:ext cx="236" cy="235"/>
            </a:xfrm>
            <a:prstGeom prst="rect">
              <a:avLst/>
            </a:prstGeom>
            <a:gradFill>
              <a:gsLst>
                <a:gs pos="0">
                  <a:srgbClr val="99CC00"/>
                </a:gs>
                <a:gs pos="100000">
                  <a:srgbClr val="475E00"/>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22" name="Google Shape;122;p2"/>
            <p:cNvSpPr txBox="1"/>
            <p:nvPr/>
          </p:nvSpPr>
          <p:spPr>
            <a:xfrm>
              <a:off x="672" y="2160"/>
              <a:ext cx="1486"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rgbClr val="000000"/>
                  </a:solidFill>
                  <a:latin typeface="Arial"/>
                  <a:ea typeface="Arial"/>
                  <a:cs typeface="Arial"/>
                  <a:sym typeface="Arial"/>
                </a:rPr>
                <a:t>Tầm quan trọng</a:t>
              </a:r>
              <a:endParaRPr b="0" sz="2400" u="none">
                <a:solidFill>
                  <a:srgbClr val="000000"/>
                </a:solidFill>
                <a:latin typeface="Arial"/>
                <a:ea typeface="Arial"/>
                <a:cs typeface="Arial"/>
                <a:sym typeface="Arial"/>
              </a:endParaRPr>
            </a:p>
          </p:txBody>
        </p:sp>
        <p:sp>
          <p:nvSpPr>
            <p:cNvPr id="123" name="Google Shape;123;p2"/>
            <p:cNvSpPr txBox="1"/>
            <p:nvPr/>
          </p:nvSpPr>
          <p:spPr>
            <a:xfrm>
              <a:off x="341" y="2171"/>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1</a:t>
              </a:r>
              <a:endParaRPr/>
            </a:p>
          </p:txBody>
        </p:sp>
      </p:grpSp>
      <p:grpSp>
        <p:nvGrpSpPr>
          <p:cNvPr id="124" name="Google Shape;124;p2"/>
          <p:cNvGrpSpPr/>
          <p:nvPr/>
        </p:nvGrpSpPr>
        <p:grpSpPr>
          <a:xfrm>
            <a:off x="462251" y="4066437"/>
            <a:ext cx="3730338" cy="546838"/>
            <a:chOff x="291" y="2562"/>
            <a:chExt cx="2350" cy="344"/>
          </a:xfrm>
        </p:grpSpPr>
        <p:cxnSp>
          <p:nvCxnSpPr>
            <p:cNvPr id="125" name="Google Shape;125;p2"/>
            <p:cNvCxnSpPr/>
            <p:nvPr/>
          </p:nvCxnSpPr>
          <p:spPr>
            <a:xfrm>
              <a:off x="474" y="2881"/>
              <a:ext cx="2167" cy="0"/>
            </a:xfrm>
            <a:prstGeom prst="straightConnector1">
              <a:avLst/>
            </a:prstGeom>
            <a:noFill/>
            <a:ln cap="flat" cmpd="sng" w="25400">
              <a:solidFill>
                <a:srgbClr val="969696"/>
              </a:solidFill>
              <a:prstDash val="dot"/>
              <a:round/>
              <a:headEnd len="med" w="med" type="none"/>
              <a:tailEnd len="med" w="med" type="oval"/>
            </a:ln>
          </p:spPr>
        </p:cxnSp>
        <p:sp>
          <p:nvSpPr>
            <p:cNvPr id="126" name="Google Shape;126;p2"/>
            <p:cNvSpPr/>
            <p:nvPr/>
          </p:nvSpPr>
          <p:spPr>
            <a:xfrm rot="3419336">
              <a:off x="336" y="2607"/>
              <a:ext cx="236" cy="235"/>
            </a:xfrm>
            <a:prstGeom prst="rect">
              <a:avLst/>
            </a:prstGeom>
            <a:gradFill>
              <a:gsLst>
                <a:gs pos="0">
                  <a:srgbClr val="006699"/>
                </a:gs>
                <a:gs pos="100000">
                  <a:srgbClr val="002F47"/>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27" name="Google Shape;127;p2"/>
            <p:cNvSpPr txBox="1"/>
            <p:nvPr/>
          </p:nvSpPr>
          <p:spPr>
            <a:xfrm>
              <a:off x="624" y="2592"/>
              <a:ext cx="1821"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Tahoma"/>
                  <a:ea typeface="Tahoma"/>
                  <a:cs typeface="Tahoma"/>
                  <a:sym typeface="Tahoma"/>
                </a:rPr>
                <a:t> Xây dựng kế hoạch</a:t>
              </a:r>
              <a:endParaRPr b="0" sz="2400" u="none">
                <a:solidFill>
                  <a:srgbClr val="000000"/>
                </a:solidFill>
                <a:latin typeface="Arial"/>
                <a:ea typeface="Arial"/>
                <a:cs typeface="Arial"/>
                <a:sym typeface="Arial"/>
              </a:endParaRPr>
            </a:p>
          </p:txBody>
        </p:sp>
        <p:sp>
          <p:nvSpPr>
            <p:cNvPr id="128" name="Google Shape;128;p2"/>
            <p:cNvSpPr txBox="1"/>
            <p:nvPr/>
          </p:nvSpPr>
          <p:spPr>
            <a:xfrm>
              <a:off x="341" y="2618"/>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2</a:t>
              </a:r>
              <a:endParaRPr/>
            </a:p>
          </p:txBody>
        </p:sp>
      </p:grpSp>
      <p:grpSp>
        <p:nvGrpSpPr>
          <p:cNvPr id="129" name="Google Shape;129;p2"/>
          <p:cNvGrpSpPr/>
          <p:nvPr/>
        </p:nvGrpSpPr>
        <p:grpSpPr>
          <a:xfrm>
            <a:off x="462251" y="4728425"/>
            <a:ext cx="3949412" cy="546838"/>
            <a:chOff x="291" y="2994"/>
            <a:chExt cx="2488" cy="344"/>
          </a:xfrm>
        </p:grpSpPr>
        <p:cxnSp>
          <p:nvCxnSpPr>
            <p:cNvPr id="130" name="Google Shape;130;p2"/>
            <p:cNvCxnSpPr/>
            <p:nvPr/>
          </p:nvCxnSpPr>
          <p:spPr>
            <a:xfrm>
              <a:off x="474" y="3312"/>
              <a:ext cx="2166" cy="1"/>
            </a:xfrm>
            <a:prstGeom prst="straightConnector1">
              <a:avLst/>
            </a:prstGeom>
            <a:noFill/>
            <a:ln cap="flat" cmpd="sng" w="25400">
              <a:solidFill>
                <a:srgbClr val="969696"/>
              </a:solidFill>
              <a:prstDash val="dot"/>
              <a:round/>
              <a:headEnd len="med" w="med" type="none"/>
              <a:tailEnd len="med" w="med" type="oval"/>
            </a:ln>
          </p:spPr>
        </p:cxnSp>
        <p:sp>
          <p:nvSpPr>
            <p:cNvPr id="131" name="Google Shape;131;p2"/>
            <p:cNvSpPr/>
            <p:nvPr/>
          </p:nvSpPr>
          <p:spPr>
            <a:xfrm rot="3419336">
              <a:off x="336" y="3039"/>
              <a:ext cx="236" cy="235"/>
            </a:xfrm>
            <a:prstGeom prst="rect">
              <a:avLst/>
            </a:prstGeom>
            <a:gradFill>
              <a:gsLst>
                <a:gs pos="0">
                  <a:srgbClr val="FF9933"/>
                </a:gs>
                <a:gs pos="100000">
                  <a:srgbClr val="764718"/>
                </a:gs>
              </a:gsLst>
              <a:lin ang="5400000" scaled="0"/>
            </a:gra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2800">
                <a:solidFill>
                  <a:schemeClr val="dk1"/>
                </a:solidFill>
                <a:latin typeface="Tahoma"/>
                <a:ea typeface="Tahoma"/>
                <a:cs typeface="Tahoma"/>
                <a:sym typeface="Tahoma"/>
              </a:endParaRPr>
            </a:p>
          </p:txBody>
        </p:sp>
        <p:sp>
          <p:nvSpPr>
            <p:cNvPr id="132" name="Google Shape;132;p2"/>
            <p:cNvSpPr txBox="1"/>
            <p:nvPr/>
          </p:nvSpPr>
          <p:spPr>
            <a:xfrm>
              <a:off x="720" y="3039"/>
              <a:ext cx="2059" cy="2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n-US" sz="2400" u="none">
                  <a:solidFill>
                    <a:schemeClr val="dk1"/>
                  </a:solidFill>
                  <a:latin typeface="Arial"/>
                  <a:ea typeface="Arial"/>
                  <a:cs typeface="Arial"/>
                  <a:sym typeface="Arial"/>
                </a:rPr>
                <a:t>Xây dựng nhóm dự án</a:t>
              </a:r>
              <a:endParaRPr b="0" sz="2400" u="none">
                <a:solidFill>
                  <a:schemeClr val="dk1"/>
                </a:solidFill>
                <a:latin typeface="Arial"/>
                <a:ea typeface="Arial"/>
                <a:cs typeface="Arial"/>
                <a:sym typeface="Arial"/>
              </a:endParaRPr>
            </a:p>
          </p:txBody>
        </p:sp>
        <p:sp>
          <p:nvSpPr>
            <p:cNvPr id="133" name="Google Shape;133;p2"/>
            <p:cNvSpPr txBox="1"/>
            <p:nvPr/>
          </p:nvSpPr>
          <p:spPr>
            <a:xfrm>
              <a:off x="341" y="3050"/>
              <a:ext cx="223" cy="28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3</a:t>
              </a:r>
              <a:endParaRPr/>
            </a:p>
          </p:txBody>
        </p:sp>
      </p:grpSp>
      <p:sp>
        <p:nvSpPr>
          <p:cNvPr id="134" name="Google Shape;134;p2"/>
          <p:cNvSpPr/>
          <p:nvPr/>
        </p:nvSpPr>
        <p:spPr>
          <a:xfrm>
            <a:off x="1752600" y="2514600"/>
            <a:ext cx="2286000" cy="685800"/>
          </a:xfrm>
          <a:prstGeom prst="ellipse">
            <a:avLst/>
          </a:prstGeom>
          <a:solidFill>
            <a:srgbClr val="FFCC00"/>
          </a:solidFill>
          <a:ln cap="flat" cmpd="sng" w="9525">
            <a:solidFill>
              <a:srgbClr val="FFFFFF"/>
            </a:solidFill>
            <a:prstDash val="solid"/>
            <a:round/>
            <a:headEnd len="sm" w="sm" type="none"/>
            <a:tailEnd len="sm" w="sm" type="none"/>
          </a:ln>
          <a:effectLst>
            <a:outerShdw rotWithShape="0" algn="ctr" dir="2700000" dist="35921">
              <a:schemeClr val="lt2">
                <a:alpha val="49803"/>
              </a:scheme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US" sz="2400">
                <a:solidFill>
                  <a:srgbClr val="2B5481"/>
                </a:solidFill>
                <a:latin typeface="Tahoma"/>
                <a:ea typeface="Tahoma"/>
                <a:cs typeface="Tahoma"/>
                <a:sym typeface="Tahoma"/>
              </a:rPr>
              <a:t>Nội dung</a:t>
            </a:r>
            <a:endParaRPr/>
          </a:p>
        </p:txBody>
      </p:sp>
      <p:sp>
        <p:nvSpPr>
          <p:cNvPr id="135" name="Google Shape;135;p2"/>
          <p:cNvSpPr txBox="1"/>
          <p:nvPr>
            <p:ph idx="12" type="sldNum"/>
          </p:nvPr>
        </p:nvSpPr>
        <p:spPr>
          <a:xfrm>
            <a:off x="6858000" y="62484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400" u="none" cap="none" strike="noStrike">
                <a:solidFill>
                  <a:schemeClr val="lt2"/>
                </a:solidFill>
                <a:latin typeface="Tahoma"/>
                <a:ea typeface="Tahoma"/>
                <a:cs typeface="Tahoma"/>
                <a:sym typeface="Tahoma"/>
              </a:rPr>
              <a:t>‹#›</a:t>
            </a:fld>
            <a:endParaRPr b="0" i="0" sz="1400" u="none" cap="none" strike="noStrike">
              <a:solidFill>
                <a:schemeClr val="lt2"/>
              </a:solidFill>
              <a:latin typeface="Tahoma"/>
              <a:ea typeface="Tahoma"/>
              <a:cs typeface="Tahoma"/>
              <a:sym typeface="Tahoma"/>
            </a:endParaRPr>
          </a:p>
        </p:txBody>
      </p:sp>
      <p:sp>
        <p:nvSpPr>
          <p:cNvPr id="136" name="Google Shape;136;p2"/>
          <p:cNvSpPr txBox="1"/>
          <p:nvPr/>
        </p:nvSpPr>
        <p:spPr>
          <a:xfrm>
            <a:off x="550455" y="5511027"/>
            <a:ext cx="38023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4</a:t>
            </a:r>
            <a:endParaRPr/>
          </a:p>
        </p:txBody>
      </p:sp>
      <p:sp>
        <p:nvSpPr>
          <p:cNvPr id="137" name="Google Shape;137;p2"/>
          <p:cNvSpPr txBox="1"/>
          <p:nvPr/>
        </p:nvSpPr>
        <p:spPr>
          <a:xfrm>
            <a:off x="585415" y="6084023"/>
            <a:ext cx="380232"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400" u="none">
                <a:solidFill>
                  <a:srgbClr val="FFFFFF"/>
                </a:solidFill>
                <a:latin typeface="Tahoma"/>
                <a:ea typeface="Tahoma"/>
                <a:cs typeface="Tahoma"/>
                <a:sym typeface="Tahoma"/>
              </a:rPr>
              <a:t>5</a:t>
            </a:r>
            <a:endParaRPr/>
          </a:p>
        </p:txBody>
      </p:sp>
    </p:spTree>
  </p:cSld>
  <p:clrMapOvr>
    <a:masterClrMapping/>
  </p:clrMapOvr>
  <p:transition>
    <p:zoom dir="out"/>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3"/>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1. TẦM QUAN TRỌNG </a:t>
            </a:r>
            <a:endParaRPr/>
          </a:p>
        </p:txBody>
      </p:sp>
      <p:sp>
        <p:nvSpPr>
          <p:cNvPr id="143" name="Google Shape;143;p3"/>
          <p:cNvSpPr txBox="1"/>
          <p:nvPr>
            <p:ph idx="1" type="body"/>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rtl="0" algn="l">
              <a:lnSpc>
                <a:spcPct val="150000"/>
              </a:lnSpc>
              <a:spcBef>
                <a:spcPts val="0"/>
              </a:spcBef>
              <a:spcAft>
                <a:spcPts val="0"/>
              </a:spcAft>
              <a:buSzPts val="1440"/>
              <a:buChar char="■"/>
            </a:pPr>
            <a:r>
              <a:rPr lang="en-US" sz="2400"/>
              <a:t>Con người quyết định sự thành công hay thất bại của tổ chức hay dự án.</a:t>
            </a:r>
            <a:endParaRPr/>
          </a:p>
          <a:p>
            <a:pPr indent="-342900" lvl="0" marL="342900" rtl="0" algn="l">
              <a:lnSpc>
                <a:spcPct val="150000"/>
              </a:lnSpc>
              <a:spcBef>
                <a:spcPts val="0"/>
              </a:spcBef>
              <a:spcAft>
                <a:spcPts val="0"/>
              </a:spcAft>
              <a:buSzPts val="1440"/>
              <a:buChar char="■"/>
            </a:pPr>
            <a:r>
              <a:rPr lang="en-US" sz="2400"/>
              <a:t>Các con số thống kê gần đây về nhu cầu lực lượng lao động làm việc trong lĩnh vực phát triển và ứng dụng CNTT tăng nhanh, ví dụ:</a:t>
            </a:r>
            <a:endParaRPr/>
          </a:p>
          <a:p>
            <a:pPr indent="0" lvl="0" marL="0" rtl="0" algn="l">
              <a:lnSpc>
                <a:spcPct val="150000"/>
              </a:lnSpc>
              <a:spcBef>
                <a:spcPts val="0"/>
              </a:spcBef>
              <a:spcAft>
                <a:spcPts val="0"/>
              </a:spcAft>
              <a:buSzPts val="1440"/>
              <a:buNone/>
            </a:pPr>
            <a:r>
              <a:t/>
            </a:r>
            <a:endParaRPr sz="2400"/>
          </a:p>
        </p:txBody>
      </p:sp>
      <p:pic>
        <p:nvPicPr>
          <p:cNvPr descr="j0283618" id="144" name="Google Shape;144;p3"/>
          <p:cNvPicPr preferRelativeResize="0"/>
          <p:nvPr/>
        </p:nvPicPr>
        <p:blipFill rotWithShape="1">
          <a:blip r:embed="rId3">
            <a:alphaModFix/>
          </a:blip>
          <a:srcRect b="0" l="0" r="0" t="0"/>
          <a:stretch/>
        </p:blipFill>
        <p:spPr>
          <a:xfrm>
            <a:off x="7831138" y="5486400"/>
            <a:ext cx="1312862" cy="1371600"/>
          </a:xfrm>
          <a:prstGeom prst="rect">
            <a:avLst/>
          </a:prstGeom>
          <a:noFill/>
          <a:ln>
            <a:noFill/>
          </a:ln>
        </p:spPr>
      </p:pic>
      <p:sp>
        <p:nvSpPr>
          <p:cNvPr id="145" name="Google Shape;145;p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146" name="Google Shape;146;p3"/>
          <p:cNvSpPr/>
          <p:nvPr/>
        </p:nvSpPr>
        <p:spPr>
          <a:xfrm>
            <a:off x="609600" y="1371600"/>
            <a:ext cx="35052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Nguồn nhân lực</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153" name="Google Shape;153;p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Ví dụ: về nguồn nhân lực</a:t>
            </a:r>
            <a:endParaRPr/>
          </a:p>
        </p:txBody>
      </p:sp>
      <p:sp>
        <p:nvSpPr>
          <p:cNvPr id="154" name="Google Shape;154;p4"/>
          <p:cNvSpPr/>
          <p:nvPr/>
        </p:nvSpPr>
        <p:spPr>
          <a:xfrm>
            <a:off x="762000" y="1447800"/>
            <a:ext cx="8077200" cy="4528804"/>
          </a:xfrm>
          <a:prstGeom prst="rect">
            <a:avLst/>
          </a:prstGeom>
          <a:noFill/>
          <a:ln>
            <a:noFill/>
          </a:ln>
        </p:spPr>
        <p:txBody>
          <a:bodyPr anchorCtr="0" anchor="t" bIns="45700" lIns="91425" spcFirstLastPara="1" rIns="91425" wrap="square" tIns="45700">
            <a:spAutoFit/>
          </a:bodyPr>
          <a:lstStyle/>
          <a:p>
            <a:pPr indent="-457200" lvl="0" marL="4572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Tahoma"/>
                <a:ea typeface="Tahoma"/>
                <a:cs typeface="Tahoma"/>
                <a:sym typeface="Tahoma"/>
              </a:rPr>
              <a:t>Ở Mỹ: 12/2002 có hơn 10,1 triệu kỹ sư CNTT, tăng từ 9,9 triêu từ tháng 1/2002.</a:t>
            </a:r>
            <a:endParaRPr/>
          </a:p>
          <a:p>
            <a:pPr indent="-457200" lvl="0" marL="4572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Tahoma"/>
                <a:ea typeface="Tahoma"/>
                <a:cs typeface="Tahoma"/>
                <a:sym typeface="Tahoma"/>
              </a:rPr>
              <a:t>Các nhà quản lý CNTT dự đoán trong tương lai gần họ sẽ cần thêm 1,2 triệu kỹ sư. </a:t>
            </a:r>
            <a:endParaRPr/>
          </a:p>
          <a:p>
            <a:pPr indent="-457200" lvl="0" marL="457200" marR="0" rtl="0" algn="l">
              <a:lnSpc>
                <a:spcPct val="150000"/>
              </a:lnSpc>
              <a:spcBef>
                <a:spcPts val="0"/>
              </a:spcBef>
              <a:spcAft>
                <a:spcPts val="0"/>
              </a:spcAft>
              <a:buClr>
                <a:schemeClr val="dk1"/>
              </a:buClr>
              <a:buSzPts val="2800"/>
              <a:buFont typeface="Noto Sans Symbols"/>
              <a:buChar char="✔"/>
            </a:pPr>
            <a:r>
              <a:rPr lang="en-US" sz="2800">
                <a:solidFill>
                  <a:schemeClr val="dk1"/>
                </a:solidFill>
                <a:latin typeface="Tahoma"/>
                <a:ea typeface="Tahoma"/>
                <a:cs typeface="Tahoma"/>
                <a:sym typeface="Tahoma"/>
              </a:rPr>
              <a:t>Các công ty không thuộc lĩnh vực CNTT thuê kỹ sư nhiều hơn các công ty CNTT theo tỉ lệ là 12:1. </a:t>
            </a:r>
            <a:endParaRPr/>
          </a:p>
        </p:txBody>
      </p:sp>
    </p:spTree>
  </p:cSld>
  <p:clrMapOvr>
    <a:masterClrMapping/>
  </p:clrMapOvr>
  <p:transition>
    <p:zoom dir="out"/>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60" name="Google Shape;160;p5"/>
          <p:cNvSpPr txBox="1"/>
          <p:nvPr>
            <p:ph type="title"/>
          </p:nvPr>
        </p:nvSpPr>
        <p:spPr>
          <a:xfrm>
            <a:off x="381000" y="304800"/>
            <a:ext cx="8610600" cy="8382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b="1" lang="en-US" sz="2800">
                <a:latin typeface="Arial"/>
                <a:ea typeface="Arial"/>
                <a:cs typeface="Arial"/>
                <a:sym typeface="Arial"/>
              </a:rPr>
              <a:t>1. TẦM QUAN TRỌNG </a:t>
            </a:r>
            <a:endParaRPr/>
          </a:p>
        </p:txBody>
      </p:sp>
      <p:sp>
        <p:nvSpPr>
          <p:cNvPr id="161" name="Google Shape;161;p5"/>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Quản lý nguồn nhân lực cho dự án bao gồm các quá trình đòi hỏi phải phân bổ và sử dụng hiệu quả nhất nguồn lực con người trong toàn bộ hoạt động dự án. Các quá trình cơ bản bao gồm</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Xác định cơ cấu tổ chức – Lập kế hoạch tổ chức</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Lên đội hình – Thu nhận nhân viên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Triển khai đội hình – Phát triển nhóm</a:t>
            </a:r>
            <a:endParaRPr sz="2400">
              <a:solidFill>
                <a:schemeClr val="dk1"/>
              </a:solidFill>
              <a:latin typeface="Tahoma"/>
              <a:ea typeface="Tahoma"/>
              <a:cs typeface="Tahoma"/>
              <a:sym typeface="Tahoma"/>
            </a:endParaRPr>
          </a:p>
        </p:txBody>
      </p:sp>
      <p:sp>
        <p:nvSpPr>
          <p:cNvPr id="162" name="Google Shape;162;p5"/>
          <p:cNvSpPr/>
          <p:nvPr/>
        </p:nvSpPr>
        <p:spPr>
          <a:xfrm>
            <a:off x="609600" y="1371600"/>
            <a:ext cx="5638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Quy trình quản lý nguồn nhân lực</a:t>
            </a:r>
            <a:endParaRPr b="1" sz="2400">
              <a:solidFill>
                <a:srgbClr val="CCFF33"/>
              </a:solidFill>
              <a:latin typeface="Tahoma"/>
              <a:ea typeface="Tahoma"/>
              <a:cs typeface="Tahoma"/>
              <a:sym typeface="Tahoma"/>
            </a:endParaRPr>
          </a:p>
        </p:txBody>
      </p:sp>
    </p:spTree>
  </p:cSld>
  <p:clrMapOvr>
    <a:masterClrMapping/>
  </p:clrMapOvr>
  <p:transition>
    <p:zoom dir="out"/>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Tổ dự án (1/3)</a:t>
            </a:r>
            <a:endParaRPr/>
          </a:p>
        </p:txBody>
      </p:sp>
      <p:sp>
        <p:nvSpPr>
          <p:cNvPr id="168" name="Google Shape;168;p6"/>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169" name="Google Shape;169;p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0" name="Google Shape;170;p6"/>
          <p:cNvPicPr preferRelativeResize="0"/>
          <p:nvPr/>
        </p:nvPicPr>
        <p:blipFill rotWithShape="1">
          <a:blip r:embed="rId3">
            <a:alphaModFix/>
          </a:blip>
          <a:srcRect b="0" l="0" r="0" t="0"/>
          <a:stretch/>
        </p:blipFill>
        <p:spPr>
          <a:xfrm>
            <a:off x="228600" y="1143000"/>
            <a:ext cx="8915400" cy="5562600"/>
          </a:xfrm>
          <a:prstGeom prst="rect">
            <a:avLst/>
          </a:prstGeom>
          <a:noFill/>
          <a:ln>
            <a:noFill/>
          </a:ln>
        </p:spPr>
      </p:pic>
    </p:spTree>
  </p:cSld>
  <p:clrMapOvr>
    <a:masterClrMapping/>
  </p:clrMapOvr>
  <p:transition>
    <p:zoom dir="out"/>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Tổ dự án (2/3)</a:t>
            </a:r>
            <a:endParaRPr/>
          </a:p>
        </p:txBody>
      </p:sp>
      <p:sp>
        <p:nvSpPr>
          <p:cNvPr id="176" name="Google Shape;176;p7"/>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177" name="Google Shape;177;p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8" name="Google Shape;178;p7"/>
          <p:cNvPicPr preferRelativeResize="0"/>
          <p:nvPr/>
        </p:nvPicPr>
        <p:blipFill rotWithShape="1">
          <a:blip r:embed="rId3">
            <a:alphaModFix/>
          </a:blip>
          <a:srcRect b="0" l="0" r="0" t="0"/>
          <a:stretch/>
        </p:blipFill>
        <p:spPr>
          <a:xfrm>
            <a:off x="304800" y="1362074"/>
            <a:ext cx="8686800" cy="5343526"/>
          </a:xfrm>
          <a:prstGeom prst="rect">
            <a:avLst/>
          </a:prstGeom>
          <a:noFill/>
          <a:ln>
            <a:noFill/>
          </a:ln>
        </p:spPr>
      </p:pic>
    </p:spTree>
  </p:cSld>
  <p:clrMapOvr>
    <a:masterClrMapping/>
  </p:clrMapOvr>
  <p:transition>
    <p:zoom dir="out"/>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Tổ dự án (3/3)</a:t>
            </a:r>
            <a:endParaRPr/>
          </a:p>
        </p:txBody>
      </p:sp>
      <p:sp>
        <p:nvSpPr>
          <p:cNvPr id="184" name="Google Shape;184;p8"/>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185" name="Google Shape;185;p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86" name="Google Shape;186;p8"/>
          <p:cNvPicPr preferRelativeResize="0"/>
          <p:nvPr/>
        </p:nvPicPr>
        <p:blipFill rotWithShape="1">
          <a:blip r:embed="rId3">
            <a:alphaModFix/>
          </a:blip>
          <a:srcRect b="0" l="0" r="0" t="0"/>
          <a:stretch/>
        </p:blipFill>
        <p:spPr>
          <a:xfrm>
            <a:off x="228600" y="1371600"/>
            <a:ext cx="8839199" cy="5257800"/>
          </a:xfrm>
          <a:prstGeom prst="rect">
            <a:avLst/>
          </a:prstGeom>
          <a:noFill/>
          <a:ln>
            <a:noFill/>
          </a:ln>
        </p:spPr>
      </p:pic>
    </p:spTree>
  </p:cSld>
  <p:clrMapOvr>
    <a:masterClrMapping/>
  </p:clrMapOvr>
  <p:transition>
    <p:zoom dir="out"/>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Vai trò của giám đốc dự án</a:t>
            </a:r>
            <a:endParaRPr/>
          </a:p>
        </p:txBody>
      </p:sp>
      <p:sp>
        <p:nvSpPr>
          <p:cNvPr id="192" name="Google Shape;192;p9"/>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342900" lvl="0" marL="342900" rtl="0" algn="l">
              <a:lnSpc>
                <a:spcPct val="80000"/>
              </a:lnSpc>
              <a:spcBef>
                <a:spcPts val="0"/>
              </a:spcBef>
              <a:spcAft>
                <a:spcPts val="0"/>
              </a:spcAft>
              <a:buSzPts val="1680"/>
              <a:buChar char="■"/>
            </a:pPr>
            <a:r>
              <a:rPr lang="en-US"/>
              <a:t>Với tư cách là người quản lý dự án là liên hệ giữa dự án với bên ngoài</a:t>
            </a:r>
            <a:endParaRPr/>
          </a:p>
          <a:p>
            <a:pPr indent="-285750" lvl="1" marL="742950" rtl="0" algn="l">
              <a:lnSpc>
                <a:spcPct val="80000"/>
              </a:lnSpc>
              <a:spcBef>
                <a:spcPts val="480"/>
              </a:spcBef>
              <a:spcAft>
                <a:spcPts val="0"/>
              </a:spcAft>
              <a:buSzPts val="1320"/>
              <a:buChar char="■"/>
            </a:pPr>
            <a:r>
              <a:rPr lang="en-US"/>
              <a:t>Báo cáo kế hoạch và tiến độ dự án cho khách hàng, cho cấp quản lý cao hơn và cho tất cả các bên liên quan.</a:t>
            </a:r>
            <a:endParaRPr/>
          </a:p>
          <a:p>
            <a:pPr indent="-285750" lvl="1" marL="742950" rtl="0" algn="l">
              <a:lnSpc>
                <a:spcPct val="80000"/>
              </a:lnSpc>
              <a:spcBef>
                <a:spcPts val="480"/>
              </a:spcBef>
              <a:spcAft>
                <a:spcPts val="0"/>
              </a:spcAft>
              <a:buSzPts val="1320"/>
              <a:buChar char="■"/>
            </a:pPr>
            <a:r>
              <a:rPr lang="en-US"/>
              <a:t>Các thông tin từ bên ngoài có ảnh hưởng đến dự án, kinh phí, lịch biểu, nhân sự, các thay đổi về tổ chức cũng đều qua GĐ dự án xem xét, sau đó mới thông báo lại tới các bộ phận cá nhân liên quan.</a:t>
            </a:r>
            <a:endParaRPr/>
          </a:p>
          <a:p>
            <a:pPr indent="-285750" lvl="1" marL="742950" rtl="0" algn="l">
              <a:lnSpc>
                <a:spcPct val="80000"/>
              </a:lnSpc>
              <a:spcBef>
                <a:spcPts val="480"/>
              </a:spcBef>
              <a:spcAft>
                <a:spcPts val="0"/>
              </a:spcAft>
              <a:buSzPts val="1320"/>
              <a:buChar char="■"/>
            </a:pPr>
            <a:r>
              <a:rPr lang="en-US"/>
              <a:t>GĐ dự án là thủ trưởng, là người động viên, khuyến khích và là người giải quyết mọi vấn đề về con người đặt ra trong dự án.</a:t>
            </a:r>
            <a:endParaRPr/>
          </a:p>
          <a:p>
            <a:pPr indent="-285750" lvl="1" marL="742950" rtl="0" algn="l">
              <a:lnSpc>
                <a:spcPct val="80000"/>
              </a:lnSpc>
              <a:spcBef>
                <a:spcPts val="480"/>
              </a:spcBef>
              <a:spcAft>
                <a:spcPts val="0"/>
              </a:spcAft>
              <a:buSzPts val="1320"/>
              <a:buChar char="■"/>
            </a:pPr>
            <a:r>
              <a:rPr lang="en-US"/>
              <a:t>Phải biết bảo vệ dự án và bảo vệ chính mình khỏi  bị chi phối bởi vô vàn những thủ tục liên quan, cũng như những công việc sự vụ hàng ngày, tập trung thời gian và nguồn lực vào thực hiện các mục tiêu của dự án.</a:t>
            </a:r>
            <a:endParaRPr/>
          </a:p>
        </p:txBody>
      </p:sp>
      <p:sp>
        <p:nvSpPr>
          <p:cNvPr id="193" name="Google Shape;193;p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0"/>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Trách nhiệm của GĐ dự án</a:t>
            </a:r>
            <a:endParaRPr/>
          </a:p>
        </p:txBody>
      </p:sp>
      <p:graphicFrame>
        <p:nvGraphicFramePr>
          <p:cNvPr id="199" name="Google Shape;199;p10"/>
          <p:cNvGraphicFramePr/>
          <p:nvPr/>
        </p:nvGraphicFramePr>
        <p:xfrm>
          <a:off x="381000" y="1447800"/>
          <a:ext cx="3000000" cy="3000000"/>
        </p:xfrm>
        <a:graphic>
          <a:graphicData uri="http://schemas.openxmlformats.org/drawingml/2006/table">
            <a:tbl>
              <a:tblPr bandRow="1" firstRow="1">
                <a:noFill/>
                <a:tableStyleId>{87AEDC04-5BD5-4041-B84D-75212622B10A}</a:tableStyleId>
              </a:tblPr>
              <a:tblGrid>
                <a:gridCol w="1752600"/>
                <a:gridCol w="6705600"/>
              </a:tblGrid>
              <a:tr h="370850">
                <a:tc>
                  <a:txBody>
                    <a:bodyPr/>
                    <a:lstStyle/>
                    <a:p>
                      <a:pPr indent="0" lvl="0" marL="0" marR="0" rtl="0" algn="l">
                        <a:spcBef>
                          <a:spcPts val="0"/>
                        </a:spcBef>
                        <a:spcAft>
                          <a:spcPts val="0"/>
                        </a:spcAft>
                        <a:buNone/>
                      </a:pPr>
                      <a:r>
                        <a:rPr lang="en-US" sz="1800" u="none" cap="none" strike="noStrike"/>
                        <a:t>Giai đoạn</a:t>
                      </a:r>
                      <a:endParaRPr sz="1800"/>
                    </a:p>
                  </a:txBody>
                  <a:tcPr marT="45725" marB="45725" marR="91450" marL="91450"/>
                </a:tc>
                <a:tc>
                  <a:txBody>
                    <a:bodyPr/>
                    <a:lstStyle/>
                    <a:p>
                      <a:pPr indent="0" lvl="0" marL="0" marR="0" rtl="0" algn="l">
                        <a:spcBef>
                          <a:spcPts val="0"/>
                        </a:spcBef>
                        <a:spcAft>
                          <a:spcPts val="0"/>
                        </a:spcAft>
                        <a:buNone/>
                      </a:pPr>
                      <a:r>
                        <a:rPr lang="en-US" sz="1800"/>
                        <a:t>Trách</a:t>
                      </a:r>
                      <a:r>
                        <a:rPr lang="en-US" sz="1800"/>
                        <a:t> nhiệm giám đốc dự án</a:t>
                      </a:r>
                      <a:endParaRPr sz="1800"/>
                    </a:p>
                  </a:txBody>
                  <a:tcPr marT="45725" marB="45725" marR="91450" marL="91450"/>
                </a:tc>
              </a:tr>
              <a:tr h="370850">
                <a:tc>
                  <a:txBody>
                    <a:bodyPr/>
                    <a:lstStyle/>
                    <a:p>
                      <a:pPr indent="0" lvl="0" marL="0" marR="0" rtl="0" algn="l">
                        <a:spcBef>
                          <a:spcPts val="0"/>
                        </a:spcBef>
                        <a:spcAft>
                          <a:spcPts val="0"/>
                        </a:spcAft>
                        <a:buNone/>
                      </a:pPr>
                      <a:r>
                        <a:rPr lang="en-US" sz="1800"/>
                        <a:t>Xác</a:t>
                      </a:r>
                      <a:r>
                        <a:rPr lang="en-US" sz="1800"/>
                        <a:t> định</a:t>
                      </a:r>
                      <a:endParaRPr sz="1800"/>
                    </a:p>
                  </a:txBody>
                  <a:tcPr marT="45725" marB="45725" marR="91450" marL="91450"/>
                </a:tc>
                <a:tc>
                  <a:txBody>
                    <a:bodyPr/>
                    <a:lstStyle/>
                    <a:p>
                      <a:pPr indent="-285750" lvl="0" marL="285750" marR="0" rtl="0" algn="l">
                        <a:spcBef>
                          <a:spcPts val="0"/>
                        </a:spcBef>
                        <a:spcAft>
                          <a:spcPts val="0"/>
                        </a:spcAft>
                        <a:buClr>
                          <a:schemeClr val="dk1"/>
                        </a:buClr>
                        <a:buSzPts val="1800"/>
                        <a:buFont typeface="Tahoma"/>
                        <a:buChar char="-"/>
                      </a:pPr>
                      <a:r>
                        <a:rPr lang="en-US" sz="1800"/>
                        <a:t>GĐ</a:t>
                      </a:r>
                      <a:r>
                        <a:rPr lang="en-US" sz="1800"/>
                        <a:t> có thể là một trong những người tham gia quyết định có theo đuổi dự án hay không?</a:t>
                      </a:r>
                      <a:endParaRPr/>
                    </a:p>
                    <a:p>
                      <a:pPr indent="-285750" lvl="0" marL="285750" marR="0" rtl="0" algn="l">
                        <a:spcBef>
                          <a:spcPts val="0"/>
                        </a:spcBef>
                        <a:spcAft>
                          <a:spcPts val="0"/>
                        </a:spcAft>
                        <a:buClr>
                          <a:schemeClr val="dk1"/>
                        </a:buClr>
                        <a:buSzPts val="1800"/>
                        <a:buFont typeface="Tahoma"/>
                        <a:buChar char="-"/>
                      </a:pPr>
                      <a:r>
                        <a:rPr lang="en-US" sz="1800"/>
                        <a:t>Chủ trì các cuộc trao đổi và giúp người sử dụng thảo ra các yêu cầu</a:t>
                      </a:r>
                      <a:endParaRPr sz="1800"/>
                    </a:p>
                    <a:p>
                      <a:pPr indent="-285750" lvl="0" marL="285750" marR="0" rtl="0" algn="l">
                        <a:spcBef>
                          <a:spcPts val="0"/>
                        </a:spcBef>
                        <a:spcAft>
                          <a:spcPts val="0"/>
                        </a:spcAft>
                        <a:buClr>
                          <a:schemeClr val="dk1"/>
                        </a:buClr>
                        <a:buSzPts val="1800"/>
                        <a:buFont typeface="Tahoma"/>
                        <a:buChar char="-"/>
                      </a:pPr>
                      <a:r>
                        <a:rPr lang="en-US" sz="1800"/>
                        <a:t>Có khi là tác giả của đề cương dự án</a:t>
                      </a:r>
                      <a:endParaRPr sz="1800"/>
                    </a:p>
                    <a:p>
                      <a:pPr indent="-285750" lvl="0" marL="285750" marR="0" rtl="0" algn="l">
                        <a:spcBef>
                          <a:spcPts val="0"/>
                        </a:spcBef>
                        <a:spcAft>
                          <a:spcPts val="0"/>
                        </a:spcAft>
                        <a:buClr>
                          <a:schemeClr val="dk1"/>
                        </a:buClr>
                        <a:buSzPts val="1800"/>
                        <a:buFont typeface="Tahoma"/>
                        <a:buChar char="-"/>
                      </a:pPr>
                      <a:r>
                        <a:rPr lang="en-US" sz="1800"/>
                        <a:t>Lập kế hoạch phân bổ ở mức tổng thể</a:t>
                      </a:r>
                      <a:endParaRPr sz="1800"/>
                    </a:p>
                    <a:p>
                      <a:pPr indent="-285750" lvl="0" marL="285750" marR="0" rtl="0" algn="l">
                        <a:spcBef>
                          <a:spcPts val="0"/>
                        </a:spcBef>
                        <a:spcAft>
                          <a:spcPts val="0"/>
                        </a:spcAft>
                        <a:buClr>
                          <a:schemeClr val="dk1"/>
                        </a:buClr>
                        <a:buSzPts val="1800"/>
                        <a:buFont typeface="Tahoma"/>
                        <a:buChar char="-"/>
                      </a:pPr>
                      <a:r>
                        <a:rPr lang="en-US" sz="1800"/>
                        <a:t>Tính toán tổng chi phí, vạch ra lịch thực hiện và liên hệ với các bên cung cấp nguồn lực.</a:t>
                      </a:r>
                      <a:endParaRPr/>
                    </a:p>
                    <a:p>
                      <a:pPr indent="-285750" lvl="0" marL="285750" marR="0" rtl="0" algn="l">
                        <a:spcBef>
                          <a:spcPts val="0"/>
                        </a:spcBef>
                        <a:spcAft>
                          <a:spcPts val="0"/>
                        </a:spcAft>
                        <a:buClr>
                          <a:schemeClr val="dk1"/>
                        </a:buClr>
                        <a:buSzPts val="1800"/>
                        <a:buFont typeface="Tahoma"/>
                        <a:buChar char="-"/>
                      </a:pPr>
                      <a:r>
                        <a:rPr lang="en-US" sz="1800"/>
                        <a:t>Chủ trì tất cả các cuộc họp với khách hàng, đàm phán văn bản dự án, thống nhất với đội ngũ kỹ thuật viên về tất cả những thay đổi trong văn bản dự án, và cùng với khách hàng ký kết.</a:t>
                      </a:r>
                      <a:endParaRPr/>
                    </a:p>
                    <a:p>
                      <a:pPr indent="-285750" lvl="0" marL="285750" marR="0" rtl="0" algn="l">
                        <a:spcBef>
                          <a:spcPts val="0"/>
                        </a:spcBef>
                        <a:spcAft>
                          <a:spcPts val="0"/>
                        </a:spcAft>
                        <a:buClr>
                          <a:schemeClr val="dk1"/>
                        </a:buClr>
                        <a:buSzPts val="1800"/>
                        <a:buFont typeface="Tahoma"/>
                        <a:buChar char="-"/>
                      </a:pPr>
                      <a:r>
                        <a:rPr lang="en-US" sz="1800"/>
                        <a:t>GĐ sẽ lập ra Văn phòng Dự án, nơi sau này tập trung tất cả các tài liệu dự án, bao gồm các báo cáo định kỳ, chương trình và các biên bản các phiên họp, các văn bản ghi nhớ. </a:t>
                      </a:r>
                      <a:endParaRPr/>
                    </a:p>
                    <a:p>
                      <a:pPr indent="-285750" lvl="0" marL="285750" marR="0" rtl="0" algn="l">
                        <a:spcBef>
                          <a:spcPts val="0"/>
                        </a:spcBef>
                        <a:spcAft>
                          <a:spcPts val="0"/>
                        </a:spcAft>
                        <a:buClr>
                          <a:schemeClr val="dk1"/>
                        </a:buClr>
                        <a:buSzPts val="1800"/>
                        <a:buFont typeface="Tahoma"/>
                        <a:buChar char="-"/>
                      </a:pPr>
                      <a:r>
                        <a:rPr lang="en-US" sz="1800"/>
                        <a:t>GĐ dự án chính thức làm lễ khai trương dự án.</a:t>
                      </a:r>
                      <a:endParaRPr sz="1800"/>
                    </a:p>
                  </a:txBody>
                  <a:tcPr marT="45725" marB="45725" marR="91450" marL="91450"/>
                </a:tc>
              </a:tr>
            </a:tbl>
          </a:graphicData>
        </a:graphic>
      </p:graphicFrame>
      <p:sp>
        <p:nvSpPr>
          <p:cNvPr id="200" name="Google Shape;200;p1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p:zoom dir="out"/>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Trách nhiệm của GĐ dự án (2/7)</a:t>
            </a:r>
            <a:endParaRPr/>
          </a:p>
        </p:txBody>
      </p:sp>
      <p:sp>
        <p:nvSpPr>
          <p:cNvPr id="206" name="Google Shape;206;p11"/>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207" name="Google Shape;207;p1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08" name="Google Shape;208;p11"/>
          <p:cNvGraphicFramePr/>
          <p:nvPr/>
        </p:nvGraphicFramePr>
        <p:xfrm>
          <a:off x="381000" y="1447800"/>
          <a:ext cx="3000000" cy="3000000"/>
        </p:xfrm>
        <a:graphic>
          <a:graphicData uri="http://schemas.openxmlformats.org/drawingml/2006/table">
            <a:tbl>
              <a:tblPr bandRow="1" firstRow="1">
                <a:noFill/>
                <a:tableStyleId>{87AEDC04-5BD5-4041-B84D-75212622B10A}</a:tableStyleId>
              </a:tblPr>
              <a:tblGrid>
                <a:gridCol w="1752600"/>
                <a:gridCol w="6705600"/>
              </a:tblGrid>
              <a:tr h="370850">
                <a:tc>
                  <a:txBody>
                    <a:bodyPr/>
                    <a:lstStyle/>
                    <a:p>
                      <a:pPr indent="0" lvl="0" marL="0" marR="0" rtl="0" algn="l">
                        <a:spcBef>
                          <a:spcPts val="0"/>
                        </a:spcBef>
                        <a:spcAft>
                          <a:spcPts val="0"/>
                        </a:spcAft>
                        <a:buNone/>
                      </a:pPr>
                      <a:r>
                        <a:rPr lang="en-US" sz="1800"/>
                        <a:t>Giai đoạn</a:t>
                      </a:r>
                      <a:endParaRPr sz="1800"/>
                    </a:p>
                  </a:txBody>
                  <a:tcPr marT="45725" marB="45725" marR="91450" marL="91450"/>
                </a:tc>
                <a:tc>
                  <a:txBody>
                    <a:bodyPr/>
                    <a:lstStyle/>
                    <a:p>
                      <a:pPr indent="0" lvl="0" marL="0" marR="0" rtl="0" algn="l">
                        <a:spcBef>
                          <a:spcPts val="0"/>
                        </a:spcBef>
                        <a:spcAft>
                          <a:spcPts val="0"/>
                        </a:spcAft>
                        <a:buNone/>
                      </a:pPr>
                      <a:r>
                        <a:rPr lang="en-US" sz="1800"/>
                        <a:t>Trách</a:t>
                      </a:r>
                      <a:r>
                        <a:rPr lang="en-US" sz="1800"/>
                        <a:t> nhiệm giám đốc dự án</a:t>
                      </a:r>
                      <a:endParaRPr sz="1800"/>
                    </a:p>
                  </a:txBody>
                  <a:tcPr marT="45725" marB="45725" marR="91450" marL="91450"/>
                </a:tc>
              </a:tr>
              <a:tr h="370850">
                <a:tc>
                  <a:txBody>
                    <a:bodyPr/>
                    <a:lstStyle/>
                    <a:p>
                      <a:pPr indent="0" lvl="0" marL="0" marR="0" rtl="0" algn="l">
                        <a:spcBef>
                          <a:spcPts val="0"/>
                        </a:spcBef>
                        <a:spcAft>
                          <a:spcPts val="0"/>
                        </a:spcAft>
                        <a:buNone/>
                      </a:pPr>
                      <a:r>
                        <a:rPr lang="en-US" sz="1800"/>
                        <a:t>Phân</a:t>
                      </a:r>
                      <a:r>
                        <a:rPr lang="en-US" sz="1800"/>
                        <a:t> tích</a:t>
                      </a:r>
                      <a:endParaRPr sz="1800"/>
                    </a:p>
                  </a:txBody>
                  <a:tcPr marT="45725" marB="45725" marR="91450" marL="91450"/>
                </a:tc>
                <a:tc>
                  <a:txBody>
                    <a:bodyPr/>
                    <a:lstStyle/>
                    <a:p>
                      <a:pPr indent="0" lvl="0" marL="0" marR="0" rtl="0" algn="l">
                        <a:spcBef>
                          <a:spcPts val="0"/>
                        </a:spcBef>
                        <a:spcAft>
                          <a:spcPts val="0"/>
                        </a:spcAft>
                        <a:buClr>
                          <a:schemeClr val="dk1"/>
                        </a:buClr>
                        <a:buSzPts val="1800"/>
                        <a:buFont typeface="Tahoma"/>
                        <a:buNone/>
                      </a:pPr>
                      <a:r>
                        <a:rPr lang="en-US" sz="1800"/>
                        <a:t>GĐ</a:t>
                      </a:r>
                      <a:r>
                        <a:rPr lang="en-US" sz="1800"/>
                        <a:t> dự án phải viết các phần sau đây trong hồ sơ đặc tả chức năng:</a:t>
                      </a:r>
                      <a:endParaRPr/>
                    </a:p>
                    <a:p>
                      <a:pPr indent="-285750" lvl="0" marL="285750" marR="0" rtl="0" algn="l">
                        <a:spcBef>
                          <a:spcPts val="0"/>
                        </a:spcBef>
                        <a:spcAft>
                          <a:spcPts val="0"/>
                        </a:spcAft>
                        <a:buClr>
                          <a:schemeClr val="dk1"/>
                        </a:buClr>
                        <a:buSzPts val="1800"/>
                        <a:buFont typeface="Tahoma"/>
                        <a:buChar char="-"/>
                      </a:pPr>
                      <a:r>
                        <a:rPr lang="en-US" sz="1800"/>
                        <a:t>Các tài liệu bàn giao, thay đổi đặc tả, chấp nhận, giao diện người sử dụng và tổ dự án, trách nhiệm của phía người sử dụng (Chi tiết do PGĐ kỹ thuật cung cấp)</a:t>
                      </a:r>
                      <a:endParaRPr/>
                    </a:p>
                    <a:p>
                      <a:pPr indent="-285750" lvl="0" marL="285750" marR="0" rtl="0" algn="l">
                        <a:spcBef>
                          <a:spcPts val="0"/>
                        </a:spcBef>
                        <a:spcAft>
                          <a:spcPts val="0"/>
                        </a:spcAft>
                        <a:buClr>
                          <a:schemeClr val="dk1"/>
                        </a:buClr>
                        <a:buSzPts val="1800"/>
                        <a:buFont typeface="Tahoma"/>
                        <a:buChar char="-"/>
                      </a:pPr>
                      <a:r>
                        <a:rPr lang="en-US" sz="1800"/>
                        <a:t>Cách thức và điều kiện, Bảo hành cũng như các hiệu ứng mà hệ thống mới có thể gây ra do tác động lên môi trường người sử dụng.</a:t>
                      </a:r>
                      <a:endParaRPr/>
                    </a:p>
                    <a:p>
                      <a:pPr indent="-285750" lvl="0" marL="285750" marR="0" rtl="0" algn="l">
                        <a:spcBef>
                          <a:spcPts val="0"/>
                        </a:spcBef>
                        <a:spcAft>
                          <a:spcPts val="0"/>
                        </a:spcAft>
                        <a:buClr>
                          <a:schemeClr val="dk1"/>
                        </a:buClr>
                        <a:buSzPts val="1800"/>
                        <a:buFont typeface="Tahoma"/>
                        <a:buChar char="-"/>
                      </a:pPr>
                      <a:r>
                        <a:rPr lang="en-US" sz="1800"/>
                        <a:t>GĐ dự án đảm bảo xây dựng đặc tả chức năng xong đúng hạn (phải yêu cầu khách hàng cung cấp mô tả đầu vào đúng hạn)</a:t>
                      </a:r>
                      <a:endParaRPr/>
                    </a:p>
                    <a:p>
                      <a:pPr indent="-285750" lvl="0" marL="285750" marR="0" rtl="0" algn="l">
                        <a:spcBef>
                          <a:spcPts val="0"/>
                        </a:spcBef>
                        <a:spcAft>
                          <a:spcPts val="0"/>
                        </a:spcAft>
                        <a:buClr>
                          <a:schemeClr val="dk1"/>
                        </a:buClr>
                        <a:buSzPts val="1800"/>
                        <a:buFont typeface="Tahoma"/>
                        <a:buChar char="-"/>
                      </a:pPr>
                      <a:r>
                        <a:rPr lang="en-US" sz="1800"/>
                        <a:t>Đàm phán đặc tả chức năng với khách hàng và để khách hàng ký xác nhận đồng ý.</a:t>
                      </a:r>
                      <a:endParaRPr/>
                    </a:p>
                    <a:p>
                      <a:pPr indent="-285750" lvl="0" marL="285750" marR="0" rtl="0" algn="l">
                        <a:spcBef>
                          <a:spcPts val="0"/>
                        </a:spcBef>
                        <a:spcAft>
                          <a:spcPts val="0"/>
                        </a:spcAft>
                        <a:buClr>
                          <a:schemeClr val="dk1"/>
                        </a:buClr>
                        <a:buSzPts val="1800"/>
                        <a:buFont typeface="Tahoma"/>
                        <a:buChar char="-"/>
                      </a:pPr>
                      <a:r>
                        <a:rPr lang="en-US" sz="1800"/>
                        <a:t>Phải làm cho khách hàng nắm vững đặc tả chức  năng, hiểu được rằng  không thể mỗi lúc lại thay đổi, bất kỳ thay đổi nào cũng phải thông qua nhóm lập trình.</a:t>
                      </a:r>
                      <a:endParaRPr/>
                    </a:p>
                    <a:p>
                      <a:pPr indent="-285750" lvl="0" marL="285750" marR="0" rtl="0" algn="l">
                        <a:spcBef>
                          <a:spcPts val="0"/>
                        </a:spcBef>
                        <a:spcAft>
                          <a:spcPts val="0"/>
                        </a:spcAft>
                        <a:buClr>
                          <a:schemeClr val="dk1"/>
                        </a:buClr>
                        <a:buSzPts val="1800"/>
                        <a:buFont typeface="Tahoma"/>
                        <a:buChar char="-"/>
                      </a:pPr>
                      <a:r>
                        <a:rPr lang="en-US" sz="1800"/>
                        <a:t>Kiểm soát dự án cũng bắt đầu từ giai đoạn này</a:t>
                      </a:r>
                      <a:endParaRPr sz="1800"/>
                    </a:p>
                  </a:txBody>
                  <a:tcPr marT="45725" marB="45725" marR="91450" marL="91450"/>
                </a:tc>
              </a:tr>
            </a:tbl>
          </a:graphicData>
        </a:graphic>
      </p:graphicFrame>
    </p:spTree>
  </p:cSld>
  <p:clrMapOvr>
    <a:masterClrMapping/>
  </p:clrMapOvr>
  <p:transition>
    <p:zoom dir="out"/>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2"/>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Trách nhiệm của GĐ dự án</a:t>
            </a:r>
            <a:endParaRPr/>
          </a:p>
        </p:txBody>
      </p:sp>
      <p:sp>
        <p:nvSpPr>
          <p:cNvPr id="214" name="Google Shape;214;p12"/>
          <p:cNvSpPr txBox="1"/>
          <p:nvPr>
            <p:ph idx="1" type="body"/>
          </p:nvPr>
        </p:nvSpPr>
        <p:spPr>
          <a:xfrm>
            <a:off x="381000" y="1447800"/>
            <a:ext cx="8458200" cy="5105400"/>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215" name="Google Shape;215;p1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16" name="Google Shape;216;p12"/>
          <p:cNvGraphicFramePr/>
          <p:nvPr/>
        </p:nvGraphicFramePr>
        <p:xfrm>
          <a:off x="381000" y="1447800"/>
          <a:ext cx="3000000" cy="3000000"/>
        </p:xfrm>
        <a:graphic>
          <a:graphicData uri="http://schemas.openxmlformats.org/drawingml/2006/table">
            <a:tbl>
              <a:tblPr bandRow="1" firstRow="1">
                <a:noFill/>
                <a:tableStyleId>{87AEDC04-5BD5-4041-B84D-75212622B10A}</a:tableStyleId>
              </a:tblPr>
              <a:tblGrid>
                <a:gridCol w="1752600"/>
                <a:gridCol w="6705600"/>
              </a:tblGrid>
              <a:tr h="370850">
                <a:tc>
                  <a:txBody>
                    <a:bodyPr/>
                    <a:lstStyle/>
                    <a:p>
                      <a:pPr indent="0" lvl="0" marL="0" marR="0" rtl="0" algn="l">
                        <a:spcBef>
                          <a:spcPts val="0"/>
                        </a:spcBef>
                        <a:spcAft>
                          <a:spcPts val="0"/>
                        </a:spcAft>
                        <a:buNone/>
                      </a:pPr>
                      <a:r>
                        <a:rPr lang="en-US" sz="1800"/>
                        <a:t>Giai đoạn</a:t>
                      </a:r>
                      <a:endParaRPr sz="1800"/>
                    </a:p>
                  </a:txBody>
                  <a:tcPr marT="45725" marB="45725" marR="91450" marL="91450"/>
                </a:tc>
                <a:tc>
                  <a:txBody>
                    <a:bodyPr/>
                    <a:lstStyle/>
                    <a:p>
                      <a:pPr indent="0" lvl="0" marL="0" marR="0" rtl="0" algn="l">
                        <a:spcBef>
                          <a:spcPts val="0"/>
                        </a:spcBef>
                        <a:spcAft>
                          <a:spcPts val="0"/>
                        </a:spcAft>
                        <a:buNone/>
                      </a:pPr>
                      <a:r>
                        <a:rPr lang="en-US" sz="1800"/>
                        <a:t>Trách</a:t>
                      </a:r>
                      <a:r>
                        <a:rPr lang="en-US" sz="1800"/>
                        <a:t> nhiệm giám đốc dự án</a:t>
                      </a:r>
                      <a:endParaRPr sz="1800"/>
                    </a:p>
                  </a:txBody>
                  <a:tcPr marT="45725" marB="45725" marR="91450" marL="91450"/>
                </a:tc>
              </a:tr>
              <a:tr h="370850">
                <a:tc>
                  <a:txBody>
                    <a:bodyPr/>
                    <a:lstStyle/>
                    <a:p>
                      <a:pPr indent="0" lvl="0" marL="0" marR="0" rtl="0" algn="l">
                        <a:spcBef>
                          <a:spcPts val="0"/>
                        </a:spcBef>
                        <a:spcAft>
                          <a:spcPts val="0"/>
                        </a:spcAft>
                        <a:buNone/>
                      </a:pPr>
                      <a:r>
                        <a:rPr lang="en-US" sz="1800"/>
                        <a:t>Thiết</a:t>
                      </a:r>
                      <a:r>
                        <a:rPr lang="en-US" sz="1800"/>
                        <a:t> kế</a:t>
                      </a:r>
                      <a:endParaRPr sz="1800"/>
                    </a:p>
                  </a:txBody>
                  <a:tcPr marT="45725" marB="45725" marR="91450" marL="91450"/>
                </a:tc>
                <a:tc>
                  <a:txBody>
                    <a:bodyPr/>
                    <a:lstStyle/>
                    <a:p>
                      <a:pPr indent="0" lvl="0" marL="0" marR="0" rtl="0" algn="l">
                        <a:spcBef>
                          <a:spcPts val="0"/>
                        </a:spcBef>
                        <a:spcAft>
                          <a:spcPts val="0"/>
                        </a:spcAft>
                        <a:buClr>
                          <a:schemeClr val="dk1"/>
                        </a:buClr>
                        <a:buSzPts val="1800"/>
                        <a:buFont typeface="Tahoma"/>
                        <a:buNone/>
                      </a:pPr>
                      <a:r>
                        <a:rPr lang="en-US" sz="1800"/>
                        <a:t>Vì</a:t>
                      </a:r>
                      <a:r>
                        <a:rPr lang="en-US" sz="1800"/>
                        <a:t> đây là giai đoạn nặng về kỹ thuật, nên công việc của GĐ dự án có phần nhẹ hơn:</a:t>
                      </a:r>
                      <a:endParaRPr/>
                    </a:p>
                    <a:p>
                      <a:pPr indent="-285750" lvl="0" marL="285750" marR="0" rtl="0" algn="l">
                        <a:spcBef>
                          <a:spcPts val="0"/>
                        </a:spcBef>
                        <a:spcAft>
                          <a:spcPts val="0"/>
                        </a:spcAft>
                        <a:buClr>
                          <a:schemeClr val="dk1"/>
                        </a:buClr>
                        <a:buSzPts val="1800"/>
                        <a:buFont typeface="Tahoma"/>
                        <a:buChar char="-"/>
                      </a:pPr>
                      <a:r>
                        <a:rPr lang="en-US" sz="1800"/>
                        <a:t>Phải có các thủ tục kiểm soát chính thức</a:t>
                      </a:r>
                      <a:endParaRPr sz="1800"/>
                    </a:p>
                    <a:p>
                      <a:pPr indent="-285750" lvl="0" marL="285750" marR="0" rtl="0" algn="l">
                        <a:spcBef>
                          <a:spcPts val="0"/>
                        </a:spcBef>
                        <a:spcAft>
                          <a:spcPts val="0"/>
                        </a:spcAft>
                        <a:buClr>
                          <a:schemeClr val="dk1"/>
                        </a:buClr>
                        <a:buSzPts val="1800"/>
                        <a:buFont typeface="Tahoma"/>
                        <a:buChar char="-"/>
                      </a:pPr>
                      <a:r>
                        <a:rPr lang="en-US" sz="1800"/>
                        <a:t>GĐ dự án ấm định các cuộc họp và in các báo cáo thường kỳ hàng tuần kiểm tra tiến độ về mặt thời gian và kinh phí so với kế hoạch, dự báo tổng kinh phí ngày giao hàng và cập nhật các sửa đổi cần thiết.</a:t>
                      </a:r>
                      <a:endParaRPr/>
                    </a:p>
                    <a:p>
                      <a:pPr indent="-285750" lvl="0" marL="285750" marR="0" rtl="0" algn="l">
                        <a:spcBef>
                          <a:spcPts val="0"/>
                        </a:spcBef>
                        <a:spcAft>
                          <a:spcPts val="0"/>
                        </a:spcAft>
                        <a:buClr>
                          <a:schemeClr val="dk1"/>
                        </a:buClr>
                        <a:buSzPts val="1800"/>
                        <a:buFont typeface="Tahoma"/>
                        <a:buChar char="-"/>
                      </a:pPr>
                      <a:r>
                        <a:rPr lang="en-US" sz="1800"/>
                        <a:t>GĐ dự án phải phát hiện vấn đề, nếu có thì giải quyết các vấn đề đó, nếu không thì xem xét lại kế hoạch.</a:t>
                      </a:r>
                      <a:endParaRPr/>
                    </a:p>
                    <a:p>
                      <a:pPr indent="-285750" lvl="0" marL="285750" marR="0" rtl="0" algn="l">
                        <a:spcBef>
                          <a:spcPts val="0"/>
                        </a:spcBef>
                        <a:spcAft>
                          <a:spcPts val="0"/>
                        </a:spcAft>
                        <a:buClr>
                          <a:schemeClr val="dk1"/>
                        </a:buClr>
                        <a:buSzPts val="1800"/>
                        <a:buFont typeface="Tahoma"/>
                        <a:buChar char="-"/>
                      </a:pPr>
                      <a:r>
                        <a:rPr lang="en-US" sz="1800"/>
                        <a:t>GĐ dự án chủ trì các cuộc họp về quản lý nếu có..</a:t>
                      </a:r>
                      <a:endParaRPr/>
                    </a:p>
                    <a:p>
                      <a:pPr indent="-285750" lvl="0" marL="285750" marR="0" rtl="0" algn="l">
                        <a:spcBef>
                          <a:spcPts val="0"/>
                        </a:spcBef>
                        <a:spcAft>
                          <a:spcPts val="0"/>
                        </a:spcAft>
                        <a:buClr>
                          <a:schemeClr val="dk1"/>
                        </a:buClr>
                        <a:buSzPts val="1800"/>
                        <a:buFont typeface="Tahoma"/>
                        <a:buChar char="-"/>
                      </a:pPr>
                      <a:r>
                        <a:rPr lang="en-US" sz="1800"/>
                        <a:t>GĐ dự án phải đảm bảo sao cho khách hàng thỏa mãn với tiến độ sản phẩm.</a:t>
                      </a:r>
                      <a:endParaRPr/>
                    </a:p>
                    <a:p>
                      <a:pPr indent="-285750" lvl="0" marL="285750" marR="0" rtl="0" algn="l">
                        <a:spcBef>
                          <a:spcPts val="0"/>
                        </a:spcBef>
                        <a:spcAft>
                          <a:spcPts val="0"/>
                        </a:spcAft>
                        <a:buClr>
                          <a:schemeClr val="dk1"/>
                        </a:buClr>
                        <a:buSzPts val="1800"/>
                        <a:buFont typeface="Tahoma"/>
                        <a:buChar char="-"/>
                      </a:pPr>
                      <a:r>
                        <a:rPr lang="en-US" sz="1800"/>
                        <a:t>Khách hàng thường thay đổi yêu cầu ngay từ giai đoạn thiết kế. Vì vậy GĐ dự án cần đưa ra một quy trình xử lý các yêu cầu đó, đồng thời tính và đưa các  chi phí phát sinh vào giá thành.</a:t>
                      </a:r>
                      <a:endParaRPr/>
                    </a:p>
                    <a:p>
                      <a:pPr indent="-171450" lvl="0" marL="285750" marR="0" rtl="0" algn="l">
                        <a:spcBef>
                          <a:spcPts val="0"/>
                        </a:spcBef>
                        <a:spcAft>
                          <a:spcPts val="0"/>
                        </a:spcAft>
                        <a:buClr>
                          <a:schemeClr val="dk1"/>
                        </a:buClr>
                        <a:buSzPts val="1800"/>
                        <a:buFont typeface="Tahoma"/>
                        <a:buNone/>
                      </a:pPr>
                      <a:r>
                        <a:t/>
                      </a:r>
                      <a:endParaRPr sz="1800"/>
                    </a:p>
                  </a:txBody>
                  <a:tcPr marT="45725" marB="45725" marR="91450" marL="91450"/>
                </a:tc>
              </a:tr>
            </a:tbl>
          </a:graphicData>
        </a:graphic>
      </p:graphicFrame>
    </p:spTree>
  </p:cSld>
  <p:clrMapOvr>
    <a:masterClrMapping/>
  </p:clrMapOvr>
  <p:transition>
    <p:zoom dir="out"/>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Trách nhiệm của GĐ dự án (4/7)</a:t>
            </a:r>
            <a:endParaRPr/>
          </a:p>
        </p:txBody>
      </p:sp>
      <p:sp>
        <p:nvSpPr>
          <p:cNvPr id="222" name="Google Shape;222;p1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graphicFrame>
        <p:nvGraphicFramePr>
          <p:cNvPr id="223" name="Google Shape;223;p13"/>
          <p:cNvGraphicFramePr/>
          <p:nvPr/>
        </p:nvGraphicFramePr>
        <p:xfrm>
          <a:off x="381000" y="1447800"/>
          <a:ext cx="3000000" cy="3000000"/>
        </p:xfrm>
        <a:graphic>
          <a:graphicData uri="http://schemas.openxmlformats.org/drawingml/2006/table">
            <a:tbl>
              <a:tblPr bandRow="1" firstRow="1">
                <a:noFill/>
                <a:tableStyleId>{87AEDC04-5BD5-4041-B84D-75212622B10A}</a:tableStyleId>
              </a:tblPr>
              <a:tblGrid>
                <a:gridCol w="1752600"/>
                <a:gridCol w="6705600"/>
              </a:tblGrid>
              <a:tr h="370850">
                <a:tc>
                  <a:txBody>
                    <a:bodyPr/>
                    <a:lstStyle/>
                    <a:p>
                      <a:pPr indent="0" lvl="0" marL="0" marR="0" rtl="0" algn="l">
                        <a:spcBef>
                          <a:spcPts val="0"/>
                        </a:spcBef>
                        <a:spcAft>
                          <a:spcPts val="0"/>
                        </a:spcAft>
                        <a:buNone/>
                      </a:pPr>
                      <a:r>
                        <a:rPr lang="en-US" sz="1800"/>
                        <a:t>Giai đoạn</a:t>
                      </a:r>
                      <a:endParaRPr sz="1800"/>
                    </a:p>
                  </a:txBody>
                  <a:tcPr marT="45725" marB="45725" marR="91450" marL="91450"/>
                </a:tc>
                <a:tc>
                  <a:txBody>
                    <a:bodyPr/>
                    <a:lstStyle/>
                    <a:p>
                      <a:pPr indent="0" lvl="0" marL="0" marR="0" rtl="0" algn="l">
                        <a:spcBef>
                          <a:spcPts val="0"/>
                        </a:spcBef>
                        <a:spcAft>
                          <a:spcPts val="0"/>
                        </a:spcAft>
                        <a:buNone/>
                      </a:pPr>
                      <a:r>
                        <a:rPr lang="en-US" sz="1800"/>
                        <a:t>Trách</a:t>
                      </a:r>
                      <a:r>
                        <a:rPr lang="en-US" sz="1800"/>
                        <a:t> nhiệm giám đốc dự án</a:t>
                      </a:r>
                      <a:endParaRPr sz="1800"/>
                    </a:p>
                  </a:txBody>
                  <a:tcPr marT="45725" marB="45725" marR="91450" marL="91450"/>
                </a:tc>
              </a:tr>
              <a:tr h="370850">
                <a:tc>
                  <a:txBody>
                    <a:bodyPr/>
                    <a:lstStyle/>
                    <a:p>
                      <a:pPr indent="0" lvl="0" marL="0" marR="0" rtl="0" algn="l">
                        <a:spcBef>
                          <a:spcPts val="0"/>
                        </a:spcBef>
                        <a:spcAft>
                          <a:spcPts val="0"/>
                        </a:spcAft>
                        <a:buNone/>
                      </a:pPr>
                      <a:r>
                        <a:rPr lang="en-US" sz="1800"/>
                        <a:t>Lập</a:t>
                      </a:r>
                      <a:r>
                        <a:rPr lang="en-US" sz="1800"/>
                        <a:t> trình</a:t>
                      </a:r>
                      <a:endParaRPr sz="1800"/>
                    </a:p>
                  </a:txBody>
                  <a:tcPr marT="45725" marB="45725" marR="91450" marL="91450"/>
                </a:tc>
                <a:tc>
                  <a:txBody>
                    <a:bodyPr/>
                    <a:lstStyle/>
                    <a:p>
                      <a:pPr indent="0" lvl="0" marL="0" marR="0" rtl="0" algn="l">
                        <a:spcBef>
                          <a:spcPts val="0"/>
                        </a:spcBef>
                        <a:spcAft>
                          <a:spcPts val="0"/>
                        </a:spcAft>
                        <a:buClr>
                          <a:schemeClr val="dk1"/>
                        </a:buClr>
                        <a:buSzPts val="1800"/>
                        <a:buFont typeface="Tahoma"/>
                        <a:buNone/>
                      </a:pPr>
                      <a:r>
                        <a:rPr lang="en-US" sz="1800"/>
                        <a:t>Giai đoạn</a:t>
                      </a:r>
                      <a:r>
                        <a:rPr lang="en-US" sz="1800"/>
                        <a:t> này thu hút nhiều người nhất và do đó có thể có nhiều vấn đề về nhân sự:</a:t>
                      </a:r>
                      <a:endParaRPr/>
                    </a:p>
                    <a:p>
                      <a:pPr indent="-285750" lvl="0" marL="285750" marR="0" rtl="0" algn="l">
                        <a:spcBef>
                          <a:spcPts val="0"/>
                        </a:spcBef>
                        <a:spcAft>
                          <a:spcPts val="0"/>
                        </a:spcAft>
                        <a:buClr>
                          <a:schemeClr val="dk1"/>
                        </a:buClr>
                        <a:buSzPts val="1800"/>
                        <a:buFont typeface="Tahoma"/>
                        <a:buChar char="-"/>
                      </a:pPr>
                      <a:r>
                        <a:rPr lang="en-US" sz="1800"/>
                        <a:t>GĐ dự án phải theo dõi sát và can thiệp ngay nếu thấy có gì không ổn,..</a:t>
                      </a:r>
                      <a:endParaRPr/>
                    </a:p>
                    <a:p>
                      <a:pPr indent="-285750" lvl="0" marL="285750" marR="0" rtl="0" algn="l">
                        <a:spcBef>
                          <a:spcPts val="0"/>
                        </a:spcBef>
                        <a:spcAft>
                          <a:spcPts val="0"/>
                        </a:spcAft>
                        <a:buClr>
                          <a:schemeClr val="dk1"/>
                        </a:buClr>
                        <a:buSzPts val="1800"/>
                        <a:buFont typeface="Tahoma"/>
                        <a:buChar char="-"/>
                      </a:pPr>
                      <a:r>
                        <a:rPr lang="en-US" sz="1800"/>
                        <a:t>Nắm được tình hình làm việc của nhân viên qua PGĐ và các nhóm trưởng.</a:t>
                      </a:r>
                      <a:endParaRPr/>
                    </a:p>
                    <a:p>
                      <a:pPr indent="0" lvl="0" marL="0" marR="0" rtl="0" algn="l">
                        <a:spcBef>
                          <a:spcPts val="0"/>
                        </a:spcBef>
                        <a:spcAft>
                          <a:spcPts val="0"/>
                        </a:spcAft>
                        <a:buClr>
                          <a:schemeClr val="dk1"/>
                        </a:buClr>
                        <a:buSzPts val="1800"/>
                        <a:buFont typeface="Tahoma"/>
                        <a:buNone/>
                      </a:pPr>
                      <a:r>
                        <a:rPr lang="en-US" sz="1800"/>
                        <a:t>Đây là giai đoạn dài nhất và không rõ mốc kết thúc.</a:t>
                      </a:r>
                      <a:endParaRPr/>
                    </a:p>
                    <a:p>
                      <a:pPr indent="0" lvl="0" marL="0" marR="0" rtl="0" algn="l">
                        <a:spcBef>
                          <a:spcPts val="0"/>
                        </a:spcBef>
                        <a:spcAft>
                          <a:spcPts val="0"/>
                        </a:spcAft>
                        <a:buClr>
                          <a:schemeClr val="dk1"/>
                        </a:buClr>
                        <a:buSzPts val="1800"/>
                        <a:buFont typeface="Tahoma"/>
                        <a:buNone/>
                      </a:pPr>
                      <a:r>
                        <a:rPr lang="en-US" sz="1800"/>
                        <a:t>- GĐ dự án cần có tầm nhìn xa và đảm bảo tiến độ dự án, thường xuyên gặp gỡ, trao đổi với các cán bộ lập trình, qua linh tính của họ đề phát hiện các vấn đề ngay khi chúng xẩy ra.</a:t>
                      </a:r>
                      <a:endParaRPr sz="1800"/>
                    </a:p>
                    <a:p>
                      <a:pPr indent="-171450" lvl="0" marL="285750" marR="0" rtl="0" algn="l">
                        <a:spcBef>
                          <a:spcPts val="0"/>
                        </a:spcBef>
                        <a:spcAft>
                          <a:spcPts val="0"/>
                        </a:spcAft>
                        <a:buClr>
                          <a:schemeClr val="dk1"/>
                        </a:buClr>
                        <a:buSzPts val="1800"/>
                        <a:buFont typeface="Tahoma"/>
                        <a:buNone/>
                      </a:pPr>
                      <a:r>
                        <a:t/>
                      </a:r>
                      <a:endParaRPr sz="1800"/>
                    </a:p>
                    <a:p>
                      <a:pPr indent="0" lvl="0" marL="0" marR="0" rtl="0" algn="l">
                        <a:spcBef>
                          <a:spcPts val="0"/>
                        </a:spcBef>
                        <a:spcAft>
                          <a:spcPts val="0"/>
                        </a:spcAft>
                        <a:buClr>
                          <a:schemeClr val="dk1"/>
                        </a:buClr>
                        <a:buSzPts val="1800"/>
                        <a:buFont typeface="Tahoma"/>
                        <a:buNone/>
                      </a:pPr>
                      <a:r>
                        <a:t/>
                      </a:r>
                      <a:endParaRPr sz="1800"/>
                    </a:p>
                  </a:txBody>
                  <a:tcPr marT="45725" marB="45725" marR="91450" marL="91450"/>
                </a:tc>
              </a:tr>
              <a:tr h="370850">
                <a:tc>
                  <a:txBody>
                    <a:bodyPr/>
                    <a:lstStyle/>
                    <a:p>
                      <a:pPr indent="0" lvl="0" marL="0" marR="0" rtl="0" algn="l">
                        <a:spcBef>
                          <a:spcPts val="0"/>
                        </a:spcBef>
                        <a:spcAft>
                          <a:spcPts val="0"/>
                        </a:spcAft>
                        <a:buNone/>
                      </a:pPr>
                      <a:r>
                        <a:rPr lang="en-US" sz="1800"/>
                        <a:t>Tích</a:t>
                      </a:r>
                      <a:r>
                        <a:rPr lang="en-US" sz="1800"/>
                        <a:t> hợp hệ thống và thử nghiệm</a:t>
                      </a:r>
                      <a:endParaRPr sz="1800"/>
                    </a:p>
                  </a:txBody>
                  <a:tcPr marT="45725" marB="45725" marR="91450" marL="91450"/>
                </a:tc>
                <a:tc>
                  <a:txBody>
                    <a:bodyPr/>
                    <a:lstStyle/>
                    <a:p>
                      <a:pPr indent="-285750" lvl="0" marL="285750" marR="0" rtl="0" algn="l">
                        <a:spcBef>
                          <a:spcPts val="0"/>
                        </a:spcBef>
                        <a:spcAft>
                          <a:spcPts val="0"/>
                        </a:spcAft>
                        <a:buClr>
                          <a:schemeClr val="dk1"/>
                        </a:buClr>
                        <a:buSzPts val="1800"/>
                        <a:buFont typeface="Tahoma"/>
                        <a:buChar char="-"/>
                      </a:pPr>
                      <a:r>
                        <a:rPr lang="en-US" sz="1800"/>
                        <a:t>Giữ</a:t>
                      </a:r>
                      <a:r>
                        <a:rPr lang="en-US" sz="1800"/>
                        <a:t> cho các cán bộ chuyên môn trong dự án khỏi bị quấy nhiễu</a:t>
                      </a:r>
                      <a:endParaRPr sz="1800"/>
                    </a:p>
                    <a:p>
                      <a:pPr indent="-285750" lvl="0" marL="285750" marR="0" rtl="0" algn="l">
                        <a:spcBef>
                          <a:spcPts val="0"/>
                        </a:spcBef>
                        <a:spcAft>
                          <a:spcPts val="0"/>
                        </a:spcAft>
                        <a:buClr>
                          <a:schemeClr val="dk1"/>
                        </a:buClr>
                        <a:buSzPts val="1800"/>
                        <a:buFont typeface="Tahoma"/>
                        <a:buChar char="-"/>
                      </a:pPr>
                      <a:r>
                        <a:rPr lang="en-US" sz="1800"/>
                        <a:t>Sẽ đương đầu với các vụ yêu cầu về báo cáo tiến độ, tạo điều kiện cho tổ tập trung hoàn thành</a:t>
                      </a:r>
                      <a:endParaRPr sz="1800"/>
                    </a:p>
                  </a:txBody>
                  <a:tcPr marT="45725" marB="45725" marR="91450" marL="91450"/>
                </a:tc>
              </a:tr>
            </a:tbl>
          </a:graphicData>
        </a:graphic>
      </p:graphicFrame>
    </p:spTree>
  </p:cSld>
  <p:clrMapOvr>
    <a:masterClrMapping/>
  </p:clrMapOvr>
  <p:transition>
    <p:zoom dir="out"/>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4"/>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2. XÂY DỰNG KẾ HOẠCH</a:t>
            </a:r>
            <a:endParaRPr/>
          </a:p>
        </p:txBody>
      </p:sp>
      <p:sp>
        <p:nvSpPr>
          <p:cNvPr id="229" name="Google Shape;229;p1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0" name="Google Shape;230;p14"/>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0" lvl="0" marL="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
        <p:nvSpPr>
          <p:cNvPr id="231" name="Google Shape;231;p14"/>
          <p:cNvSpPr/>
          <p:nvPr/>
        </p:nvSpPr>
        <p:spPr>
          <a:xfrm>
            <a:off x="609600" y="1371600"/>
            <a:ext cx="2971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Các dạng tổ chức</a:t>
            </a:r>
            <a:endParaRPr b="1" sz="2400">
              <a:solidFill>
                <a:srgbClr val="CCFF33"/>
              </a:solidFill>
              <a:latin typeface="Tahoma"/>
              <a:ea typeface="Tahoma"/>
              <a:cs typeface="Tahoma"/>
              <a:sym typeface="Tahoma"/>
            </a:endParaRPr>
          </a:p>
        </p:txBody>
      </p:sp>
      <p:graphicFrame>
        <p:nvGraphicFramePr>
          <p:cNvPr id="232" name="Google Shape;232;p14"/>
          <p:cNvGraphicFramePr/>
          <p:nvPr/>
        </p:nvGraphicFramePr>
        <p:xfrm>
          <a:off x="609600" y="2362200"/>
          <a:ext cx="3000000" cy="3000000"/>
        </p:xfrm>
        <a:graphic>
          <a:graphicData uri="http://schemas.openxmlformats.org/drawingml/2006/table">
            <a:tbl>
              <a:tblPr bandRow="1" firstRow="1">
                <a:noFill/>
                <a:tableStyleId>{87AEDC04-5BD5-4041-B84D-75212622B10A}</a:tableStyleId>
              </a:tblPr>
              <a:tblGrid>
                <a:gridCol w="2667000"/>
                <a:gridCol w="5486400"/>
              </a:tblGrid>
              <a:tr h="370850">
                <a:tc>
                  <a:txBody>
                    <a:bodyPr/>
                    <a:lstStyle/>
                    <a:p>
                      <a:pPr indent="0" lvl="0" marL="0" marR="0" rtl="0" algn="ctr">
                        <a:spcBef>
                          <a:spcPts val="0"/>
                        </a:spcBef>
                        <a:spcAft>
                          <a:spcPts val="0"/>
                        </a:spcAft>
                        <a:buNone/>
                      </a:pPr>
                      <a:r>
                        <a:rPr lang="en-US" sz="1800"/>
                        <a:t>Các</a:t>
                      </a:r>
                      <a:r>
                        <a:rPr lang="en-US" sz="1800"/>
                        <a:t> dạng tổ chức</a:t>
                      </a:r>
                      <a:endParaRPr sz="1800"/>
                    </a:p>
                  </a:txBody>
                  <a:tcPr marT="45725" marB="45725" marR="91450" marL="91450"/>
                </a:tc>
                <a:tc>
                  <a:txBody>
                    <a:bodyPr/>
                    <a:lstStyle/>
                    <a:p>
                      <a:pPr indent="0" lvl="0" marL="0" marR="0" rtl="0" algn="ctr">
                        <a:spcBef>
                          <a:spcPts val="0"/>
                        </a:spcBef>
                        <a:spcAft>
                          <a:spcPts val="0"/>
                        </a:spcAft>
                        <a:buNone/>
                      </a:pPr>
                      <a:r>
                        <a:rPr lang="en-US" sz="1800"/>
                        <a:t>Đặc</a:t>
                      </a:r>
                      <a:r>
                        <a:rPr lang="en-US" sz="1800"/>
                        <a:t> điểm</a:t>
                      </a:r>
                      <a:endParaRPr sz="1800"/>
                    </a:p>
                  </a:txBody>
                  <a:tcPr marT="45725" marB="45725" marR="91450" marL="91450"/>
                </a:tc>
              </a:tr>
              <a:tr h="370850">
                <a:tc>
                  <a:txBody>
                    <a:bodyPr/>
                    <a:lstStyle/>
                    <a:p>
                      <a:pPr indent="0" lvl="0" marL="0" marR="0" rtl="0" algn="l">
                        <a:spcBef>
                          <a:spcPts val="0"/>
                        </a:spcBef>
                        <a:spcAft>
                          <a:spcPts val="0"/>
                        </a:spcAft>
                        <a:buNone/>
                      </a:pPr>
                      <a:r>
                        <a:rPr lang="en-US" sz="1800"/>
                        <a:t>Cấu</a:t>
                      </a:r>
                      <a:r>
                        <a:rPr lang="en-US" sz="1800"/>
                        <a:t> trúc chức năng</a:t>
                      </a:r>
                      <a:endParaRPr sz="1800"/>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Tahoma"/>
                        <a:buChar char="-"/>
                      </a:pPr>
                      <a:r>
                        <a:rPr lang="en-US" sz="1800"/>
                        <a:t>Mỗi</a:t>
                      </a:r>
                      <a:r>
                        <a:rPr lang="en-US" sz="1800"/>
                        <a:t> bộ phận chịu trách nhiệm thực hiện một tập hợp hoạt động cụ thể, thường xuyên, và tương đối ổn định.</a:t>
                      </a:r>
                      <a:endParaRPr/>
                    </a:p>
                    <a:p>
                      <a:pPr indent="-285750" lvl="0" marL="285750" marR="0" rtl="0" algn="l">
                        <a:lnSpc>
                          <a:spcPct val="150000"/>
                        </a:lnSpc>
                        <a:spcBef>
                          <a:spcPts val="0"/>
                        </a:spcBef>
                        <a:spcAft>
                          <a:spcPts val="0"/>
                        </a:spcAft>
                        <a:buClr>
                          <a:schemeClr val="dk1"/>
                        </a:buClr>
                        <a:buSzPts val="1800"/>
                        <a:buFont typeface="Tahoma"/>
                        <a:buChar char="-"/>
                      </a:pPr>
                      <a:r>
                        <a:rPr lang="en-US" sz="1800"/>
                        <a:t>Nhiều người cùng thực hiện một dạng hoạt động</a:t>
                      </a:r>
                      <a:endParaRPr sz="1800"/>
                    </a:p>
                    <a:p>
                      <a:pPr indent="-285750" lvl="0" marL="285750" marR="0" rtl="0" algn="l">
                        <a:lnSpc>
                          <a:spcPct val="150000"/>
                        </a:lnSpc>
                        <a:spcBef>
                          <a:spcPts val="0"/>
                        </a:spcBef>
                        <a:spcAft>
                          <a:spcPts val="0"/>
                        </a:spcAft>
                        <a:buClr>
                          <a:schemeClr val="dk1"/>
                        </a:buClr>
                        <a:buSzPts val="1800"/>
                        <a:buFont typeface="Tahoma"/>
                        <a:buChar char="-"/>
                      </a:pPr>
                      <a:r>
                        <a:rPr lang="en-US" sz="1800"/>
                        <a:t>Báo cáo theo thứ bậc, báo cáo của từng cá nhân với một nhà quản lý riêng.</a:t>
                      </a:r>
                      <a:endParaRPr/>
                    </a:p>
                    <a:p>
                      <a:pPr indent="-285750" lvl="0" marL="285750" marR="0" rtl="0" algn="l">
                        <a:lnSpc>
                          <a:spcPct val="150000"/>
                        </a:lnSpc>
                        <a:spcBef>
                          <a:spcPts val="0"/>
                        </a:spcBef>
                        <a:spcAft>
                          <a:spcPts val="0"/>
                        </a:spcAft>
                        <a:buClr>
                          <a:schemeClr val="dk1"/>
                        </a:buClr>
                        <a:buSzPts val="1800"/>
                        <a:buFont typeface="Tahoma"/>
                        <a:buChar char="-"/>
                      </a:pPr>
                      <a:r>
                        <a:rPr lang="en-US" sz="1800"/>
                        <a:t>Chức năng của giám đốc dự án tương đối thấp so với chức năng của các giám đốc chức năng</a:t>
                      </a:r>
                      <a:endParaRPr sz="1800"/>
                    </a:p>
                  </a:txBody>
                  <a:tcPr marT="45725" marB="45725" marR="91450" marL="91450"/>
                </a:tc>
              </a:tr>
            </a:tbl>
          </a:graphicData>
        </a:graphic>
      </p:graphicFrame>
    </p:spTree>
  </p:cSld>
  <p:clrMapOvr>
    <a:masterClrMapping/>
  </p:clrMapOvr>
  <p:transition>
    <p:zoom dir="out"/>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1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38" name="Google Shape;238;p1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2. XÂY DỰNG KẾ HOẠCH</a:t>
            </a:r>
            <a:endParaRPr/>
          </a:p>
        </p:txBody>
      </p:sp>
      <p:sp>
        <p:nvSpPr>
          <p:cNvPr id="239" name="Google Shape;239;p15"/>
          <p:cNvSpPr/>
          <p:nvPr/>
        </p:nvSpPr>
        <p:spPr>
          <a:xfrm>
            <a:off x="609600" y="1219200"/>
            <a:ext cx="2971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Các dạng tổ chức</a:t>
            </a:r>
            <a:endParaRPr b="1" sz="2400">
              <a:solidFill>
                <a:srgbClr val="CCFF33"/>
              </a:solidFill>
              <a:latin typeface="Tahoma"/>
              <a:ea typeface="Tahoma"/>
              <a:cs typeface="Tahoma"/>
              <a:sym typeface="Tahoma"/>
            </a:endParaRPr>
          </a:p>
        </p:txBody>
      </p:sp>
      <p:graphicFrame>
        <p:nvGraphicFramePr>
          <p:cNvPr id="240" name="Google Shape;240;p15"/>
          <p:cNvGraphicFramePr/>
          <p:nvPr/>
        </p:nvGraphicFramePr>
        <p:xfrm>
          <a:off x="457200" y="1828800"/>
          <a:ext cx="3000000" cy="3000000"/>
        </p:xfrm>
        <a:graphic>
          <a:graphicData uri="http://schemas.openxmlformats.org/drawingml/2006/table">
            <a:tbl>
              <a:tblPr bandRow="1" firstRow="1">
                <a:noFill/>
                <a:tableStyleId>{87AEDC04-5BD5-4041-B84D-75212622B10A}</a:tableStyleId>
              </a:tblPr>
              <a:tblGrid>
                <a:gridCol w="2984350"/>
                <a:gridCol w="5245250"/>
              </a:tblGrid>
              <a:tr h="370850">
                <a:tc>
                  <a:txBody>
                    <a:bodyPr/>
                    <a:lstStyle/>
                    <a:p>
                      <a:pPr indent="0" lvl="0" marL="0" marR="0" rtl="0" algn="l">
                        <a:spcBef>
                          <a:spcPts val="0"/>
                        </a:spcBef>
                        <a:spcAft>
                          <a:spcPts val="0"/>
                        </a:spcAft>
                        <a:buNone/>
                      </a:pPr>
                      <a:r>
                        <a:rPr lang="en-US" sz="1800"/>
                        <a:t>Các</a:t>
                      </a:r>
                      <a:r>
                        <a:rPr lang="en-US" sz="1800"/>
                        <a:t> dạng tổ chức</a:t>
                      </a:r>
                      <a:endParaRPr sz="1800"/>
                    </a:p>
                  </a:txBody>
                  <a:tcPr marT="45725" marB="45725" marR="91450" marL="91450"/>
                </a:tc>
                <a:tc>
                  <a:txBody>
                    <a:bodyPr/>
                    <a:lstStyle/>
                    <a:p>
                      <a:pPr indent="0" lvl="0" marL="0" marR="0" rtl="0" algn="l">
                        <a:spcBef>
                          <a:spcPts val="0"/>
                        </a:spcBef>
                        <a:spcAft>
                          <a:spcPts val="0"/>
                        </a:spcAft>
                        <a:buNone/>
                      </a:pPr>
                      <a:r>
                        <a:rPr lang="en-US" sz="1800"/>
                        <a:t>Đặc</a:t>
                      </a:r>
                      <a:r>
                        <a:rPr lang="en-US" sz="1800"/>
                        <a:t> điểm</a:t>
                      </a:r>
                      <a:endParaRPr sz="1800"/>
                    </a:p>
                  </a:txBody>
                  <a:tcPr marT="45725" marB="45725" marR="91450" marL="91450"/>
                </a:tc>
              </a:tr>
              <a:tr h="370850">
                <a:tc>
                  <a:txBody>
                    <a:bodyPr/>
                    <a:lstStyle/>
                    <a:p>
                      <a:pPr indent="0" lvl="0" marL="0" marR="0" rtl="0" algn="l">
                        <a:spcBef>
                          <a:spcPts val="0"/>
                        </a:spcBef>
                        <a:spcAft>
                          <a:spcPts val="0"/>
                        </a:spcAft>
                        <a:buNone/>
                      </a:pPr>
                      <a:r>
                        <a:rPr lang="en-US" sz="1800"/>
                        <a:t>Cấu</a:t>
                      </a:r>
                      <a:r>
                        <a:rPr lang="en-US" sz="1800"/>
                        <a:t> trúc ma trận</a:t>
                      </a:r>
                      <a:endParaRPr sz="1800"/>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Tahoma"/>
                        <a:buChar char="-"/>
                      </a:pPr>
                      <a:r>
                        <a:rPr lang="en-US" sz="1800"/>
                        <a:t>Các</a:t>
                      </a:r>
                      <a:r>
                        <a:rPr lang="en-US" sz="1800"/>
                        <a:t> cá nhân vẫn báo cáo lên trên theo thứ bậc về chức năng, nhưng họ cũng báo cáo theo chiều rộng với từ một giám đốc dự án trở lên</a:t>
                      </a:r>
                      <a:endParaRPr sz="1800"/>
                    </a:p>
                    <a:p>
                      <a:pPr indent="-285750" lvl="0" marL="285750" marR="0" rtl="0" algn="l">
                        <a:lnSpc>
                          <a:spcPct val="150000"/>
                        </a:lnSpc>
                        <a:spcBef>
                          <a:spcPts val="0"/>
                        </a:spcBef>
                        <a:spcAft>
                          <a:spcPts val="0"/>
                        </a:spcAft>
                        <a:buClr>
                          <a:schemeClr val="dk1"/>
                        </a:buClr>
                        <a:buSzPts val="1800"/>
                        <a:buFont typeface="Tahoma"/>
                        <a:buChar char="-"/>
                      </a:pPr>
                      <a:r>
                        <a:rPr lang="en-US" sz="1800"/>
                        <a:t>Trong một số tổ chức, sơ đồ báo cáo theo ma trận này có thể là hình thức tồn tại lâu dài.</a:t>
                      </a:r>
                      <a:endParaRPr/>
                    </a:p>
                    <a:p>
                      <a:pPr indent="-285750" lvl="0" marL="285750" marR="0" rtl="0" algn="l">
                        <a:lnSpc>
                          <a:spcPct val="150000"/>
                        </a:lnSpc>
                        <a:spcBef>
                          <a:spcPts val="0"/>
                        </a:spcBef>
                        <a:spcAft>
                          <a:spcPts val="0"/>
                        </a:spcAft>
                        <a:buClr>
                          <a:schemeClr val="dk1"/>
                        </a:buClr>
                        <a:buSzPts val="1800"/>
                        <a:buFont typeface="Tahoma"/>
                        <a:buChar char="-"/>
                      </a:pPr>
                      <a:r>
                        <a:rPr lang="en-US" sz="1800"/>
                        <a:t>Trong một dự án có cấu trúc ma trận thì ma trận chỉ là tạm thời.</a:t>
                      </a:r>
                      <a:endParaRPr/>
                    </a:p>
                    <a:p>
                      <a:pPr indent="-285750" lvl="0" marL="285750" marR="0" rtl="0" algn="l">
                        <a:lnSpc>
                          <a:spcPct val="150000"/>
                        </a:lnSpc>
                        <a:spcBef>
                          <a:spcPts val="0"/>
                        </a:spcBef>
                        <a:spcAft>
                          <a:spcPts val="0"/>
                        </a:spcAft>
                        <a:buClr>
                          <a:schemeClr val="dk1"/>
                        </a:buClr>
                        <a:buSzPts val="1800"/>
                        <a:buFont typeface="Tahoma"/>
                        <a:buChar char="-"/>
                      </a:pPr>
                      <a:r>
                        <a:rPr lang="en-US" sz="1800"/>
                        <a:t>Cấu trúc ma trận có thể được mô tả như hội tụ yếu, cân bằng, hay hội tụ mạnh phụ thuộc vào chức năng tương đối của giám đốc dự án so với giám đốc chức năng. Hinh 7-1.</a:t>
                      </a:r>
                      <a:endParaRPr sz="1800"/>
                    </a:p>
                  </a:txBody>
                  <a:tcPr marT="45725" marB="45725" marR="91450" marL="91450"/>
                </a:tc>
              </a:tr>
            </a:tbl>
          </a:graphicData>
        </a:graphic>
      </p:graphicFrame>
    </p:spTree>
  </p:cSld>
  <p:clrMapOvr>
    <a:masterClrMapping/>
  </p:clrMapOvr>
  <p:transition>
    <p:zoom dir="out"/>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1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46" name="Google Shape;246;p16"/>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Cấu trúc ma trận</a:t>
            </a:r>
            <a:endParaRPr/>
          </a:p>
        </p:txBody>
      </p:sp>
      <p:sp>
        <p:nvSpPr>
          <p:cNvPr id="247" name="Google Shape;247;p16"/>
          <p:cNvSpPr/>
          <p:nvPr/>
        </p:nvSpPr>
        <p:spPr>
          <a:xfrm>
            <a:off x="592540" y="6553200"/>
            <a:ext cx="81534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Hình 7-1. Chức năng cơ bản của giám đốc dự án</a:t>
            </a:r>
            <a:endParaRPr b="1" sz="2400">
              <a:solidFill>
                <a:srgbClr val="CCFF33"/>
              </a:solidFill>
              <a:latin typeface="Tahoma"/>
              <a:ea typeface="Tahoma"/>
              <a:cs typeface="Tahoma"/>
              <a:sym typeface="Tahoma"/>
            </a:endParaRPr>
          </a:p>
        </p:txBody>
      </p:sp>
      <p:sp>
        <p:nvSpPr>
          <p:cNvPr id="248" name="Google Shape;248;p16"/>
          <p:cNvSpPr/>
          <p:nvPr/>
        </p:nvSpPr>
        <p:spPr>
          <a:xfrm>
            <a:off x="838200" y="1295400"/>
            <a:ext cx="2590800" cy="762000"/>
          </a:xfrm>
          <a:prstGeom prst="downArrowCallout">
            <a:avLst>
              <a:gd fmla="val 25000" name="adj1"/>
              <a:gd fmla="val 25000" name="adj2"/>
              <a:gd fmla="val 25000" name="adj3"/>
              <a:gd fmla="val 64977" name="adj4"/>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Giám</a:t>
            </a:r>
            <a:r>
              <a:rPr b="0" i="0" lang="en-US" sz="2000" u="none" cap="none" strike="noStrike">
                <a:solidFill>
                  <a:schemeClr val="dk1"/>
                </a:solidFill>
                <a:latin typeface="Tahoma"/>
                <a:ea typeface="Tahoma"/>
                <a:cs typeface="Tahoma"/>
                <a:sym typeface="Tahoma"/>
              </a:rPr>
              <a:t> đốc chức năng</a:t>
            </a:r>
            <a:endParaRPr b="0" i="0" sz="2000" u="none" cap="none" strike="noStrike">
              <a:solidFill>
                <a:schemeClr val="dk1"/>
              </a:solidFill>
              <a:latin typeface="Tahoma"/>
              <a:ea typeface="Tahoma"/>
              <a:cs typeface="Tahoma"/>
              <a:sym typeface="Tahoma"/>
            </a:endParaRPr>
          </a:p>
        </p:txBody>
      </p:sp>
      <p:sp>
        <p:nvSpPr>
          <p:cNvPr id="249" name="Google Shape;249;p16"/>
          <p:cNvSpPr/>
          <p:nvPr/>
        </p:nvSpPr>
        <p:spPr>
          <a:xfrm>
            <a:off x="5562600" y="1295400"/>
            <a:ext cx="2590800" cy="762000"/>
          </a:xfrm>
          <a:prstGeom prst="downArrowCallout">
            <a:avLst>
              <a:gd fmla="val 25000" name="adj1"/>
              <a:gd fmla="val 25000" name="adj2"/>
              <a:gd fmla="val 25000" name="adj3"/>
              <a:gd fmla="val 64977" name="adj4"/>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Tahoma"/>
              <a:buNone/>
            </a:pPr>
            <a:r>
              <a:rPr b="0" i="0" lang="en-US" sz="2000" u="none" cap="none" strike="noStrike">
                <a:solidFill>
                  <a:schemeClr val="dk1"/>
                </a:solidFill>
                <a:latin typeface="Tahoma"/>
                <a:ea typeface="Tahoma"/>
                <a:cs typeface="Tahoma"/>
                <a:sym typeface="Tahoma"/>
              </a:rPr>
              <a:t>Giám</a:t>
            </a:r>
            <a:r>
              <a:rPr b="0" i="0" lang="en-US" sz="2000" u="none" cap="none" strike="noStrike">
                <a:solidFill>
                  <a:schemeClr val="dk1"/>
                </a:solidFill>
                <a:latin typeface="Tahoma"/>
                <a:ea typeface="Tahoma"/>
                <a:cs typeface="Tahoma"/>
                <a:sym typeface="Tahoma"/>
              </a:rPr>
              <a:t> đốc dự án</a:t>
            </a:r>
            <a:endParaRPr b="0" i="0" sz="2000" u="none" cap="none" strike="noStrike">
              <a:solidFill>
                <a:schemeClr val="dk1"/>
              </a:solidFill>
              <a:latin typeface="Tahoma"/>
              <a:ea typeface="Tahoma"/>
              <a:cs typeface="Tahoma"/>
              <a:sym typeface="Tahoma"/>
            </a:endParaRPr>
          </a:p>
        </p:txBody>
      </p:sp>
      <p:sp>
        <p:nvSpPr>
          <p:cNvPr id="250" name="Google Shape;250;p16"/>
          <p:cNvSpPr txBox="1"/>
          <p:nvPr/>
        </p:nvSpPr>
        <p:spPr>
          <a:xfrm>
            <a:off x="304800" y="5739825"/>
            <a:ext cx="1371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ahoma"/>
                <a:ea typeface="Tahoma"/>
                <a:cs typeface="Tahoma"/>
                <a:sym typeface="Tahoma"/>
              </a:rPr>
              <a:t>Cấu trúc chức năng</a:t>
            </a:r>
            <a:endParaRPr b="1" sz="1600">
              <a:solidFill>
                <a:schemeClr val="dk1"/>
              </a:solidFill>
              <a:latin typeface="Tahoma"/>
              <a:ea typeface="Tahoma"/>
              <a:cs typeface="Tahoma"/>
              <a:sym typeface="Tahoma"/>
            </a:endParaRPr>
          </a:p>
        </p:txBody>
      </p:sp>
      <p:sp>
        <p:nvSpPr>
          <p:cNvPr id="251" name="Google Shape;251;p16"/>
          <p:cNvSpPr txBox="1"/>
          <p:nvPr/>
        </p:nvSpPr>
        <p:spPr>
          <a:xfrm>
            <a:off x="1981200" y="5739825"/>
            <a:ext cx="14478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ahoma"/>
                <a:ea typeface="Tahoma"/>
                <a:cs typeface="Tahoma"/>
                <a:sym typeface="Tahoma"/>
              </a:rPr>
              <a:t>Cấu trúc ma trận yếu</a:t>
            </a:r>
            <a:endParaRPr b="1" sz="1600">
              <a:solidFill>
                <a:schemeClr val="dk1"/>
              </a:solidFill>
              <a:latin typeface="Tahoma"/>
              <a:ea typeface="Tahoma"/>
              <a:cs typeface="Tahoma"/>
              <a:sym typeface="Tahoma"/>
            </a:endParaRPr>
          </a:p>
        </p:txBody>
      </p:sp>
      <p:sp>
        <p:nvSpPr>
          <p:cNvPr id="252" name="Google Shape;252;p16"/>
          <p:cNvSpPr txBox="1"/>
          <p:nvPr/>
        </p:nvSpPr>
        <p:spPr>
          <a:xfrm>
            <a:off x="3810000" y="5722203"/>
            <a:ext cx="16764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ahoma"/>
                <a:ea typeface="Tahoma"/>
                <a:cs typeface="Tahoma"/>
                <a:sym typeface="Tahoma"/>
              </a:rPr>
              <a:t>Cấu trúc ma trận cân bằng</a:t>
            </a:r>
            <a:endParaRPr b="1" sz="1600">
              <a:solidFill>
                <a:schemeClr val="dk1"/>
              </a:solidFill>
              <a:latin typeface="Tahoma"/>
              <a:ea typeface="Tahoma"/>
              <a:cs typeface="Tahoma"/>
              <a:sym typeface="Tahoma"/>
            </a:endParaRPr>
          </a:p>
        </p:txBody>
      </p:sp>
      <p:sp>
        <p:nvSpPr>
          <p:cNvPr id="253" name="Google Shape;253;p16"/>
          <p:cNvSpPr txBox="1"/>
          <p:nvPr/>
        </p:nvSpPr>
        <p:spPr>
          <a:xfrm>
            <a:off x="5867400" y="5722961"/>
            <a:ext cx="1524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ahoma"/>
                <a:ea typeface="Tahoma"/>
                <a:cs typeface="Tahoma"/>
                <a:sym typeface="Tahoma"/>
              </a:rPr>
              <a:t>Cấu trúc ma trận mạnh</a:t>
            </a:r>
            <a:endParaRPr b="1" sz="1600">
              <a:solidFill>
                <a:schemeClr val="dk1"/>
              </a:solidFill>
              <a:latin typeface="Tahoma"/>
              <a:ea typeface="Tahoma"/>
              <a:cs typeface="Tahoma"/>
              <a:sym typeface="Tahoma"/>
            </a:endParaRPr>
          </a:p>
        </p:txBody>
      </p:sp>
      <p:sp>
        <p:nvSpPr>
          <p:cNvPr id="254" name="Google Shape;254;p16"/>
          <p:cNvSpPr txBox="1"/>
          <p:nvPr/>
        </p:nvSpPr>
        <p:spPr>
          <a:xfrm>
            <a:off x="7543800" y="5715000"/>
            <a:ext cx="13716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ahoma"/>
                <a:ea typeface="Tahoma"/>
                <a:cs typeface="Tahoma"/>
                <a:sym typeface="Tahoma"/>
              </a:rPr>
              <a:t>Cấu trúc theo dự án</a:t>
            </a:r>
            <a:endParaRPr b="1" sz="1600">
              <a:solidFill>
                <a:schemeClr val="dk1"/>
              </a:solidFill>
              <a:latin typeface="Tahoma"/>
              <a:ea typeface="Tahoma"/>
              <a:cs typeface="Tahoma"/>
              <a:sym typeface="Tahoma"/>
            </a:endParaRPr>
          </a:p>
        </p:txBody>
      </p:sp>
      <p:sp>
        <p:nvSpPr>
          <p:cNvPr id="255" name="Google Shape;255;p16"/>
          <p:cNvSpPr/>
          <p:nvPr/>
        </p:nvSpPr>
        <p:spPr>
          <a:xfrm rot="6782181">
            <a:off x="3663120" y="-110984"/>
            <a:ext cx="1382100" cy="7902708"/>
          </a:xfrm>
          <a:prstGeom prst="downArrow">
            <a:avLst>
              <a:gd fmla="val 4801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ahoma"/>
              <a:buNone/>
            </a:pPr>
            <a:r>
              <a:t/>
            </a:r>
            <a:endParaRPr b="0" i="0" sz="2800" u="none" cap="none" strike="noStrike">
              <a:solidFill>
                <a:schemeClr val="dk1"/>
              </a:solidFill>
              <a:latin typeface="Tahoma"/>
              <a:ea typeface="Tahoma"/>
              <a:cs typeface="Tahoma"/>
              <a:sym typeface="Tahoma"/>
            </a:endParaRPr>
          </a:p>
        </p:txBody>
      </p:sp>
      <p:sp>
        <p:nvSpPr>
          <p:cNvPr id="256" name="Google Shape;256;p16"/>
          <p:cNvSpPr/>
          <p:nvPr/>
        </p:nvSpPr>
        <p:spPr>
          <a:xfrm rot="-6782502">
            <a:off x="3803547" y="-71119"/>
            <a:ext cx="1382100" cy="7939813"/>
          </a:xfrm>
          <a:prstGeom prst="downArrow">
            <a:avLst>
              <a:gd fmla="val 48010" name="adj1"/>
              <a:gd fmla="val 50000"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Tahoma"/>
              <a:buNone/>
            </a:pPr>
            <a:r>
              <a:t/>
            </a:r>
            <a:endParaRPr b="0" i="0" sz="2800" u="none" cap="none" strike="noStrike">
              <a:solidFill>
                <a:schemeClr val="dk1"/>
              </a:solidFill>
              <a:latin typeface="Tahoma"/>
              <a:ea typeface="Tahoma"/>
              <a:cs typeface="Tahoma"/>
              <a:sym typeface="Tahoma"/>
            </a:endParaRPr>
          </a:p>
        </p:txBody>
      </p:sp>
      <p:cxnSp>
        <p:nvCxnSpPr>
          <p:cNvPr id="257" name="Google Shape;257;p16"/>
          <p:cNvCxnSpPr/>
          <p:nvPr/>
        </p:nvCxnSpPr>
        <p:spPr>
          <a:xfrm rot="10800000">
            <a:off x="447491" y="1676400"/>
            <a:ext cx="0" cy="4038600"/>
          </a:xfrm>
          <a:prstGeom prst="straightConnector1">
            <a:avLst/>
          </a:prstGeom>
          <a:solidFill>
            <a:schemeClr val="accent1"/>
          </a:solidFill>
          <a:ln cap="flat" cmpd="sng" w="28575">
            <a:solidFill>
              <a:schemeClr val="dk1"/>
            </a:solidFill>
            <a:prstDash val="solid"/>
            <a:miter lim="800000"/>
            <a:headEnd len="sm" w="sm" type="none"/>
            <a:tailEnd len="med" w="med" type="stealth"/>
          </a:ln>
        </p:spPr>
      </p:cxnSp>
      <p:cxnSp>
        <p:nvCxnSpPr>
          <p:cNvPr id="258" name="Google Shape;258;p16"/>
          <p:cNvCxnSpPr>
            <a:stCxn id="255" idx="2"/>
          </p:cNvCxnSpPr>
          <p:nvPr/>
        </p:nvCxnSpPr>
        <p:spPr>
          <a:xfrm>
            <a:off x="717910" y="2294146"/>
            <a:ext cx="0" cy="3445800"/>
          </a:xfrm>
          <a:prstGeom prst="straightConnector1">
            <a:avLst/>
          </a:prstGeom>
          <a:solidFill>
            <a:schemeClr val="accent1"/>
          </a:solidFill>
          <a:ln cap="flat" cmpd="sng" w="9525">
            <a:solidFill>
              <a:schemeClr val="dk1"/>
            </a:solidFill>
            <a:prstDash val="dash"/>
            <a:miter lim="800000"/>
            <a:headEnd len="sm" w="sm" type="none"/>
            <a:tailEnd len="sm" w="sm" type="none"/>
          </a:ln>
        </p:spPr>
      </p:cxnSp>
      <p:cxnSp>
        <p:nvCxnSpPr>
          <p:cNvPr id="259" name="Google Shape;259;p16"/>
          <p:cNvCxnSpPr/>
          <p:nvPr/>
        </p:nvCxnSpPr>
        <p:spPr>
          <a:xfrm>
            <a:off x="2514600" y="3048000"/>
            <a:ext cx="0" cy="2746274"/>
          </a:xfrm>
          <a:prstGeom prst="straightConnector1">
            <a:avLst/>
          </a:prstGeom>
          <a:solidFill>
            <a:schemeClr val="accent1"/>
          </a:solidFill>
          <a:ln cap="flat" cmpd="sng" w="9525">
            <a:solidFill>
              <a:schemeClr val="dk1"/>
            </a:solidFill>
            <a:prstDash val="dash"/>
            <a:miter lim="800000"/>
            <a:headEnd len="sm" w="sm" type="none"/>
            <a:tailEnd len="sm" w="sm" type="none"/>
          </a:ln>
        </p:spPr>
      </p:cxnSp>
      <p:cxnSp>
        <p:nvCxnSpPr>
          <p:cNvPr id="260" name="Google Shape;260;p16"/>
          <p:cNvCxnSpPr/>
          <p:nvPr/>
        </p:nvCxnSpPr>
        <p:spPr>
          <a:xfrm>
            <a:off x="4494597" y="4198147"/>
            <a:ext cx="0" cy="1656174"/>
          </a:xfrm>
          <a:prstGeom prst="straightConnector1">
            <a:avLst/>
          </a:prstGeom>
          <a:solidFill>
            <a:schemeClr val="accent1"/>
          </a:solidFill>
          <a:ln cap="flat" cmpd="sng" w="9525">
            <a:solidFill>
              <a:schemeClr val="dk1"/>
            </a:solidFill>
            <a:prstDash val="dash"/>
            <a:miter lim="800000"/>
            <a:headEnd len="sm" w="sm" type="none"/>
            <a:tailEnd len="sm" w="sm" type="none"/>
          </a:ln>
        </p:spPr>
      </p:cxnSp>
      <p:cxnSp>
        <p:nvCxnSpPr>
          <p:cNvPr id="261" name="Google Shape;261;p16"/>
          <p:cNvCxnSpPr/>
          <p:nvPr/>
        </p:nvCxnSpPr>
        <p:spPr>
          <a:xfrm>
            <a:off x="6477000" y="3429000"/>
            <a:ext cx="0" cy="2425321"/>
          </a:xfrm>
          <a:prstGeom prst="straightConnector1">
            <a:avLst/>
          </a:prstGeom>
          <a:solidFill>
            <a:schemeClr val="accent1"/>
          </a:solidFill>
          <a:ln cap="flat" cmpd="sng" w="9525">
            <a:solidFill>
              <a:schemeClr val="dk1"/>
            </a:solidFill>
            <a:prstDash val="dash"/>
            <a:miter lim="800000"/>
            <a:headEnd len="sm" w="sm" type="none"/>
            <a:tailEnd len="sm" w="sm" type="none"/>
          </a:ln>
        </p:spPr>
      </p:cxnSp>
      <p:cxnSp>
        <p:nvCxnSpPr>
          <p:cNvPr id="262" name="Google Shape;262;p16"/>
          <p:cNvCxnSpPr>
            <a:stCxn id="256" idx="2"/>
          </p:cNvCxnSpPr>
          <p:nvPr/>
        </p:nvCxnSpPr>
        <p:spPr>
          <a:xfrm>
            <a:off x="8147785" y="2344962"/>
            <a:ext cx="5700" cy="3447300"/>
          </a:xfrm>
          <a:prstGeom prst="straightConnector1">
            <a:avLst/>
          </a:prstGeom>
          <a:solidFill>
            <a:schemeClr val="accent1"/>
          </a:solidFill>
          <a:ln cap="flat" cmpd="sng" w="9525">
            <a:solidFill>
              <a:schemeClr val="dk1"/>
            </a:solidFill>
            <a:prstDash val="dash"/>
            <a:miter lim="800000"/>
            <a:headEnd len="sm" w="sm" type="none"/>
            <a:tailEnd len="sm" w="sm" type="none"/>
          </a:ln>
        </p:spPr>
      </p:cxnSp>
      <p:sp>
        <p:nvSpPr>
          <p:cNvPr id="263" name="Google Shape;263;p16"/>
          <p:cNvSpPr txBox="1"/>
          <p:nvPr/>
        </p:nvSpPr>
        <p:spPr>
          <a:xfrm rot="-5400000">
            <a:off x="-1118056" y="3481840"/>
            <a:ext cx="2667000" cy="43088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600">
                <a:solidFill>
                  <a:schemeClr val="dk1"/>
                </a:solidFill>
                <a:latin typeface="Tahoma"/>
                <a:ea typeface="Tahoma"/>
                <a:cs typeface="Tahoma"/>
                <a:sym typeface="Tahoma"/>
              </a:rPr>
              <a:t>Chức năng tương đối</a:t>
            </a:r>
            <a:endParaRPr b="1" sz="1600">
              <a:solidFill>
                <a:schemeClr val="dk1"/>
              </a:solidFill>
              <a:latin typeface="Tahoma"/>
              <a:ea typeface="Tahoma"/>
              <a:cs typeface="Tahoma"/>
              <a:sym typeface="Tahoma"/>
            </a:endParaRPr>
          </a:p>
        </p:txBody>
      </p:sp>
    </p:spTree>
  </p:cSld>
  <p:clrMapOvr>
    <a:masterClrMapping/>
  </p:clrMapOvr>
  <p:transition>
    <p:zoom dir="out"/>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1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400">
                <a:solidFill>
                  <a:schemeClr val="dk1"/>
                </a:solidFill>
                <a:latin typeface="Tahoma"/>
                <a:ea typeface="Tahoma"/>
                <a:cs typeface="Tahoma"/>
                <a:sym typeface="Tahoma"/>
              </a:rPr>
              <a:t>‹#›</a:t>
            </a:fld>
            <a:endParaRPr sz="1400">
              <a:solidFill>
                <a:schemeClr val="dk1"/>
              </a:solidFill>
              <a:latin typeface="Tahoma"/>
              <a:ea typeface="Tahoma"/>
              <a:cs typeface="Tahoma"/>
              <a:sym typeface="Tahoma"/>
            </a:endParaRPr>
          </a:p>
        </p:txBody>
      </p:sp>
      <p:sp>
        <p:nvSpPr>
          <p:cNvPr id="270" name="Google Shape;270;p17"/>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2. XÂY DỰNG KẾ HOẠCH</a:t>
            </a:r>
            <a:endParaRPr/>
          </a:p>
        </p:txBody>
      </p:sp>
      <p:sp>
        <p:nvSpPr>
          <p:cNvPr id="271" name="Google Shape;271;p17"/>
          <p:cNvSpPr/>
          <p:nvPr/>
        </p:nvSpPr>
        <p:spPr>
          <a:xfrm>
            <a:off x="609600" y="1295400"/>
            <a:ext cx="29718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rgbClr val="CCFF33"/>
                </a:solidFill>
                <a:latin typeface="Tahoma"/>
                <a:ea typeface="Tahoma"/>
                <a:cs typeface="Tahoma"/>
                <a:sym typeface="Tahoma"/>
              </a:rPr>
              <a:t>Các dạng tổ chức</a:t>
            </a:r>
            <a:endParaRPr b="1" sz="2400">
              <a:solidFill>
                <a:srgbClr val="CCFF33"/>
              </a:solidFill>
              <a:latin typeface="Tahoma"/>
              <a:ea typeface="Tahoma"/>
              <a:cs typeface="Tahoma"/>
              <a:sym typeface="Tahoma"/>
            </a:endParaRPr>
          </a:p>
        </p:txBody>
      </p:sp>
      <p:graphicFrame>
        <p:nvGraphicFramePr>
          <p:cNvPr id="272" name="Google Shape;272;p17"/>
          <p:cNvGraphicFramePr/>
          <p:nvPr/>
        </p:nvGraphicFramePr>
        <p:xfrm>
          <a:off x="609600" y="1905000"/>
          <a:ext cx="3000000" cy="3000000"/>
        </p:xfrm>
        <a:graphic>
          <a:graphicData uri="http://schemas.openxmlformats.org/drawingml/2006/table">
            <a:tbl>
              <a:tblPr bandRow="1" firstRow="1">
                <a:noFill/>
                <a:tableStyleId>{87AEDC04-5BD5-4041-B84D-75212622B10A}</a:tableStyleId>
              </a:tblPr>
              <a:tblGrid>
                <a:gridCol w="2971800"/>
                <a:gridCol w="4953000"/>
              </a:tblGrid>
              <a:tr h="370850">
                <a:tc>
                  <a:txBody>
                    <a:bodyPr/>
                    <a:lstStyle/>
                    <a:p>
                      <a:pPr indent="0" lvl="0" marL="0" marR="0" rtl="0" algn="ctr">
                        <a:spcBef>
                          <a:spcPts val="0"/>
                        </a:spcBef>
                        <a:spcAft>
                          <a:spcPts val="0"/>
                        </a:spcAft>
                        <a:buNone/>
                      </a:pPr>
                      <a:r>
                        <a:rPr lang="en-US" sz="1800"/>
                        <a:t>Các</a:t>
                      </a:r>
                      <a:r>
                        <a:rPr lang="en-US" sz="1800"/>
                        <a:t> dạng tổ chức</a:t>
                      </a:r>
                      <a:endParaRPr sz="1800"/>
                    </a:p>
                  </a:txBody>
                  <a:tcPr marT="45725" marB="45725" marR="91450" marL="91450"/>
                </a:tc>
                <a:tc>
                  <a:txBody>
                    <a:bodyPr/>
                    <a:lstStyle/>
                    <a:p>
                      <a:pPr indent="0" lvl="0" marL="0" marR="0" rtl="0" algn="ctr">
                        <a:spcBef>
                          <a:spcPts val="0"/>
                        </a:spcBef>
                        <a:spcAft>
                          <a:spcPts val="0"/>
                        </a:spcAft>
                        <a:buNone/>
                      </a:pPr>
                      <a:r>
                        <a:rPr lang="en-US" sz="1800"/>
                        <a:t>Đặc</a:t>
                      </a:r>
                      <a:r>
                        <a:rPr lang="en-US" sz="1800"/>
                        <a:t> điểm</a:t>
                      </a:r>
                      <a:endParaRPr sz="1800"/>
                    </a:p>
                  </a:txBody>
                  <a:tcPr marT="45725" marB="45725" marR="91450" marL="91450"/>
                </a:tc>
              </a:tr>
              <a:tr h="370850">
                <a:tc>
                  <a:txBody>
                    <a:bodyPr/>
                    <a:lstStyle/>
                    <a:p>
                      <a:pPr indent="0" lvl="0" marL="0" marR="0" rtl="0" algn="l">
                        <a:spcBef>
                          <a:spcPts val="0"/>
                        </a:spcBef>
                        <a:spcAft>
                          <a:spcPts val="0"/>
                        </a:spcAft>
                        <a:buNone/>
                      </a:pPr>
                      <a:r>
                        <a:rPr lang="en-US" sz="1800"/>
                        <a:t>Cấu</a:t>
                      </a:r>
                      <a:r>
                        <a:rPr lang="en-US" sz="1800"/>
                        <a:t> trúc theo dự án </a:t>
                      </a:r>
                      <a:endParaRPr/>
                    </a:p>
                    <a:p>
                      <a:pPr indent="0" lvl="0" marL="0" marR="0" rtl="0" algn="l">
                        <a:spcBef>
                          <a:spcPts val="0"/>
                        </a:spcBef>
                        <a:spcAft>
                          <a:spcPts val="0"/>
                        </a:spcAft>
                        <a:buNone/>
                      </a:pPr>
                      <a:r>
                        <a:rPr lang="en-US" sz="1800"/>
                        <a:t>Hay “Dự án thuần túy”</a:t>
                      </a:r>
                      <a:endParaRPr sz="1800"/>
                    </a:p>
                  </a:txBody>
                  <a:tcPr marT="45725" marB="45725" marR="91450" marL="91450"/>
                </a:tc>
                <a:tc>
                  <a:txBody>
                    <a:bodyPr/>
                    <a:lstStyle/>
                    <a:p>
                      <a:pPr indent="-285750" lvl="0" marL="285750" marR="0" rtl="0" algn="l">
                        <a:lnSpc>
                          <a:spcPct val="150000"/>
                        </a:lnSpc>
                        <a:spcBef>
                          <a:spcPts val="0"/>
                        </a:spcBef>
                        <a:spcAft>
                          <a:spcPts val="0"/>
                        </a:spcAft>
                        <a:buClr>
                          <a:schemeClr val="dk1"/>
                        </a:buClr>
                        <a:buSzPts val="1800"/>
                        <a:buFont typeface="Tahoma"/>
                        <a:buChar char="-"/>
                      </a:pPr>
                      <a:r>
                        <a:rPr lang="en-US" sz="1800"/>
                        <a:t>Giá</a:t>
                      </a:r>
                      <a:r>
                        <a:rPr lang="en-US" sz="1800"/>
                        <a:t>m đốc dự án và đội dự án nòng cốt hoạt động như một đơn vị tổ chức hoàn toàn độc lập với tổ chức mẹ (tổ chức truyền thống)</a:t>
                      </a:r>
                      <a:endParaRPr/>
                    </a:p>
                    <a:p>
                      <a:pPr indent="-285750" lvl="0" marL="285750" marR="0" rtl="0" algn="l">
                        <a:lnSpc>
                          <a:spcPct val="150000"/>
                        </a:lnSpc>
                        <a:spcBef>
                          <a:spcPts val="0"/>
                        </a:spcBef>
                        <a:spcAft>
                          <a:spcPts val="0"/>
                        </a:spcAft>
                        <a:buClr>
                          <a:schemeClr val="dk1"/>
                        </a:buClr>
                        <a:buSzPts val="1800"/>
                        <a:buFont typeface="Tahoma"/>
                        <a:buChar char="-"/>
                      </a:pPr>
                      <a:r>
                        <a:rPr lang="en-US" sz="1800"/>
                        <a:t>Trong một số tổ chức, cấu trúc dự án thuần túy có thể bao gồm những hệ thống tự hỗ trợ, chẳng hạn như một phòng nhân sự hay phòng thu mua riêng. Trong các tổ chức khác, cấu trúc dự án thuần túy lại chia sẻ hệ thống hỗ trợ này với tổ chức mẹ.</a:t>
                      </a:r>
                      <a:endParaRPr sz="1800"/>
                    </a:p>
                  </a:txBody>
                  <a:tcPr marT="45725" marB="45725" marR="91450" marL="91450"/>
                </a:tc>
              </a:tr>
            </a:tbl>
          </a:graphicData>
        </a:graphic>
      </p:graphicFrame>
    </p:spTree>
  </p:cSld>
  <p:clrMapOvr>
    <a:masterClrMapping/>
  </p:clrMapOvr>
  <p:transition>
    <p:zoom dir="out"/>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8"/>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78" name="Google Shape;278;p18"/>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3. XÂY DỰNG NHÓM DỰ ÁN</a:t>
            </a:r>
            <a:endParaRPr/>
          </a:p>
        </p:txBody>
      </p:sp>
      <p:sp>
        <p:nvSpPr>
          <p:cNvPr id="279" name="Google Shape;279;p18"/>
          <p:cNvSpPr/>
          <p:nvPr/>
        </p:nvSpPr>
        <p:spPr>
          <a:xfrm>
            <a:off x="609600" y="1371600"/>
            <a:ext cx="54864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Tahoma"/>
                <a:ea typeface="Tahoma"/>
                <a:cs typeface="Tahoma"/>
                <a:sym typeface="Tahoma"/>
              </a:rPr>
              <a:t>Các giai đoạn phát triển đội dự án </a:t>
            </a:r>
            <a:endParaRPr sz="2400">
              <a:solidFill>
                <a:schemeClr val="dk1"/>
              </a:solidFill>
              <a:latin typeface="Tahoma"/>
              <a:ea typeface="Tahoma"/>
              <a:cs typeface="Tahoma"/>
              <a:sym typeface="Tahoma"/>
            </a:endParaRPr>
          </a:p>
        </p:txBody>
      </p:sp>
      <p:graphicFrame>
        <p:nvGraphicFramePr>
          <p:cNvPr id="280" name="Google Shape;280;p18"/>
          <p:cNvGraphicFramePr/>
          <p:nvPr/>
        </p:nvGraphicFramePr>
        <p:xfrm>
          <a:off x="228600" y="2301240"/>
          <a:ext cx="3000000" cy="3000000"/>
        </p:xfrm>
        <a:graphic>
          <a:graphicData uri="http://schemas.openxmlformats.org/drawingml/2006/table">
            <a:tbl>
              <a:tblPr bandRow="1" firstRow="1">
                <a:noFill/>
                <a:tableStyleId>{87AEDC04-5BD5-4041-B84D-75212622B10A}</a:tableStyleId>
              </a:tblPr>
              <a:tblGrid>
                <a:gridCol w="2034275"/>
                <a:gridCol w="6728725"/>
              </a:tblGrid>
              <a:tr h="370850">
                <a:tc>
                  <a:txBody>
                    <a:bodyPr/>
                    <a:lstStyle/>
                    <a:p>
                      <a:pPr indent="0" lvl="0" marL="0" marR="0" rtl="0" algn="l">
                        <a:spcBef>
                          <a:spcPts val="0"/>
                        </a:spcBef>
                        <a:spcAft>
                          <a:spcPts val="0"/>
                        </a:spcAft>
                        <a:buNone/>
                      </a:pPr>
                      <a:r>
                        <a:rPr lang="en-US" sz="2400"/>
                        <a:t>Giai</a:t>
                      </a:r>
                      <a:r>
                        <a:rPr lang="en-US" sz="2400"/>
                        <a:t> đoạn</a:t>
                      </a:r>
                      <a:endParaRPr sz="2400"/>
                    </a:p>
                  </a:txBody>
                  <a:tcPr marT="45725" marB="45725" marR="91450" marL="91450"/>
                </a:tc>
                <a:tc>
                  <a:txBody>
                    <a:bodyPr/>
                    <a:lstStyle/>
                    <a:p>
                      <a:pPr indent="0" lvl="0" marL="0" marR="0" rtl="0" algn="l">
                        <a:spcBef>
                          <a:spcPts val="0"/>
                        </a:spcBef>
                        <a:spcAft>
                          <a:spcPts val="0"/>
                        </a:spcAft>
                        <a:buNone/>
                      </a:pPr>
                      <a:r>
                        <a:rPr lang="en-US" sz="2400"/>
                        <a:t>Đặc</a:t>
                      </a:r>
                      <a:r>
                        <a:rPr lang="en-US" sz="2400"/>
                        <a:t> điểm</a:t>
                      </a:r>
                      <a:endParaRPr sz="2400"/>
                    </a:p>
                  </a:txBody>
                  <a:tcPr marT="45725" marB="45725" marR="91450" marL="91450"/>
                </a:tc>
              </a:tr>
              <a:tr h="370850">
                <a:tc>
                  <a:txBody>
                    <a:bodyPr/>
                    <a:lstStyle/>
                    <a:p>
                      <a:pPr indent="0" lvl="0" marL="0" marR="0" rtl="0" algn="l">
                        <a:spcBef>
                          <a:spcPts val="0"/>
                        </a:spcBef>
                        <a:spcAft>
                          <a:spcPts val="0"/>
                        </a:spcAft>
                        <a:buNone/>
                      </a:pPr>
                      <a:r>
                        <a:rPr lang="en-US" sz="2400"/>
                        <a:t>Hình</a:t>
                      </a:r>
                      <a:r>
                        <a:rPr lang="en-US" sz="2400"/>
                        <a:t> thành</a:t>
                      </a:r>
                      <a:endParaRPr sz="2400"/>
                    </a:p>
                  </a:txBody>
                  <a:tcPr marT="45725" marB="45725" marR="91450" marL="91450"/>
                </a:tc>
                <a:tc>
                  <a:txBody>
                    <a:bodyPr/>
                    <a:lstStyle/>
                    <a:p>
                      <a:pPr indent="0" lvl="0" marL="0" marR="0" rtl="0" algn="l">
                        <a:spcBef>
                          <a:spcPts val="0"/>
                        </a:spcBef>
                        <a:spcAft>
                          <a:spcPts val="0"/>
                        </a:spcAft>
                        <a:buNone/>
                      </a:pPr>
                      <a:r>
                        <a:rPr lang="en-US" sz="2400"/>
                        <a:t>Thành</a:t>
                      </a:r>
                      <a:r>
                        <a:rPr lang="en-US" sz="2400"/>
                        <a:t> viên đội dự án làm quen với nhau, thảo ra các quy tắc và sự hợp tác giữa các thành viên</a:t>
                      </a:r>
                      <a:endParaRPr sz="2400"/>
                    </a:p>
                  </a:txBody>
                  <a:tcPr marT="45725" marB="45725" marR="91450" marL="91450"/>
                </a:tc>
              </a:tr>
              <a:tr h="370850">
                <a:tc>
                  <a:txBody>
                    <a:bodyPr/>
                    <a:lstStyle/>
                    <a:p>
                      <a:pPr indent="0" lvl="0" marL="0" marR="0" rtl="0" algn="l">
                        <a:spcBef>
                          <a:spcPts val="0"/>
                        </a:spcBef>
                        <a:spcAft>
                          <a:spcPts val="0"/>
                        </a:spcAft>
                        <a:buNone/>
                      </a:pPr>
                      <a:r>
                        <a:rPr lang="en-US" sz="2400"/>
                        <a:t>Mâu</a:t>
                      </a:r>
                      <a:r>
                        <a:rPr lang="en-US" sz="2400"/>
                        <a:t> thuẫn</a:t>
                      </a:r>
                      <a:endParaRPr sz="2400"/>
                    </a:p>
                  </a:txBody>
                  <a:tcPr marT="45725" marB="45725" marR="91450" marL="91450"/>
                </a:tc>
                <a:tc>
                  <a:txBody>
                    <a:bodyPr/>
                    <a:lstStyle/>
                    <a:p>
                      <a:pPr indent="0" lvl="0" marL="0" marR="0" rtl="0" algn="l">
                        <a:spcBef>
                          <a:spcPts val="0"/>
                        </a:spcBef>
                        <a:spcAft>
                          <a:spcPts val="0"/>
                        </a:spcAft>
                        <a:buNone/>
                      </a:pPr>
                      <a:r>
                        <a:rPr lang="en-US" sz="2400"/>
                        <a:t>Nảy</a:t>
                      </a:r>
                      <a:r>
                        <a:rPr lang="en-US" sz="2400"/>
                        <a:t> sinh các xung đột giữa các thành viên đội dự án về các vấn đề tranh luận.</a:t>
                      </a:r>
                      <a:endParaRPr sz="2400"/>
                    </a:p>
                  </a:txBody>
                  <a:tcPr marT="45725" marB="45725" marR="91450" marL="91450"/>
                </a:tc>
              </a:tr>
              <a:tr h="370850">
                <a:tc>
                  <a:txBody>
                    <a:bodyPr/>
                    <a:lstStyle/>
                    <a:p>
                      <a:pPr indent="0" lvl="0" marL="0" marR="0" rtl="0" algn="l">
                        <a:spcBef>
                          <a:spcPts val="0"/>
                        </a:spcBef>
                        <a:spcAft>
                          <a:spcPts val="0"/>
                        </a:spcAft>
                        <a:buNone/>
                      </a:pPr>
                      <a:r>
                        <a:rPr lang="en-US" sz="2400"/>
                        <a:t>Hòa</a:t>
                      </a:r>
                      <a:r>
                        <a:rPr lang="en-US" sz="2400"/>
                        <a:t> giải</a:t>
                      </a:r>
                      <a:endParaRPr sz="2400"/>
                    </a:p>
                  </a:txBody>
                  <a:tcPr marT="45725" marB="45725" marR="91450" marL="91450"/>
                </a:tc>
                <a:tc>
                  <a:txBody>
                    <a:bodyPr/>
                    <a:lstStyle/>
                    <a:p>
                      <a:pPr indent="0" lvl="0" marL="0" marR="0" rtl="0" algn="l">
                        <a:spcBef>
                          <a:spcPts val="0"/>
                        </a:spcBef>
                        <a:spcAft>
                          <a:spcPts val="0"/>
                        </a:spcAft>
                        <a:buNone/>
                      </a:pPr>
                      <a:r>
                        <a:rPr lang="en-US" sz="2400"/>
                        <a:t>Các</a:t>
                      </a:r>
                      <a:r>
                        <a:rPr lang="en-US" sz="2400"/>
                        <a:t> vấn đề giữa các thành viên đội dự án được giải quyết, tập trung vào các vấn đề về quy trình và năng suất lao động.</a:t>
                      </a:r>
                      <a:endParaRPr sz="2400"/>
                    </a:p>
                  </a:txBody>
                  <a:tcPr marT="45725" marB="45725" marR="91450" marL="91450"/>
                </a:tc>
              </a:tr>
              <a:tr h="370850">
                <a:tc>
                  <a:txBody>
                    <a:bodyPr/>
                    <a:lstStyle/>
                    <a:p>
                      <a:pPr indent="0" lvl="0" marL="0" marR="0" rtl="0" algn="l">
                        <a:spcBef>
                          <a:spcPts val="0"/>
                        </a:spcBef>
                        <a:spcAft>
                          <a:spcPts val="0"/>
                        </a:spcAft>
                        <a:buNone/>
                      </a:pPr>
                      <a:r>
                        <a:rPr lang="en-US" sz="2400"/>
                        <a:t>Thực</a:t>
                      </a:r>
                      <a:r>
                        <a:rPr lang="en-US" sz="2400"/>
                        <a:t> hiện</a:t>
                      </a:r>
                      <a:endParaRPr sz="2400"/>
                    </a:p>
                  </a:txBody>
                  <a:tcPr marT="45725" marB="45725" marR="91450" marL="91450"/>
                </a:tc>
                <a:tc>
                  <a:txBody>
                    <a:bodyPr/>
                    <a:lstStyle/>
                    <a:p>
                      <a:pPr indent="0" lvl="0" marL="0" marR="0" rtl="0" algn="l">
                        <a:spcBef>
                          <a:spcPts val="0"/>
                        </a:spcBef>
                        <a:spcAft>
                          <a:spcPts val="0"/>
                        </a:spcAft>
                        <a:buNone/>
                      </a:pPr>
                      <a:r>
                        <a:rPr lang="en-US" sz="2400"/>
                        <a:t>Đội</a:t>
                      </a:r>
                      <a:r>
                        <a:rPr lang="en-US" sz="2400"/>
                        <a:t> dự án làm việc với năng suất cao nhất</a:t>
                      </a:r>
                      <a:endParaRPr sz="2400"/>
                    </a:p>
                  </a:txBody>
                  <a:tcPr marT="45725" marB="45725" marR="91450" marL="91450"/>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9"/>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6" name="Google Shape;286;p19"/>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giai đoạn phát triển dự án</a:t>
            </a:r>
            <a:endParaRPr/>
          </a:p>
        </p:txBody>
      </p:sp>
      <p:sp>
        <p:nvSpPr>
          <p:cNvPr id="287" name="Google Shape;287;p19"/>
          <p:cNvSpPr/>
          <p:nvPr/>
        </p:nvSpPr>
        <p:spPr>
          <a:xfrm>
            <a:off x="609600" y="1371600"/>
            <a:ext cx="35052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Tahoma"/>
                <a:ea typeface="Tahoma"/>
                <a:cs typeface="Tahoma"/>
                <a:sym typeface="Tahoma"/>
              </a:rPr>
              <a:t>Giai đoạn hình thành</a:t>
            </a:r>
            <a:endParaRPr sz="2400">
              <a:solidFill>
                <a:schemeClr val="dk1"/>
              </a:solidFill>
              <a:latin typeface="Tahoma"/>
              <a:ea typeface="Tahoma"/>
              <a:cs typeface="Tahoma"/>
              <a:sym typeface="Tahoma"/>
            </a:endParaRPr>
          </a:p>
        </p:txBody>
      </p:sp>
      <p:sp>
        <p:nvSpPr>
          <p:cNvPr id="288" name="Google Shape;288;p19"/>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Các thành viên đội dự án ?</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Đánh giá ban đầu về kỹ năng và chất lượng làm việc của các thành viên cùng làm trong đội.</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Các thành viên còn lại đánh giá về họ như thế nào?</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Những buổi họp dự án trong giai đoạn này?</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Nếu bạn được chọn làm quản lý nhóm dự án? Bạn có kế hoạch như thế nào cho buổi họp dự án?</a:t>
            </a:r>
            <a:endParaRPr sz="2400">
              <a:solidFill>
                <a:schemeClr val="dk1"/>
              </a:solidFill>
              <a:latin typeface="Tahoma"/>
              <a:ea typeface="Tahoma"/>
              <a:cs typeface="Tahoma"/>
              <a:sym typeface="Tahom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0"/>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294" name="Google Shape;294;p20"/>
          <p:cNvPicPr preferRelativeResize="0"/>
          <p:nvPr/>
        </p:nvPicPr>
        <p:blipFill rotWithShape="1">
          <a:blip r:embed="rId3">
            <a:alphaModFix/>
          </a:blip>
          <a:srcRect b="0" l="0" r="0" t="0"/>
          <a:stretch/>
        </p:blipFill>
        <p:spPr>
          <a:xfrm>
            <a:off x="304800" y="228600"/>
            <a:ext cx="7924800" cy="602284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21"/>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00" name="Google Shape;300;p21"/>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giai đoạn phát triển dự án</a:t>
            </a:r>
            <a:endParaRPr/>
          </a:p>
        </p:txBody>
      </p:sp>
      <p:sp>
        <p:nvSpPr>
          <p:cNvPr id="301" name="Google Shape;301;p21"/>
          <p:cNvSpPr/>
          <p:nvPr/>
        </p:nvSpPr>
        <p:spPr>
          <a:xfrm>
            <a:off x="609600" y="1371600"/>
            <a:ext cx="49530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Tahoma"/>
                <a:ea typeface="Tahoma"/>
                <a:cs typeface="Tahoma"/>
                <a:sym typeface="Tahoma"/>
              </a:rPr>
              <a:t>Giai đoạn nảy sinh mâu thuẫn</a:t>
            </a:r>
            <a:endParaRPr sz="2400">
              <a:solidFill>
                <a:schemeClr val="dk1"/>
              </a:solidFill>
              <a:latin typeface="Tahoma"/>
              <a:ea typeface="Tahoma"/>
              <a:cs typeface="Tahoma"/>
              <a:sym typeface="Tahoma"/>
            </a:endParaRPr>
          </a:p>
        </p:txBody>
      </p:sp>
      <p:sp>
        <p:nvSpPr>
          <p:cNvPr id="302" name="Google Shape;302;p21"/>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Các thành viên dự án thường rất bảo thủ 🡪  nhiều mâu thuẫn</a:t>
            </a:r>
            <a:endParaRPr sz="2400">
              <a:solidFill>
                <a:schemeClr val="dk1"/>
              </a:solidFill>
              <a:latin typeface="Tahoma"/>
              <a:ea typeface="Tahoma"/>
              <a:cs typeface="Tahoma"/>
              <a:sym typeface="Tahoma"/>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Sự khác nhau về tính cách bắt đầu bộc lộ, hệ quả của các cuộc xung đột là các thành viên muốn làm công việc dự án, hoặc đưa ra quyết định theo cách riêng của mình.</a:t>
            </a:r>
            <a:endParaRPr/>
          </a:p>
          <a:p>
            <a:pPr indent="0" lvl="0" marL="0" marR="0" rtl="0" algn="l">
              <a:lnSpc>
                <a:spcPct val="150000"/>
              </a:lnSpc>
              <a:spcBef>
                <a:spcPts val="0"/>
              </a:spcBef>
              <a:spcAft>
                <a:spcPts val="0"/>
              </a:spcAft>
              <a:buClr>
                <a:schemeClr val="folHlink"/>
              </a:buClr>
              <a:buSzPts val="1440"/>
              <a:buFont typeface="Noto Sans Symbols"/>
              <a:buNone/>
            </a:pPr>
            <a:r>
              <a:rPr lang="en-US" sz="2400">
                <a:solidFill>
                  <a:schemeClr val="dk1"/>
                </a:solidFill>
                <a:latin typeface="Tahoma"/>
                <a:ea typeface="Tahoma"/>
                <a:cs typeface="Tahoma"/>
                <a:sym typeface="Tahoma"/>
              </a:rPr>
              <a:t>🡺 Giám đốc dự án cần phải sử dụng các kỹ năng để giải quyết xung đột và kỹ năng ủy thác để giúp đội dự án giải quyết được vấn đề.</a:t>
            </a:r>
            <a:endParaRPr sz="2400">
              <a:solidFill>
                <a:schemeClr val="dk1"/>
              </a:solidFill>
              <a:latin typeface="Tahoma"/>
              <a:ea typeface="Tahoma"/>
              <a:cs typeface="Tahoma"/>
              <a:sym typeface="Tahoma"/>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2"/>
          <p:cNvSpPr txBox="1"/>
          <p:nvPr>
            <p:ph idx="1" type="body"/>
          </p:nvPr>
        </p:nvSpPr>
        <p:spPr>
          <a:xfrm>
            <a:off x="838200" y="1905000"/>
            <a:ext cx="3770313" cy="4181475"/>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308" name="Google Shape;308;p22"/>
          <p:cNvSpPr txBox="1"/>
          <p:nvPr>
            <p:ph idx="2" type="body"/>
          </p:nvPr>
        </p:nvSpPr>
        <p:spPr>
          <a:xfrm>
            <a:off x="4760913" y="1905000"/>
            <a:ext cx="3770312" cy="2014538"/>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309" name="Google Shape;309;p22"/>
          <p:cNvSpPr txBox="1"/>
          <p:nvPr>
            <p:ph idx="3" type="body"/>
          </p:nvPr>
        </p:nvSpPr>
        <p:spPr>
          <a:xfrm>
            <a:off x="4760913" y="4071938"/>
            <a:ext cx="3770312" cy="2014537"/>
          </a:xfrm>
          <a:prstGeom prst="rect">
            <a:avLst/>
          </a:prstGeom>
          <a:noFill/>
          <a:ln>
            <a:noFill/>
          </a:ln>
        </p:spPr>
        <p:txBody>
          <a:bodyPr anchorCtr="0" anchor="t" bIns="45700" lIns="91425" spcFirstLastPara="1" rIns="91425" wrap="square" tIns="45700">
            <a:noAutofit/>
          </a:bodyPr>
          <a:lstStyle/>
          <a:p>
            <a:pPr indent="-236220" lvl="0" marL="342900" rtl="0" algn="l">
              <a:lnSpc>
                <a:spcPct val="80000"/>
              </a:lnSpc>
              <a:spcBef>
                <a:spcPts val="0"/>
              </a:spcBef>
              <a:spcAft>
                <a:spcPts val="0"/>
              </a:spcAft>
              <a:buSzPts val="1680"/>
              <a:buNone/>
            </a:pPr>
            <a:r>
              <a:t/>
            </a:r>
            <a:endParaRPr/>
          </a:p>
        </p:txBody>
      </p:sp>
      <p:sp>
        <p:nvSpPr>
          <p:cNvPr id="310" name="Google Shape;310;p22"/>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11" name="Google Shape;311;p22"/>
          <p:cNvPicPr preferRelativeResize="0"/>
          <p:nvPr/>
        </p:nvPicPr>
        <p:blipFill rotWithShape="1">
          <a:blip r:embed="rId3">
            <a:alphaModFix/>
          </a:blip>
          <a:srcRect b="0" l="0" r="0" t="0"/>
          <a:stretch/>
        </p:blipFill>
        <p:spPr>
          <a:xfrm>
            <a:off x="175847" y="1447800"/>
            <a:ext cx="8739553" cy="4800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3"/>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17" name="Google Shape;317;p23"/>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giai đoạn phát triển dự án</a:t>
            </a:r>
            <a:endParaRPr/>
          </a:p>
        </p:txBody>
      </p:sp>
      <p:sp>
        <p:nvSpPr>
          <p:cNvPr id="318" name="Google Shape;318;p23"/>
          <p:cNvSpPr/>
          <p:nvPr/>
        </p:nvSpPr>
        <p:spPr>
          <a:xfrm>
            <a:off x="609600" y="1371600"/>
            <a:ext cx="32004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Tahoma"/>
                <a:ea typeface="Tahoma"/>
                <a:cs typeface="Tahoma"/>
                <a:sym typeface="Tahoma"/>
              </a:rPr>
              <a:t>Giai đoạn hòa giải</a:t>
            </a:r>
            <a:endParaRPr sz="2400">
              <a:solidFill>
                <a:schemeClr val="dk1"/>
              </a:solidFill>
              <a:latin typeface="Tahoma"/>
              <a:ea typeface="Tahoma"/>
              <a:cs typeface="Tahoma"/>
              <a:sym typeface="Tahoma"/>
            </a:endParaRPr>
          </a:p>
        </p:txBody>
      </p:sp>
      <p:sp>
        <p:nvSpPr>
          <p:cNvPr id="319" name="Google Shape;319;p23"/>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Đội dự án bắt đầu làm việc một cách năng suất mà không lo lắng gì về quan điểm cá nhân hoặc các vấn đề tranh cãi.</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Khi xung đột vẫn còn xẩy ra 🡪 tập trung các vấn đề liên quan đến quy trình hơn là liên quan đến cá nhân.</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Đội dự án bắt đầu hoạt động trên cơ sở tin tưởng và trông cậy lẫn nhau.</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 Giám đốc dự án? Phải thêm vào các tiêu chí bằng cách tập trung vào các vấn đề về hiệu quả làm việc của dự án.</a:t>
            </a:r>
            <a:endParaRPr/>
          </a:p>
          <a:p>
            <a:pPr indent="-251459" lvl="0" marL="342900" marR="0" rtl="0" algn="l">
              <a:lnSpc>
                <a:spcPct val="150000"/>
              </a:lnSpc>
              <a:spcBef>
                <a:spcPts val="0"/>
              </a:spcBef>
              <a:spcAft>
                <a:spcPts val="0"/>
              </a:spcAft>
              <a:buClr>
                <a:schemeClr val="folHlink"/>
              </a:buClr>
              <a:buSzPts val="1440"/>
              <a:buFont typeface="Noto Sans Symbols"/>
              <a:buNone/>
            </a:pPr>
            <a:r>
              <a:t/>
            </a:r>
            <a:endParaRPr sz="2400">
              <a:solidFill>
                <a:schemeClr val="dk1"/>
              </a:solidFill>
              <a:latin typeface="Tahoma"/>
              <a:ea typeface="Tahoma"/>
              <a:cs typeface="Tahoma"/>
              <a:sym typeface="Tahoma"/>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24"/>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25" name="Google Shape;325;p24"/>
          <p:cNvPicPr preferRelativeResize="0"/>
          <p:nvPr/>
        </p:nvPicPr>
        <p:blipFill rotWithShape="1">
          <a:blip r:embed="rId3">
            <a:alphaModFix/>
          </a:blip>
          <a:srcRect b="0" l="0" r="0" t="0"/>
          <a:stretch/>
        </p:blipFill>
        <p:spPr>
          <a:xfrm>
            <a:off x="304800" y="457200"/>
            <a:ext cx="8686800" cy="5638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5"/>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31" name="Google Shape;331;p25"/>
          <p:cNvSpPr txBox="1"/>
          <p:nvPr>
            <p:ph type="title"/>
          </p:nvPr>
        </p:nvSpPr>
        <p:spPr>
          <a:xfrm>
            <a:off x="762000" y="228600"/>
            <a:ext cx="7716838" cy="762000"/>
          </a:xfrm>
          <a:prstGeom prst="rect">
            <a:avLst/>
          </a:prstGeom>
          <a:noFill/>
          <a:ln>
            <a:noFill/>
          </a:ln>
        </p:spPr>
        <p:txBody>
          <a:bodyPr anchorCtr="0" anchor="b" bIns="45700" lIns="91425" spcFirstLastPara="1" rIns="91425" wrap="square" tIns="45700">
            <a:noAutofit/>
          </a:bodyPr>
          <a:lstStyle/>
          <a:p>
            <a:pPr indent="0" lvl="0" marL="0" rtl="0" algn="ctr">
              <a:spcBef>
                <a:spcPts val="0"/>
              </a:spcBef>
              <a:spcAft>
                <a:spcPts val="0"/>
              </a:spcAft>
              <a:buNone/>
            </a:pPr>
            <a:r>
              <a:rPr lang="en-US"/>
              <a:t>Các giai đoạn phát triển dự án</a:t>
            </a:r>
            <a:endParaRPr/>
          </a:p>
        </p:txBody>
      </p:sp>
      <p:sp>
        <p:nvSpPr>
          <p:cNvPr id="332" name="Google Shape;332;p25"/>
          <p:cNvSpPr/>
          <p:nvPr/>
        </p:nvSpPr>
        <p:spPr>
          <a:xfrm>
            <a:off x="609600" y="1371600"/>
            <a:ext cx="3505200" cy="457200"/>
          </a:xfrm>
          <a:prstGeom prst="roundRect">
            <a:avLst>
              <a:gd fmla="val 16667" name="adj"/>
            </a:avLst>
          </a:prstGeom>
          <a:solidFill>
            <a:srgbClr val="00AB7E"/>
          </a:solidFill>
          <a:ln cap="flat" cmpd="sng" w="9525">
            <a:solidFill>
              <a:schemeClr val="dk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None/>
            </a:pPr>
            <a:r>
              <a:rPr b="1" lang="en-US" sz="2400">
                <a:solidFill>
                  <a:schemeClr val="dk1"/>
                </a:solidFill>
                <a:latin typeface="Tahoma"/>
                <a:ea typeface="Tahoma"/>
                <a:cs typeface="Tahoma"/>
                <a:sym typeface="Tahoma"/>
              </a:rPr>
              <a:t>Giai đoạn thực hiện</a:t>
            </a:r>
            <a:endParaRPr sz="2400">
              <a:solidFill>
                <a:schemeClr val="dk1"/>
              </a:solidFill>
              <a:latin typeface="Tahoma"/>
              <a:ea typeface="Tahoma"/>
              <a:cs typeface="Tahoma"/>
              <a:sym typeface="Tahoma"/>
            </a:endParaRPr>
          </a:p>
        </p:txBody>
      </p:sp>
      <p:sp>
        <p:nvSpPr>
          <p:cNvPr id="333" name="Google Shape;333;p25"/>
          <p:cNvSpPr txBox="1"/>
          <p:nvPr/>
        </p:nvSpPr>
        <p:spPr>
          <a:xfrm>
            <a:off x="152400" y="2057400"/>
            <a:ext cx="8991600" cy="4572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Đội dự án sẽ làm việc với năng suất cao nhất;</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Việc cộng tác và trao đổi trở nên dễ dàng, các xung đột được giải quyết. </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Các thành viên trong đội cảm thấy thoải mái khi trình bày được các vấn đề, tin tưởng vào đồng đội để tìm ra giải pháp tốt nhất cho toàn đội dự án.</a:t>
            </a:r>
            <a:endParaRPr/>
          </a:p>
          <a:p>
            <a:pPr indent="-342900" lvl="0" marL="342900" marR="0" rtl="0" algn="l">
              <a:lnSpc>
                <a:spcPct val="150000"/>
              </a:lnSpc>
              <a:spcBef>
                <a:spcPts val="0"/>
              </a:spcBef>
              <a:spcAft>
                <a:spcPts val="0"/>
              </a:spcAft>
              <a:buClr>
                <a:schemeClr val="folHlink"/>
              </a:buClr>
              <a:buSzPts val="1440"/>
              <a:buFont typeface="Noto Sans Symbols"/>
              <a:buChar char="📫"/>
            </a:pPr>
            <a:r>
              <a:rPr lang="en-US" sz="2400">
                <a:solidFill>
                  <a:schemeClr val="dk1"/>
                </a:solidFill>
                <a:latin typeface="Tahoma"/>
                <a:ea typeface="Tahoma"/>
                <a:cs typeface="Tahoma"/>
                <a:sym typeface="Tahoma"/>
              </a:rPr>
              <a:t>🡺 Vai trò của quản lý dự án trong giai đoạn này?</a:t>
            </a:r>
            <a:endParaRPr sz="2400">
              <a:solidFill>
                <a:schemeClr val="dk1"/>
              </a:solidFill>
              <a:latin typeface="Tahoma"/>
              <a:ea typeface="Tahoma"/>
              <a:cs typeface="Tahoma"/>
              <a:sym typeface="Tahoma"/>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26"/>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339" name="Google Shape;339;p26"/>
          <p:cNvPicPr preferRelativeResize="0"/>
          <p:nvPr/>
        </p:nvPicPr>
        <p:blipFill rotWithShape="1">
          <a:blip r:embed="rId3">
            <a:alphaModFix/>
          </a:blip>
          <a:srcRect b="0" l="0" r="0" t="0"/>
          <a:stretch/>
        </p:blipFill>
        <p:spPr>
          <a:xfrm>
            <a:off x="304801" y="381000"/>
            <a:ext cx="8534400" cy="58674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7"/>
          <p:cNvSpPr txBox="1"/>
          <p:nvPr>
            <p:ph idx="12" type="sldNum"/>
          </p:nvPr>
        </p:nvSpPr>
        <p:spPr>
          <a:xfrm>
            <a:off x="7239000" y="6400800"/>
            <a:ext cx="19050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345" name="Google Shape;345;p27"/>
          <p:cNvSpPr txBox="1"/>
          <p:nvPr/>
        </p:nvSpPr>
        <p:spPr>
          <a:xfrm>
            <a:off x="1981200" y="3124200"/>
            <a:ext cx="5181600" cy="553998"/>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000">
                <a:solidFill>
                  <a:schemeClr val="dk1"/>
                </a:solidFill>
                <a:latin typeface="Tahoma"/>
                <a:ea typeface="Tahoma"/>
                <a:cs typeface="Tahoma"/>
                <a:sym typeface="Tahoma"/>
              </a:rPr>
              <a:t>THE END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Blends">
  <a:themeElements>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917044956329334B859883770E5F8B1A" ma:contentTypeVersion="3" ma:contentTypeDescription="Create a new document." ma:contentTypeScope="" ma:versionID="d4693b35dbcd13ebd1c5620d69ea1f1a">
  <xsd:schema xmlns:xsd="http://www.w3.org/2001/XMLSchema" xmlns:xs="http://www.w3.org/2001/XMLSchema" xmlns:p="http://schemas.microsoft.com/office/2006/metadata/properties" xmlns:ns2="2b122139-ef2b-4bf4-a1d7-39c03562fb03" targetNamespace="http://schemas.microsoft.com/office/2006/metadata/properties" ma:root="true" ma:fieldsID="3b8350155ddf9dd6245d8440520ed191" ns2:_="">
    <xsd:import namespace="2b122139-ef2b-4bf4-a1d7-39c03562fb03"/>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b122139-ef2b-4bf4-a1d7-39c03562fb0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C54C2AA-7198-445A-A217-D749742904C8}"/>
</file>

<file path=customXml/itemProps2.xml><?xml version="1.0" encoding="utf-8"?>
<ds:datastoreItem xmlns:ds="http://schemas.openxmlformats.org/officeDocument/2006/customXml" ds:itemID="{B0ACF831-D9AF-438F-B864-82829F110257}"/>
</file>

<file path=customXml/itemProps3.xml><?xml version="1.0" encoding="utf-8"?>
<ds:datastoreItem xmlns:ds="http://schemas.openxmlformats.org/officeDocument/2006/customXml" ds:itemID="{0F56B33A-1E0E-44EA-9D8B-FEF9D69B0230}"/>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Jiawei Han</dc:creator>
  <dcterms:created xsi:type="dcterms:W3CDTF">1999-12-01T22:01:55Z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0x010100917044956329334B859883770E5F8B1A</vt:lpwstr>
  </property>
</Properties>
</file>