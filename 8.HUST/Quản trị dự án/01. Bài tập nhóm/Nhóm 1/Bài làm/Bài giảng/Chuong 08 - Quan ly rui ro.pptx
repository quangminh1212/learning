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ppt/embeddings/oleObject1.bin" ContentType="application/vnd.openxmlformats-officedocument.oleObject"/>
  <Override PartName="/ppt/embeddings/oleObject3.bin" ContentType="application/vnd.openxmlformats-officedocument.oleObject"/>
  <Override PartName="/ppt/embeddings/oleObject2.bin" ContentType="application/vnd.openxmlformats-officedocument.oleObject"/>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9144000"/>
  <p:notesSz cx="7010400" cy="9296400"/>
  <p:embeddedFontLst>
    <p:embeddedFont>
      <p:font typeface="Tahoma"/>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28">
          <p15:clr>
            <a:srgbClr val="000000"/>
          </p15:clr>
        </p15:guide>
        <p15:guide id="2" pos="2208">
          <p15:clr>
            <a:srgbClr val="000000"/>
          </p15:clr>
        </p15:guide>
      </p15:notesGuideLst>
    </p:ext>
    <p:ext uri="GoogleSlidesCustomDataVersion2">
      <go:slidesCustomData xmlns:go="http://customooxmlschemas.google.com/" r:id="rId46" roundtripDataSignature="AMtx7mivJBGgm4l0lmM5NgyJg7cWeD0w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797D15-8F02-4D21-B901-0DE6913298CD}">
  <a:tblStyle styleId="{13797D15-8F02-4D21-B901-0DE6913298CD}" styleName="Table_0">
    <a:wholeTbl>
      <a:tcTxStyle b="off" i="off">
        <a:font>
          <a:latin typeface="Tahoma"/>
          <a:ea typeface="Tahoma"/>
          <a:cs typeface="Tahom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AF1"/>
          </a:solidFill>
        </a:fill>
      </a:tcStyle>
    </a:wholeTbl>
    <a:band1H>
      <a:tcTxStyle/>
      <a:tcStyle>
        <a:fill>
          <a:solidFill>
            <a:srgbClr val="CAF5E1"/>
          </a:solidFill>
        </a:fill>
      </a:tcStyle>
    </a:band1H>
    <a:band2H>
      <a:tcTxStyle/>
    </a:band2H>
    <a:band1V>
      <a:tcTxStyle/>
      <a:tcStyle>
        <a:fill>
          <a:solidFill>
            <a:srgbClr val="CAF5E1"/>
          </a:solidFill>
        </a:fill>
      </a:tcStyle>
    </a:band1V>
    <a:band2V>
      <a:tcTxStyle/>
    </a:band2V>
    <a:lastCol>
      <a:tcTxStyle b="on" i="off">
        <a:font>
          <a:latin typeface="Tahoma"/>
          <a:ea typeface="Tahoma"/>
          <a:cs typeface="Tahoma"/>
        </a:font>
        <a:schemeClr val="lt1"/>
      </a:tcTxStyle>
      <a:tcStyle>
        <a:fill>
          <a:solidFill>
            <a:schemeClr val="accent1"/>
          </a:solidFill>
        </a:fill>
      </a:tcStyle>
    </a:lastCol>
    <a:firstCol>
      <a:tcTxStyle b="on" i="off">
        <a:font>
          <a:latin typeface="Tahoma"/>
          <a:ea typeface="Tahoma"/>
          <a:cs typeface="Tahoma"/>
        </a:font>
        <a:schemeClr val="lt1"/>
      </a:tcTxStyle>
      <a:tcStyle>
        <a:fill>
          <a:solidFill>
            <a:schemeClr val="accent1"/>
          </a:solidFill>
        </a:fill>
      </a:tcStyle>
    </a:firstCol>
    <a:lastRow>
      <a:tcTxStyle b="on" i="off">
        <a:font>
          <a:latin typeface="Tahoma"/>
          <a:ea typeface="Tahoma"/>
          <a:cs typeface="Tahom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ahoma"/>
          <a:ea typeface="Tahoma"/>
          <a:cs typeface="Tahom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3" Type="http://schemas.openxmlformats.org/officeDocument/2006/relationships/slide" Target="slides/slide7.xml"/><Relationship Id="rId39" Type="http://schemas.openxmlformats.org/officeDocument/2006/relationships/slide" Target="slides/slide33.xml"/><Relationship Id="rId18" Type="http://schemas.openxmlformats.org/officeDocument/2006/relationships/slide" Target="slides/slide12.xml"/><Relationship Id="rId42" Type="http://schemas.openxmlformats.org/officeDocument/2006/relationships/slide" Target="slides/slide36.xml"/><Relationship Id="rId21" Type="http://schemas.openxmlformats.org/officeDocument/2006/relationships/slide" Target="slides/slide15.xml"/><Relationship Id="rId34" Type="http://schemas.openxmlformats.org/officeDocument/2006/relationships/slide" Target="slides/slide28.xml"/><Relationship Id="rId47" Type="http://schemas.openxmlformats.org/officeDocument/2006/relationships/customXml" Target="../customXml/item1.xml"/><Relationship Id="rId7" Type="http://schemas.openxmlformats.org/officeDocument/2006/relationships/slide" Target="slides/slide1.xml"/><Relationship Id="rId2" Type="http://schemas.openxmlformats.org/officeDocument/2006/relationships/viewProps" Target="viewProps.xml"/><Relationship Id="rId29" Type="http://schemas.openxmlformats.org/officeDocument/2006/relationships/slide" Target="slides/slide23.xml"/><Relationship Id="rId16" Type="http://schemas.openxmlformats.org/officeDocument/2006/relationships/slide" Target="slides/slide10.xml"/><Relationship Id="rId40" Type="http://schemas.openxmlformats.org/officeDocument/2006/relationships/slide" Target="slides/slide34.xml"/><Relationship Id="rId24" Type="http://schemas.openxmlformats.org/officeDocument/2006/relationships/slide" Target="slides/slide18.xml"/><Relationship Id="rId45" Type="http://schemas.openxmlformats.org/officeDocument/2006/relationships/font" Target="fonts/Tahoma-bold.fntdata"/><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23" Type="http://schemas.openxmlformats.org/officeDocument/2006/relationships/slide" Target="slides/slide17.xml"/><Relationship Id="rId28" Type="http://schemas.openxmlformats.org/officeDocument/2006/relationships/slide" Target="slides/slide22.xml"/><Relationship Id="rId5" Type="http://schemas.openxmlformats.org/officeDocument/2006/relationships/slideMaster" Target="slideMasters/slideMaster1.xml"/><Relationship Id="rId15" Type="http://schemas.openxmlformats.org/officeDocument/2006/relationships/slide" Target="slides/slide9.xml"/><Relationship Id="rId36" Type="http://schemas.openxmlformats.org/officeDocument/2006/relationships/slide" Target="slides/slide30.xml"/><Relationship Id="rId49" Type="http://schemas.openxmlformats.org/officeDocument/2006/relationships/customXml" Target="../customXml/item3.xml"/><Relationship Id="rId44" Type="http://schemas.openxmlformats.org/officeDocument/2006/relationships/font" Target="fonts/Tahoma-regular.fntdata"/><Relationship Id="rId31" Type="http://schemas.openxmlformats.org/officeDocument/2006/relationships/slide" Target="slides/slide25.xml"/><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3" Type="http://schemas.openxmlformats.org/officeDocument/2006/relationships/slide" Target="slides/slide37.xml"/><Relationship Id="rId4" Type="http://schemas.openxmlformats.org/officeDocument/2006/relationships/tableStyles" Target="tableStyles.xml"/><Relationship Id="rId9" Type="http://schemas.openxmlformats.org/officeDocument/2006/relationships/slide" Target="slides/slide3.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14" Type="http://schemas.openxmlformats.org/officeDocument/2006/relationships/slide" Target="slides/slide8.xml"/><Relationship Id="rId48" Type="http://schemas.openxmlformats.org/officeDocument/2006/relationships/customXml" Target="../customXml/item2.xml"/><Relationship Id="rId8" Type="http://schemas.openxmlformats.org/officeDocument/2006/relationships/slide" Target="slides/slide2.xml"/><Relationship Id="rId3" Type="http://schemas.openxmlformats.org/officeDocument/2006/relationships/presProps" Target="presProps.xml"/><Relationship Id="rId46" Type="http://customschemas.google.com/relationships/presentationmetadata" Target="metadata"/><Relationship Id="rId25" Type="http://schemas.openxmlformats.org/officeDocument/2006/relationships/slide" Target="slides/slide19.xml"/><Relationship Id="rId33" Type="http://schemas.openxmlformats.org/officeDocument/2006/relationships/slide" Target="slides/slide27.xml"/><Relationship Id="rId12" Type="http://schemas.openxmlformats.org/officeDocument/2006/relationships/slide" Target="slides/slide6.xml"/><Relationship Id="rId17" Type="http://schemas.openxmlformats.org/officeDocument/2006/relationships/slide" Target="slides/slide11.xml"/><Relationship Id="rId38" Type="http://schemas.openxmlformats.org/officeDocument/2006/relationships/slide" Target="slides/slide32.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theme" Target="theme/theme2.xml"/><Relationship Id="rId6"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8475" cy="465138"/>
          </a:xfrm>
          <a:prstGeom prst="rect">
            <a:avLst/>
          </a:prstGeom>
          <a:noFill/>
          <a:ln>
            <a:noFill/>
          </a:ln>
        </p:spPr>
        <p:txBody>
          <a:bodyPr anchorCtr="0" anchor="t"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4" name="Google Shape;4;n"/>
          <p:cNvSpPr txBox="1"/>
          <p:nvPr>
            <p:ph idx="10" type="dt"/>
          </p:nvPr>
        </p:nvSpPr>
        <p:spPr>
          <a:xfrm>
            <a:off x="3971925" y="0"/>
            <a:ext cx="3038475" cy="465138"/>
          </a:xfrm>
          <a:prstGeom prst="rect">
            <a:avLst/>
          </a:prstGeom>
          <a:noFill/>
          <a:ln>
            <a:noFill/>
          </a:ln>
        </p:spPr>
        <p:txBody>
          <a:bodyPr anchorCtr="0" anchor="t" bIns="46575" lIns="93150" spcFirstLastPara="1" rIns="93150" wrap="square" tIns="46575">
            <a:noAutofit/>
          </a:bodyPr>
          <a:lstStyle>
            <a:lvl1pPr lvl="0" marR="0" rtl="0" algn="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5" name="Google Shape;5;n"/>
          <p:cNvSpPr/>
          <p:nvPr>
            <p:ph idx="3"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31263"/>
            <a:ext cx="3038475" cy="465137"/>
          </a:xfrm>
          <a:prstGeom prst="rect">
            <a:avLst/>
          </a:prstGeom>
          <a:noFill/>
          <a:ln>
            <a:noFill/>
          </a:ln>
        </p:spPr>
        <p:txBody>
          <a:bodyPr anchorCtr="0" anchor="b"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8" name="Google Shape;8;n"/>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07" name="Google Shape;107;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15" name="Google Shape;115;p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50" name="Google Shape;150;p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59" name="Google Shape;159;p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4: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67" name="Google Shape;167;p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74" name="Google Shape;174;p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81" name="Google Shape;181;p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88" name="Google Shape;188;p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95" name="Google Shape;195;p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02" name="Google Shape;202;p1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09" name="Google Shape;209;p1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16" name="Google Shape;216;p1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23" name="Google Shape;223;p1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30" name="Google Shape;230;p1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37" name="Google Shape;237;p1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44" name="Google Shape;244;p1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51" name="Google Shape;251;p1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58" name="Google Shape;258;p1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65" name="Google Shape;265;p1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72" name="Google Shape;272;p2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1: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79" name="Google Shape;279;p2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86" name="Google Shape;286;p2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93" name="Google Shape;293;p2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00" name="Google Shape;300;p2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08" name="Google Shape;308;p2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16" name="Google Shape;316;p2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24" name="Google Shape;324;p2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33" name="Google Shape;333;p2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41" name="Google Shape;341;p2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0: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49" name="Google Shape;349;p3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1: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57" name="Google Shape;357;p3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2: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65" name="Google Shape;365;p3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72" name="Google Shape;372;p3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79" name="Google Shape;379;p3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86" name="Google Shape;386;p3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93" name="Google Shape;393;p3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400" name="Google Shape;400;p3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2.vml"/><Relationship Id="rId3" Type="http://schemas.openxmlformats.org/officeDocument/2006/relationships/oleObject" Target="../embeddings/oleObject2.bin"/><Relationship Id="rId4" Type="http://schemas.openxmlformats.org/officeDocument/2006/relationships/oleObject" Target="../embeddings/oleObject2.bin"/><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3.vml"/><Relationship Id="rId3" Type="http://schemas.openxmlformats.org/officeDocument/2006/relationships/oleObject" Target="../embeddings/oleObject3.bin"/><Relationship Id="rId4" Type="http://schemas.openxmlformats.org/officeDocument/2006/relationships/oleObject" Target="../embeddings/oleObject3.bin"/><Relationship Id="rId5"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39"/>
          <p:cNvGrpSpPr/>
          <p:nvPr/>
        </p:nvGrpSpPr>
        <p:grpSpPr>
          <a:xfrm>
            <a:off x="0" y="2438400"/>
            <a:ext cx="9009063" cy="1052513"/>
            <a:chOff x="0" y="1536"/>
            <a:chExt cx="5675" cy="663"/>
          </a:xfrm>
        </p:grpSpPr>
        <p:grpSp>
          <p:nvGrpSpPr>
            <p:cNvPr id="18" name="Google Shape;18;p39"/>
            <p:cNvGrpSpPr/>
            <p:nvPr/>
          </p:nvGrpSpPr>
          <p:grpSpPr>
            <a:xfrm>
              <a:off x="185" y="1604"/>
              <a:ext cx="449" cy="299"/>
              <a:chOff x="720" y="336"/>
              <a:chExt cx="624" cy="432"/>
            </a:xfrm>
          </p:grpSpPr>
          <p:sp>
            <p:nvSpPr>
              <p:cNvPr id="19" name="Google Shape;19;p39"/>
              <p:cNvSpPr/>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0" name="Google Shape;20;p39"/>
              <p:cNvSpPr/>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grpSp>
          <p:nvGrpSpPr>
            <p:cNvPr id="21" name="Google Shape;21;p39"/>
            <p:cNvGrpSpPr/>
            <p:nvPr/>
          </p:nvGrpSpPr>
          <p:grpSpPr>
            <a:xfrm>
              <a:off x="263" y="1870"/>
              <a:ext cx="466" cy="299"/>
              <a:chOff x="912" y="2640"/>
              <a:chExt cx="672" cy="432"/>
            </a:xfrm>
          </p:grpSpPr>
          <p:sp>
            <p:nvSpPr>
              <p:cNvPr id="22" name="Google Shape;22;p39"/>
              <p:cNvSpPr/>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3" name="Google Shape;23;p39"/>
              <p:cNvSpPr/>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sp>
          <p:nvSpPr>
            <p:cNvPr id="24" name="Google Shape;24;p39"/>
            <p:cNvSpPr/>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5" name="Google Shape;25;p39"/>
            <p:cNvSpPr/>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6" name="Google Shape;26;p39"/>
            <p:cNvSpPr/>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sp>
        <p:nvSpPr>
          <p:cNvPr id="27" name="Google Shape;27;p39"/>
          <p:cNvSpPr/>
          <p:nvPr/>
        </p:nvSpPr>
        <p:spPr>
          <a:xfrm>
            <a:off x="8694738" y="6553200"/>
            <a:ext cx="449262"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1400" u="none" cap="none" strike="noStrike">
                <a:solidFill>
                  <a:schemeClr val="lt2"/>
                </a:solidFill>
                <a:latin typeface="Tahoma"/>
                <a:ea typeface="Tahoma"/>
                <a:cs typeface="Tahoma"/>
                <a:sym typeface="Tahoma"/>
              </a:rPr>
              <a:t>‹#›</a:t>
            </a:fld>
            <a:endParaRPr b="0" i="0" sz="1400" u="none" cap="none" strike="noStrike">
              <a:solidFill>
                <a:schemeClr val="lt2"/>
              </a:solidFill>
              <a:latin typeface="Tahoma"/>
              <a:ea typeface="Tahoma"/>
              <a:cs typeface="Tahoma"/>
              <a:sym typeface="Tahoma"/>
            </a:endParaRPr>
          </a:p>
        </p:txBody>
      </p:sp>
      <p:sp>
        <p:nvSpPr>
          <p:cNvPr id="28" name="Google Shape;28;p39"/>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80000"/>
              </a:lnSpc>
              <a:spcBef>
                <a:spcPts val="560"/>
              </a:spcBef>
              <a:spcAft>
                <a:spcPts val="0"/>
              </a:spcAft>
              <a:buSzPts val="1680"/>
              <a:buFont typeface="Noto Sans Symbols"/>
              <a:buNone/>
              <a:defRPr/>
            </a:lvl1pPr>
            <a:lvl2pPr lvl="1" algn="l">
              <a:lnSpc>
                <a:spcPct val="80000"/>
              </a:lnSpc>
              <a:spcBef>
                <a:spcPts val="360"/>
              </a:spcBef>
              <a:spcAft>
                <a:spcPts val="0"/>
              </a:spcAft>
              <a:buSzPts val="990"/>
              <a:buChar char="■"/>
              <a:defRPr/>
            </a:lvl2pPr>
            <a:lvl3pPr lvl="2" algn="l">
              <a:lnSpc>
                <a:spcPct val="80000"/>
              </a:lnSpc>
              <a:spcBef>
                <a:spcPts val="360"/>
              </a:spcBef>
              <a:spcAft>
                <a:spcPts val="0"/>
              </a:spcAft>
              <a:buSzPts val="900"/>
              <a:buChar char="■"/>
              <a:defRPr/>
            </a:lvl3pPr>
            <a:lvl4pPr lvl="3" algn="l">
              <a:lnSpc>
                <a:spcPct val="80000"/>
              </a:lnSpc>
              <a:spcBef>
                <a:spcPts val="360"/>
              </a:spcBef>
              <a:spcAft>
                <a:spcPts val="0"/>
              </a:spcAft>
              <a:buSzPts val="990"/>
              <a:buChar char="■"/>
              <a:defRPr/>
            </a:lvl4pPr>
            <a:lvl5pPr lvl="4" algn="l">
              <a:lnSpc>
                <a:spcPct val="80000"/>
              </a:lnSpc>
              <a:spcBef>
                <a:spcPts val="360"/>
              </a:spcBef>
              <a:spcAft>
                <a:spcPts val="0"/>
              </a:spcAft>
              <a:buSzPts val="900"/>
              <a:buChar char="■"/>
              <a:defRPr/>
            </a:lvl5pPr>
            <a:lvl6pPr lvl="5" algn="l">
              <a:lnSpc>
                <a:spcPct val="80000"/>
              </a:lnSpc>
              <a:spcBef>
                <a:spcPts val="360"/>
              </a:spcBef>
              <a:spcAft>
                <a:spcPts val="0"/>
              </a:spcAft>
              <a:buSzPts val="900"/>
              <a:buChar char="■"/>
              <a:defRPr/>
            </a:lvl6pPr>
            <a:lvl7pPr lvl="6" algn="l">
              <a:lnSpc>
                <a:spcPct val="80000"/>
              </a:lnSpc>
              <a:spcBef>
                <a:spcPts val="360"/>
              </a:spcBef>
              <a:spcAft>
                <a:spcPts val="0"/>
              </a:spcAft>
              <a:buSzPts val="900"/>
              <a:buChar char="■"/>
              <a:defRPr/>
            </a:lvl7pPr>
            <a:lvl8pPr lvl="7" algn="l">
              <a:lnSpc>
                <a:spcPct val="80000"/>
              </a:lnSpc>
              <a:spcBef>
                <a:spcPts val="360"/>
              </a:spcBef>
              <a:spcAft>
                <a:spcPts val="0"/>
              </a:spcAft>
              <a:buSzPts val="900"/>
              <a:buChar char="■"/>
              <a:defRPr/>
            </a:lvl8pPr>
            <a:lvl9pPr lvl="8" algn="l">
              <a:lnSpc>
                <a:spcPct val="80000"/>
              </a:lnSpc>
              <a:spcBef>
                <a:spcPts val="360"/>
              </a:spcBef>
              <a:spcAft>
                <a:spcPts val="0"/>
              </a:spcAft>
              <a:buSzPts val="900"/>
              <a:buChar char="■"/>
              <a:defRPr/>
            </a:lvl9pPr>
          </a:lstStyle>
          <a:p/>
        </p:txBody>
      </p:sp>
      <p:sp>
        <p:nvSpPr>
          <p:cNvPr id="30" name="Google Shape;30;p39"/>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lt2"/>
                </a:solidFill>
                <a:latin typeface="Tahoma"/>
                <a:ea typeface="Tahoma"/>
                <a:cs typeface="Tahoma"/>
                <a:sym typeface="Tahoma"/>
              </a:defRPr>
            </a:lvl1pPr>
            <a:lvl2pPr indent="0" lvl="1" marL="0" marR="0" algn="r">
              <a:spcBef>
                <a:spcPts val="0"/>
              </a:spcBef>
              <a:spcAft>
                <a:spcPts val="0"/>
              </a:spcAft>
              <a:buNone/>
              <a:defRPr b="0" i="0" sz="1400" u="none" cap="none" strike="noStrike">
                <a:solidFill>
                  <a:schemeClr val="lt2"/>
                </a:solidFill>
                <a:latin typeface="Tahoma"/>
                <a:ea typeface="Tahoma"/>
                <a:cs typeface="Tahoma"/>
                <a:sym typeface="Tahoma"/>
              </a:defRPr>
            </a:lvl2pPr>
            <a:lvl3pPr indent="0" lvl="2" marL="0" marR="0" algn="r">
              <a:spcBef>
                <a:spcPts val="0"/>
              </a:spcBef>
              <a:spcAft>
                <a:spcPts val="0"/>
              </a:spcAft>
              <a:buNone/>
              <a:defRPr b="0" i="0" sz="1400" u="none" cap="none" strike="noStrike">
                <a:solidFill>
                  <a:schemeClr val="lt2"/>
                </a:solidFill>
                <a:latin typeface="Tahoma"/>
                <a:ea typeface="Tahoma"/>
                <a:cs typeface="Tahoma"/>
                <a:sym typeface="Tahoma"/>
              </a:defRPr>
            </a:lvl3pPr>
            <a:lvl4pPr indent="0" lvl="3" marL="0" marR="0" algn="r">
              <a:spcBef>
                <a:spcPts val="0"/>
              </a:spcBef>
              <a:spcAft>
                <a:spcPts val="0"/>
              </a:spcAft>
              <a:buNone/>
              <a:defRPr b="0" i="0" sz="1400" u="none" cap="none" strike="noStrike">
                <a:solidFill>
                  <a:schemeClr val="lt2"/>
                </a:solidFill>
                <a:latin typeface="Tahoma"/>
                <a:ea typeface="Tahoma"/>
                <a:cs typeface="Tahoma"/>
                <a:sym typeface="Tahoma"/>
              </a:defRPr>
            </a:lvl4pPr>
            <a:lvl5pPr indent="0" lvl="4" marL="0" marR="0" algn="r">
              <a:spcBef>
                <a:spcPts val="0"/>
              </a:spcBef>
              <a:spcAft>
                <a:spcPts val="0"/>
              </a:spcAft>
              <a:buNone/>
              <a:defRPr b="0" i="0" sz="1400" u="none" cap="none" strike="noStrike">
                <a:solidFill>
                  <a:schemeClr val="lt2"/>
                </a:solidFill>
                <a:latin typeface="Tahoma"/>
                <a:ea typeface="Tahoma"/>
                <a:cs typeface="Tahoma"/>
                <a:sym typeface="Tahoma"/>
              </a:defRPr>
            </a:lvl5pPr>
            <a:lvl6pPr indent="0" lvl="5" marL="0" marR="0" algn="r">
              <a:spcBef>
                <a:spcPts val="0"/>
              </a:spcBef>
              <a:spcAft>
                <a:spcPts val="0"/>
              </a:spcAft>
              <a:buNone/>
              <a:defRPr b="0" i="0" sz="1400" u="none" cap="none" strike="noStrike">
                <a:solidFill>
                  <a:schemeClr val="lt2"/>
                </a:solidFill>
                <a:latin typeface="Tahoma"/>
                <a:ea typeface="Tahoma"/>
                <a:cs typeface="Tahoma"/>
                <a:sym typeface="Tahoma"/>
              </a:defRPr>
            </a:lvl6pPr>
            <a:lvl7pPr indent="0" lvl="6" marL="0" marR="0" algn="r">
              <a:spcBef>
                <a:spcPts val="0"/>
              </a:spcBef>
              <a:spcAft>
                <a:spcPts val="0"/>
              </a:spcAft>
              <a:buNone/>
              <a:defRPr b="0" i="0" sz="1400" u="none" cap="none" strike="noStrike">
                <a:solidFill>
                  <a:schemeClr val="lt2"/>
                </a:solidFill>
                <a:latin typeface="Tahoma"/>
                <a:ea typeface="Tahoma"/>
                <a:cs typeface="Tahoma"/>
                <a:sym typeface="Tahoma"/>
              </a:defRPr>
            </a:lvl7pPr>
            <a:lvl8pPr indent="0" lvl="7" marL="0" marR="0" algn="r">
              <a:spcBef>
                <a:spcPts val="0"/>
              </a:spcBef>
              <a:spcAft>
                <a:spcPts val="0"/>
              </a:spcAft>
              <a:buNone/>
              <a:defRPr b="0" i="0" sz="1400" u="none" cap="none" strike="noStrike">
                <a:solidFill>
                  <a:schemeClr val="lt2"/>
                </a:solidFill>
                <a:latin typeface="Tahoma"/>
                <a:ea typeface="Tahoma"/>
                <a:cs typeface="Tahoma"/>
                <a:sym typeface="Tahoma"/>
              </a:defRPr>
            </a:lvl8pPr>
            <a:lvl9pPr indent="0" lvl="8" marL="0" marR="0" algn="r">
              <a:spcBef>
                <a:spcPts val="0"/>
              </a:spcBef>
              <a:spcAft>
                <a:spcPts val="0"/>
              </a:spcAft>
              <a:buNone/>
              <a:defRPr b="0" i="0" sz="14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showMasterSp="0" type="txAndTwoObj">
  <p:cSld name="TEXT_AND_TWO_OBJECTS">
    <p:spTree>
      <p:nvGrpSpPr>
        <p:cNvPr id="33" name="Shape 33"/>
        <p:cNvGrpSpPr/>
        <p:nvPr/>
      </p:nvGrpSpPr>
      <p:grpSpPr>
        <a:xfrm>
          <a:off x="0" y="0"/>
          <a:ext cx="0" cy="0"/>
          <a:chOff x="0" y="0"/>
          <a:chExt cx="0" cy="0"/>
        </a:xfrm>
      </p:grpSpPr>
      <p:graphicFrame>
        <p:nvGraphicFramePr>
          <p:cNvPr id="34" name="Google Shape;34;p40"/>
          <p:cNvGraphicFramePr/>
          <p:nvPr/>
        </p:nvGraphicFramePr>
        <p:xfrm>
          <a:off x="381000" y="1143000"/>
          <a:ext cx="8382000" cy="76200"/>
        </p:xfrm>
        <a:graphic>
          <a:graphicData uri="http://schemas.openxmlformats.org/presentationml/2006/ole">
            <mc:AlternateContent>
              <mc:Choice Requires="v">
                <p:oleObj r:id="rId3" imgH="76200" imgW="8382000" progId="" spid="_x0000_s1">
                  <p:embed/>
                </p:oleObj>
              </mc:Choice>
              <mc:Fallback>
                <p:oleObj r:id="rId4" imgH="76200" imgW="8382000" progId="">
                  <p:embed/>
                  <p:pic>
                    <p:nvPicPr>
                      <p:cNvPr id="34" name="Google Shape;34;p40"/>
                      <p:cNvPicPr preferRelativeResize="0"/>
                      <p:nvPr/>
                    </p:nvPicPr>
                    <p:blipFill rotWithShape="1">
                      <a:blip r:embed="rId5">
                        <a:alphaModFix/>
                      </a:blip>
                      <a:srcRect b="0" l="0" r="0" t="0"/>
                      <a:stretch/>
                    </p:blipFill>
                    <p:spPr>
                      <a:xfrm>
                        <a:off x="381000" y="1143000"/>
                        <a:ext cx="8382000" cy="76200"/>
                      </a:xfrm>
                      <a:prstGeom prst="rect">
                        <a:avLst/>
                      </a:prstGeom>
                      <a:noFill/>
                      <a:ln>
                        <a:noFill/>
                      </a:ln>
                    </p:spPr>
                  </p:pic>
                </p:oleObj>
              </mc:Fallback>
            </mc:AlternateContent>
          </a:graphicData>
        </a:graphic>
      </p:graphicFrame>
      <p:sp>
        <p:nvSpPr>
          <p:cNvPr id="35" name="Google Shape;35;p40"/>
          <p:cNvSpPr txBox="1"/>
          <p:nvPr>
            <p:ph type="title"/>
          </p:nvPr>
        </p:nvSpPr>
        <p:spPr>
          <a:xfrm>
            <a:off x="762000" y="762000"/>
            <a:ext cx="7924800" cy="838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40"/>
          <p:cNvSpPr txBox="1"/>
          <p:nvPr>
            <p:ph idx="1" type="body"/>
          </p:nvPr>
        </p:nvSpPr>
        <p:spPr>
          <a:xfrm>
            <a:off x="838200" y="1905000"/>
            <a:ext cx="3770313" cy="4181475"/>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7" name="Google Shape;37;p40"/>
          <p:cNvSpPr txBox="1"/>
          <p:nvPr>
            <p:ph idx="2" type="body"/>
          </p:nvPr>
        </p:nvSpPr>
        <p:spPr>
          <a:xfrm>
            <a:off x="4760913" y="1905000"/>
            <a:ext cx="3770312" cy="2014538"/>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8" name="Google Shape;38;p40"/>
          <p:cNvSpPr txBox="1"/>
          <p:nvPr>
            <p:ph idx="3" type="body"/>
          </p:nvPr>
        </p:nvSpPr>
        <p:spPr>
          <a:xfrm>
            <a:off x="4760913" y="4071938"/>
            <a:ext cx="3770312" cy="2014537"/>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9" name="Google Shape;39;p40"/>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0"/>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 name="Shape 42"/>
        <p:cNvGrpSpPr/>
        <p:nvPr/>
      </p:nvGrpSpPr>
      <p:grpSpPr>
        <a:xfrm>
          <a:off x="0" y="0"/>
          <a:ext cx="0" cy="0"/>
          <a:chOff x="0" y="0"/>
          <a:chExt cx="0" cy="0"/>
        </a:xfrm>
      </p:grpSpPr>
      <p:sp>
        <p:nvSpPr>
          <p:cNvPr id="43" name="Google Shape;43;p4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4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45" name="Google Shape;45;p41"/>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1"/>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00"/>
              </a:spcBef>
              <a:spcAft>
                <a:spcPts val="0"/>
              </a:spcAft>
              <a:buSzPts val="1200"/>
              <a:buNone/>
              <a:defRPr sz="2000"/>
            </a:lvl1pPr>
            <a:lvl2pPr indent="-228600" lvl="1" marL="914400" algn="l">
              <a:lnSpc>
                <a:spcPct val="80000"/>
              </a:lnSpc>
              <a:spcBef>
                <a:spcPts val="360"/>
              </a:spcBef>
              <a:spcAft>
                <a:spcPts val="0"/>
              </a:spcAft>
              <a:buSzPts val="990"/>
              <a:buNone/>
              <a:defRPr sz="1800"/>
            </a:lvl2pPr>
            <a:lvl3pPr indent="-228600" lvl="2" marL="1371600" algn="l">
              <a:lnSpc>
                <a:spcPct val="80000"/>
              </a:lnSpc>
              <a:spcBef>
                <a:spcPts val="320"/>
              </a:spcBef>
              <a:spcAft>
                <a:spcPts val="0"/>
              </a:spcAft>
              <a:buSzPts val="800"/>
              <a:buNone/>
              <a:defRPr sz="1600"/>
            </a:lvl3pPr>
            <a:lvl4pPr indent="-228600" lvl="3" marL="1828800" algn="l">
              <a:lnSpc>
                <a:spcPct val="80000"/>
              </a:lnSpc>
              <a:spcBef>
                <a:spcPts val="280"/>
              </a:spcBef>
              <a:spcAft>
                <a:spcPts val="0"/>
              </a:spcAft>
              <a:buSzPts val="770"/>
              <a:buNone/>
              <a:defRPr sz="1400"/>
            </a:lvl4pPr>
            <a:lvl5pPr indent="-228600" lvl="4" marL="2286000" algn="l">
              <a:lnSpc>
                <a:spcPct val="80000"/>
              </a:lnSpc>
              <a:spcBef>
                <a:spcPts val="280"/>
              </a:spcBef>
              <a:spcAft>
                <a:spcPts val="0"/>
              </a:spcAft>
              <a:buSzPts val="700"/>
              <a:buNone/>
              <a:defRPr sz="1400"/>
            </a:lvl5pPr>
            <a:lvl6pPr indent="-228600" lvl="5" marL="2743200" algn="l">
              <a:lnSpc>
                <a:spcPct val="80000"/>
              </a:lnSpc>
              <a:spcBef>
                <a:spcPts val="280"/>
              </a:spcBef>
              <a:spcAft>
                <a:spcPts val="0"/>
              </a:spcAft>
              <a:buSzPts val="700"/>
              <a:buNone/>
              <a:defRPr sz="1400"/>
            </a:lvl6pPr>
            <a:lvl7pPr indent="-228600" lvl="6" marL="3200400" algn="l">
              <a:lnSpc>
                <a:spcPct val="80000"/>
              </a:lnSpc>
              <a:spcBef>
                <a:spcPts val="280"/>
              </a:spcBef>
              <a:spcAft>
                <a:spcPts val="0"/>
              </a:spcAft>
              <a:buSzPts val="700"/>
              <a:buNone/>
              <a:defRPr sz="1400"/>
            </a:lvl7pPr>
            <a:lvl8pPr indent="-228600" lvl="7" marL="3657600" algn="l">
              <a:lnSpc>
                <a:spcPct val="80000"/>
              </a:lnSpc>
              <a:spcBef>
                <a:spcPts val="280"/>
              </a:spcBef>
              <a:spcAft>
                <a:spcPts val="0"/>
              </a:spcAft>
              <a:buSzPts val="700"/>
              <a:buNone/>
              <a:defRPr sz="1400"/>
            </a:lvl8pPr>
            <a:lvl9pPr indent="-228600" lvl="8" marL="4114800" algn="l">
              <a:lnSpc>
                <a:spcPct val="80000"/>
              </a:lnSpc>
              <a:spcBef>
                <a:spcPts val="280"/>
              </a:spcBef>
              <a:spcAft>
                <a:spcPts val="0"/>
              </a:spcAft>
              <a:buSzPts val="700"/>
              <a:buNone/>
              <a:defRPr sz="1400"/>
            </a:lvl9pPr>
          </a:lstStyle>
          <a:p/>
        </p:txBody>
      </p:sp>
      <p:sp>
        <p:nvSpPr>
          <p:cNvPr id="51" name="Google Shape;51;p42"/>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4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43"/>
          <p:cNvSpPr txBox="1"/>
          <p:nvPr>
            <p:ph idx="1" type="body"/>
          </p:nvPr>
        </p:nvSpPr>
        <p:spPr>
          <a:xfrm>
            <a:off x="381000" y="1447800"/>
            <a:ext cx="4152900" cy="5105400"/>
          </a:xfrm>
          <a:prstGeom prst="rect">
            <a:avLst/>
          </a:prstGeom>
          <a:noFill/>
          <a:ln>
            <a:noFill/>
          </a:ln>
        </p:spPr>
        <p:txBody>
          <a:bodyPr anchorCtr="0" anchor="t" bIns="45700" lIns="91425" spcFirstLastPara="1" rIns="91425" wrap="square" tIns="45700">
            <a:noAutofit/>
          </a:bodyPr>
          <a:lstStyle>
            <a:lvl1pPr indent="-335280" lvl="0" marL="457200" algn="l">
              <a:lnSpc>
                <a:spcPct val="80000"/>
              </a:lnSpc>
              <a:spcBef>
                <a:spcPts val="560"/>
              </a:spcBef>
              <a:spcAft>
                <a:spcPts val="0"/>
              </a:spcAft>
              <a:buSzPts val="1680"/>
              <a:buChar char="■"/>
              <a:defRPr sz="2800"/>
            </a:lvl1pPr>
            <a:lvl2pPr indent="-312419" lvl="1" marL="914400" algn="l">
              <a:lnSpc>
                <a:spcPct val="80000"/>
              </a:lnSpc>
              <a:spcBef>
                <a:spcPts val="480"/>
              </a:spcBef>
              <a:spcAft>
                <a:spcPts val="0"/>
              </a:spcAft>
              <a:buSzPts val="1320"/>
              <a:buChar char="■"/>
              <a:defRPr sz="2400"/>
            </a:lvl2pPr>
            <a:lvl3pPr indent="-292100" lvl="2" marL="1371600" algn="l">
              <a:lnSpc>
                <a:spcPct val="80000"/>
              </a:lnSpc>
              <a:spcBef>
                <a:spcPts val="400"/>
              </a:spcBef>
              <a:spcAft>
                <a:spcPts val="0"/>
              </a:spcAft>
              <a:buSzPts val="1000"/>
              <a:buChar char="■"/>
              <a:defRPr sz="2000"/>
            </a:lvl3pPr>
            <a:lvl4pPr indent="-291464" lvl="3" marL="1828800" algn="l">
              <a:lnSpc>
                <a:spcPct val="80000"/>
              </a:lnSpc>
              <a:spcBef>
                <a:spcPts val="360"/>
              </a:spcBef>
              <a:spcAft>
                <a:spcPts val="0"/>
              </a:spcAft>
              <a:buSzPts val="990"/>
              <a:buChar char="■"/>
              <a:defRPr sz="1800"/>
            </a:lvl4pPr>
            <a:lvl5pPr indent="-285750" lvl="4" marL="2286000" algn="l">
              <a:lnSpc>
                <a:spcPct val="80000"/>
              </a:lnSpc>
              <a:spcBef>
                <a:spcPts val="360"/>
              </a:spcBef>
              <a:spcAft>
                <a:spcPts val="0"/>
              </a:spcAft>
              <a:buSzPts val="900"/>
              <a:buChar char="■"/>
              <a:defRPr sz="1800"/>
            </a:lvl5pPr>
            <a:lvl6pPr indent="-285750" lvl="5" marL="2743200" algn="l">
              <a:lnSpc>
                <a:spcPct val="80000"/>
              </a:lnSpc>
              <a:spcBef>
                <a:spcPts val="360"/>
              </a:spcBef>
              <a:spcAft>
                <a:spcPts val="0"/>
              </a:spcAft>
              <a:buSzPts val="900"/>
              <a:buChar char="■"/>
              <a:defRPr sz="1800"/>
            </a:lvl6pPr>
            <a:lvl7pPr indent="-285750" lvl="6" marL="3200400" algn="l">
              <a:lnSpc>
                <a:spcPct val="80000"/>
              </a:lnSpc>
              <a:spcBef>
                <a:spcPts val="360"/>
              </a:spcBef>
              <a:spcAft>
                <a:spcPts val="0"/>
              </a:spcAft>
              <a:buSzPts val="900"/>
              <a:buChar char="■"/>
              <a:defRPr sz="1800"/>
            </a:lvl7pPr>
            <a:lvl8pPr indent="-285750" lvl="7" marL="3657600" algn="l">
              <a:lnSpc>
                <a:spcPct val="80000"/>
              </a:lnSpc>
              <a:spcBef>
                <a:spcPts val="360"/>
              </a:spcBef>
              <a:spcAft>
                <a:spcPts val="0"/>
              </a:spcAft>
              <a:buSzPts val="900"/>
              <a:buChar char="■"/>
              <a:defRPr sz="1800"/>
            </a:lvl8pPr>
            <a:lvl9pPr indent="-285750" lvl="8" marL="4114800" algn="l">
              <a:lnSpc>
                <a:spcPct val="80000"/>
              </a:lnSpc>
              <a:spcBef>
                <a:spcPts val="360"/>
              </a:spcBef>
              <a:spcAft>
                <a:spcPts val="0"/>
              </a:spcAft>
              <a:buSzPts val="900"/>
              <a:buChar char="■"/>
              <a:defRPr sz="1800"/>
            </a:lvl9pPr>
          </a:lstStyle>
          <a:p/>
        </p:txBody>
      </p:sp>
      <p:sp>
        <p:nvSpPr>
          <p:cNvPr id="57" name="Google Shape;57;p43"/>
          <p:cNvSpPr txBox="1"/>
          <p:nvPr>
            <p:ph idx="2" type="body"/>
          </p:nvPr>
        </p:nvSpPr>
        <p:spPr>
          <a:xfrm>
            <a:off x="4686300" y="1447800"/>
            <a:ext cx="4152900" cy="5105400"/>
          </a:xfrm>
          <a:prstGeom prst="rect">
            <a:avLst/>
          </a:prstGeom>
          <a:noFill/>
          <a:ln>
            <a:noFill/>
          </a:ln>
        </p:spPr>
        <p:txBody>
          <a:bodyPr anchorCtr="0" anchor="t" bIns="45700" lIns="91425" spcFirstLastPara="1" rIns="91425" wrap="square" tIns="45700">
            <a:noAutofit/>
          </a:bodyPr>
          <a:lstStyle>
            <a:lvl1pPr indent="-335280" lvl="0" marL="457200" algn="l">
              <a:lnSpc>
                <a:spcPct val="80000"/>
              </a:lnSpc>
              <a:spcBef>
                <a:spcPts val="560"/>
              </a:spcBef>
              <a:spcAft>
                <a:spcPts val="0"/>
              </a:spcAft>
              <a:buSzPts val="1680"/>
              <a:buChar char="■"/>
              <a:defRPr sz="2800"/>
            </a:lvl1pPr>
            <a:lvl2pPr indent="-312419" lvl="1" marL="914400" algn="l">
              <a:lnSpc>
                <a:spcPct val="80000"/>
              </a:lnSpc>
              <a:spcBef>
                <a:spcPts val="480"/>
              </a:spcBef>
              <a:spcAft>
                <a:spcPts val="0"/>
              </a:spcAft>
              <a:buSzPts val="1320"/>
              <a:buChar char="■"/>
              <a:defRPr sz="2400"/>
            </a:lvl2pPr>
            <a:lvl3pPr indent="-292100" lvl="2" marL="1371600" algn="l">
              <a:lnSpc>
                <a:spcPct val="80000"/>
              </a:lnSpc>
              <a:spcBef>
                <a:spcPts val="400"/>
              </a:spcBef>
              <a:spcAft>
                <a:spcPts val="0"/>
              </a:spcAft>
              <a:buSzPts val="1000"/>
              <a:buChar char="■"/>
              <a:defRPr sz="2000"/>
            </a:lvl3pPr>
            <a:lvl4pPr indent="-291464" lvl="3" marL="1828800" algn="l">
              <a:lnSpc>
                <a:spcPct val="80000"/>
              </a:lnSpc>
              <a:spcBef>
                <a:spcPts val="360"/>
              </a:spcBef>
              <a:spcAft>
                <a:spcPts val="0"/>
              </a:spcAft>
              <a:buSzPts val="990"/>
              <a:buChar char="■"/>
              <a:defRPr sz="1800"/>
            </a:lvl4pPr>
            <a:lvl5pPr indent="-285750" lvl="4" marL="2286000" algn="l">
              <a:lnSpc>
                <a:spcPct val="80000"/>
              </a:lnSpc>
              <a:spcBef>
                <a:spcPts val="360"/>
              </a:spcBef>
              <a:spcAft>
                <a:spcPts val="0"/>
              </a:spcAft>
              <a:buSzPts val="900"/>
              <a:buChar char="■"/>
              <a:defRPr sz="1800"/>
            </a:lvl5pPr>
            <a:lvl6pPr indent="-285750" lvl="5" marL="2743200" algn="l">
              <a:lnSpc>
                <a:spcPct val="80000"/>
              </a:lnSpc>
              <a:spcBef>
                <a:spcPts val="360"/>
              </a:spcBef>
              <a:spcAft>
                <a:spcPts val="0"/>
              </a:spcAft>
              <a:buSzPts val="900"/>
              <a:buChar char="■"/>
              <a:defRPr sz="1800"/>
            </a:lvl6pPr>
            <a:lvl7pPr indent="-285750" lvl="6" marL="3200400" algn="l">
              <a:lnSpc>
                <a:spcPct val="80000"/>
              </a:lnSpc>
              <a:spcBef>
                <a:spcPts val="360"/>
              </a:spcBef>
              <a:spcAft>
                <a:spcPts val="0"/>
              </a:spcAft>
              <a:buSzPts val="900"/>
              <a:buChar char="■"/>
              <a:defRPr sz="1800"/>
            </a:lvl7pPr>
            <a:lvl8pPr indent="-285750" lvl="7" marL="3657600" algn="l">
              <a:lnSpc>
                <a:spcPct val="80000"/>
              </a:lnSpc>
              <a:spcBef>
                <a:spcPts val="360"/>
              </a:spcBef>
              <a:spcAft>
                <a:spcPts val="0"/>
              </a:spcAft>
              <a:buSzPts val="900"/>
              <a:buChar char="■"/>
              <a:defRPr sz="1800"/>
            </a:lvl8pPr>
            <a:lvl9pPr indent="-285750" lvl="8" marL="4114800" algn="l">
              <a:lnSpc>
                <a:spcPct val="80000"/>
              </a:lnSpc>
              <a:spcBef>
                <a:spcPts val="360"/>
              </a:spcBef>
              <a:spcAft>
                <a:spcPts val="0"/>
              </a:spcAft>
              <a:buSzPts val="900"/>
              <a:buChar char="■"/>
              <a:defRPr sz="1800"/>
            </a:lvl9pPr>
          </a:lstStyle>
          <a:p/>
        </p:txBody>
      </p:sp>
      <p:sp>
        <p:nvSpPr>
          <p:cNvPr id="58" name="Google Shape;58;p43"/>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3"/>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44"/>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80"/>
              </a:spcBef>
              <a:spcAft>
                <a:spcPts val="0"/>
              </a:spcAft>
              <a:buSzPts val="1440"/>
              <a:buNone/>
              <a:defRPr b="1" sz="2400"/>
            </a:lvl1pPr>
            <a:lvl2pPr indent="-228600" lvl="1" marL="914400" algn="l">
              <a:lnSpc>
                <a:spcPct val="80000"/>
              </a:lnSpc>
              <a:spcBef>
                <a:spcPts val="400"/>
              </a:spcBef>
              <a:spcAft>
                <a:spcPts val="0"/>
              </a:spcAft>
              <a:buSzPts val="1100"/>
              <a:buNone/>
              <a:defRPr b="1" sz="2000"/>
            </a:lvl2pPr>
            <a:lvl3pPr indent="-228600" lvl="2" marL="1371600" algn="l">
              <a:lnSpc>
                <a:spcPct val="80000"/>
              </a:lnSpc>
              <a:spcBef>
                <a:spcPts val="360"/>
              </a:spcBef>
              <a:spcAft>
                <a:spcPts val="0"/>
              </a:spcAft>
              <a:buSzPts val="900"/>
              <a:buNone/>
              <a:defRPr b="1" sz="1800"/>
            </a:lvl3pPr>
            <a:lvl4pPr indent="-228600" lvl="3" marL="1828800" algn="l">
              <a:lnSpc>
                <a:spcPct val="80000"/>
              </a:lnSpc>
              <a:spcBef>
                <a:spcPts val="320"/>
              </a:spcBef>
              <a:spcAft>
                <a:spcPts val="0"/>
              </a:spcAft>
              <a:buSzPts val="880"/>
              <a:buNone/>
              <a:defRPr b="1" sz="1600"/>
            </a:lvl4pPr>
            <a:lvl5pPr indent="-228600" lvl="4" marL="2286000" algn="l">
              <a:lnSpc>
                <a:spcPct val="80000"/>
              </a:lnSpc>
              <a:spcBef>
                <a:spcPts val="320"/>
              </a:spcBef>
              <a:spcAft>
                <a:spcPts val="0"/>
              </a:spcAft>
              <a:buSzPts val="800"/>
              <a:buNone/>
              <a:defRPr b="1" sz="1600"/>
            </a:lvl5pPr>
            <a:lvl6pPr indent="-228600" lvl="5" marL="2743200" algn="l">
              <a:lnSpc>
                <a:spcPct val="80000"/>
              </a:lnSpc>
              <a:spcBef>
                <a:spcPts val="320"/>
              </a:spcBef>
              <a:spcAft>
                <a:spcPts val="0"/>
              </a:spcAft>
              <a:buSzPts val="800"/>
              <a:buNone/>
              <a:defRPr b="1" sz="1600"/>
            </a:lvl6pPr>
            <a:lvl7pPr indent="-228600" lvl="6" marL="3200400" algn="l">
              <a:lnSpc>
                <a:spcPct val="80000"/>
              </a:lnSpc>
              <a:spcBef>
                <a:spcPts val="320"/>
              </a:spcBef>
              <a:spcAft>
                <a:spcPts val="0"/>
              </a:spcAft>
              <a:buSzPts val="800"/>
              <a:buNone/>
              <a:defRPr b="1" sz="1600"/>
            </a:lvl7pPr>
            <a:lvl8pPr indent="-228600" lvl="7" marL="3657600" algn="l">
              <a:lnSpc>
                <a:spcPct val="80000"/>
              </a:lnSpc>
              <a:spcBef>
                <a:spcPts val="320"/>
              </a:spcBef>
              <a:spcAft>
                <a:spcPts val="0"/>
              </a:spcAft>
              <a:buSzPts val="800"/>
              <a:buNone/>
              <a:defRPr b="1" sz="1600"/>
            </a:lvl8pPr>
            <a:lvl9pPr indent="-228600" lvl="8" marL="4114800" algn="l">
              <a:lnSpc>
                <a:spcPct val="80000"/>
              </a:lnSpc>
              <a:spcBef>
                <a:spcPts val="320"/>
              </a:spcBef>
              <a:spcAft>
                <a:spcPts val="0"/>
              </a:spcAft>
              <a:buSzPts val="800"/>
              <a:buNone/>
              <a:defRPr b="1" sz="1600"/>
            </a:lvl9pPr>
          </a:lstStyle>
          <a:p/>
        </p:txBody>
      </p:sp>
      <p:sp>
        <p:nvSpPr>
          <p:cNvPr id="64" name="Google Shape;64;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algn="l">
              <a:lnSpc>
                <a:spcPct val="80000"/>
              </a:lnSpc>
              <a:spcBef>
                <a:spcPts val="480"/>
              </a:spcBef>
              <a:spcAft>
                <a:spcPts val="0"/>
              </a:spcAft>
              <a:buSzPts val="1440"/>
              <a:buChar char="■"/>
              <a:defRPr sz="2400"/>
            </a:lvl1pPr>
            <a:lvl2pPr indent="-298450" lvl="1" marL="914400" algn="l">
              <a:lnSpc>
                <a:spcPct val="80000"/>
              </a:lnSpc>
              <a:spcBef>
                <a:spcPts val="400"/>
              </a:spcBef>
              <a:spcAft>
                <a:spcPts val="0"/>
              </a:spcAft>
              <a:buSzPts val="1100"/>
              <a:buChar char="■"/>
              <a:defRPr sz="2000"/>
            </a:lvl2pPr>
            <a:lvl3pPr indent="-285750" lvl="2" marL="1371600" algn="l">
              <a:lnSpc>
                <a:spcPct val="80000"/>
              </a:lnSpc>
              <a:spcBef>
                <a:spcPts val="360"/>
              </a:spcBef>
              <a:spcAft>
                <a:spcPts val="0"/>
              </a:spcAft>
              <a:buSzPts val="900"/>
              <a:buChar char="■"/>
              <a:defRPr sz="1800"/>
            </a:lvl3pPr>
            <a:lvl4pPr indent="-284480" lvl="3" marL="1828800" algn="l">
              <a:lnSpc>
                <a:spcPct val="80000"/>
              </a:lnSpc>
              <a:spcBef>
                <a:spcPts val="320"/>
              </a:spcBef>
              <a:spcAft>
                <a:spcPts val="0"/>
              </a:spcAft>
              <a:buSzPts val="880"/>
              <a:buChar char="■"/>
              <a:defRPr sz="1600"/>
            </a:lvl4pPr>
            <a:lvl5pPr indent="-279400" lvl="4" marL="2286000" algn="l">
              <a:lnSpc>
                <a:spcPct val="80000"/>
              </a:lnSpc>
              <a:spcBef>
                <a:spcPts val="320"/>
              </a:spcBef>
              <a:spcAft>
                <a:spcPts val="0"/>
              </a:spcAft>
              <a:buSzPts val="800"/>
              <a:buChar char="■"/>
              <a:defRPr sz="1600"/>
            </a:lvl5pPr>
            <a:lvl6pPr indent="-279400" lvl="5" marL="2743200" algn="l">
              <a:lnSpc>
                <a:spcPct val="80000"/>
              </a:lnSpc>
              <a:spcBef>
                <a:spcPts val="320"/>
              </a:spcBef>
              <a:spcAft>
                <a:spcPts val="0"/>
              </a:spcAft>
              <a:buSzPts val="800"/>
              <a:buChar char="■"/>
              <a:defRPr sz="1600"/>
            </a:lvl6pPr>
            <a:lvl7pPr indent="-279400" lvl="6" marL="3200400" algn="l">
              <a:lnSpc>
                <a:spcPct val="80000"/>
              </a:lnSpc>
              <a:spcBef>
                <a:spcPts val="320"/>
              </a:spcBef>
              <a:spcAft>
                <a:spcPts val="0"/>
              </a:spcAft>
              <a:buSzPts val="800"/>
              <a:buChar char="■"/>
              <a:defRPr sz="1600"/>
            </a:lvl7pPr>
            <a:lvl8pPr indent="-279400" lvl="7" marL="3657600" algn="l">
              <a:lnSpc>
                <a:spcPct val="80000"/>
              </a:lnSpc>
              <a:spcBef>
                <a:spcPts val="320"/>
              </a:spcBef>
              <a:spcAft>
                <a:spcPts val="0"/>
              </a:spcAft>
              <a:buSzPts val="800"/>
              <a:buChar char="■"/>
              <a:defRPr sz="1600"/>
            </a:lvl8pPr>
            <a:lvl9pPr indent="-279400" lvl="8" marL="4114800" algn="l">
              <a:lnSpc>
                <a:spcPct val="80000"/>
              </a:lnSpc>
              <a:spcBef>
                <a:spcPts val="320"/>
              </a:spcBef>
              <a:spcAft>
                <a:spcPts val="0"/>
              </a:spcAft>
              <a:buSzPts val="800"/>
              <a:buChar char="■"/>
              <a:defRPr sz="1600"/>
            </a:lvl9pPr>
          </a:lstStyle>
          <a:p/>
        </p:txBody>
      </p:sp>
      <p:sp>
        <p:nvSpPr>
          <p:cNvPr id="65" name="Google Shape;65;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80"/>
              </a:spcBef>
              <a:spcAft>
                <a:spcPts val="0"/>
              </a:spcAft>
              <a:buSzPts val="1440"/>
              <a:buNone/>
              <a:defRPr b="1" sz="2400"/>
            </a:lvl1pPr>
            <a:lvl2pPr indent="-228600" lvl="1" marL="914400" algn="l">
              <a:lnSpc>
                <a:spcPct val="80000"/>
              </a:lnSpc>
              <a:spcBef>
                <a:spcPts val="400"/>
              </a:spcBef>
              <a:spcAft>
                <a:spcPts val="0"/>
              </a:spcAft>
              <a:buSzPts val="1100"/>
              <a:buNone/>
              <a:defRPr b="1" sz="2000"/>
            </a:lvl2pPr>
            <a:lvl3pPr indent="-228600" lvl="2" marL="1371600" algn="l">
              <a:lnSpc>
                <a:spcPct val="80000"/>
              </a:lnSpc>
              <a:spcBef>
                <a:spcPts val="360"/>
              </a:spcBef>
              <a:spcAft>
                <a:spcPts val="0"/>
              </a:spcAft>
              <a:buSzPts val="900"/>
              <a:buNone/>
              <a:defRPr b="1" sz="1800"/>
            </a:lvl3pPr>
            <a:lvl4pPr indent="-228600" lvl="3" marL="1828800" algn="l">
              <a:lnSpc>
                <a:spcPct val="80000"/>
              </a:lnSpc>
              <a:spcBef>
                <a:spcPts val="320"/>
              </a:spcBef>
              <a:spcAft>
                <a:spcPts val="0"/>
              </a:spcAft>
              <a:buSzPts val="880"/>
              <a:buNone/>
              <a:defRPr b="1" sz="1600"/>
            </a:lvl4pPr>
            <a:lvl5pPr indent="-228600" lvl="4" marL="2286000" algn="l">
              <a:lnSpc>
                <a:spcPct val="80000"/>
              </a:lnSpc>
              <a:spcBef>
                <a:spcPts val="320"/>
              </a:spcBef>
              <a:spcAft>
                <a:spcPts val="0"/>
              </a:spcAft>
              <a:buSzPts val="800"/>
              <a:buNone/>
              <a:defRPr b="1" sz="1600"/>
            </a:lvl5pPr>
            <a:lvl6pPr indent="-228600" lvl="5" marL="2743200" algn="l">
              <a:lnSpc>
                <a:spcPct val="80000"/>
              </a:lnSpc>
              <a:spcBef>
                <a:spcPts val="320"/>
              </a:spcBef>
              <a:spcAft>
                <a:spcPts val="0"/>
              </a:spcAft>
              <a:buSzPts val="800"/>
              <a:buNone/>
              <a:defRPr b="1" sz="1600"/>
            </a:lvl6pPr>
            <a:lvl7pPr indent="-228600" lvl="6" marL="3200400" algn="l">
              <a:lnSpc>
                <a:spcPct val="80000"/>
              </a:lnSpc>
              <a:spcBef>
                <a:spcPts val="320"/>
              </a:spcBef>
              <a:spcAft>
                <a:spcPts val="0"/>
              </a:spcAft>
              <a:buSzPts val="800"/>
              <a:buNone/>
              <a:defRPr b="1" sz="1600"/>
            </a:lvl7pPr>
            <a:lvl8pPr indent="-228600" lvl="7" marL="3657600" algn="l">
              <a:lnSpc>
                <a:spcPct val="80000"/>
              </a:lnSpc>
              <a:spcBef>
                <a:spcPts val="320"/>
              </a:spcBef>
              <a:spcAft>
                <a:spcPts val="0"/>
              </a:spcAft>
              <a:buSzPts val="800"/>
              <a:buNone/>
              <a:defRPr b="1" sz="1600"/>
            </a:lvl8pPr>
            <a:lvl9pPr indent="-228600" lvl="8" marL="4114800" algn="l">
              <a:lnSpc>
                <a:spcPct val="80000"/>
              </a:lnSpc>
              <a:spcBef>
                <a:spcPts val="320"/>
              </a:spcBef>
              <a:spcAft>
                <a:spcPts val="0"/>
              </a:spcAft>
              <a:buSzPts val="800"/>
              <a:buNone/>
              <a:defRPr b="1" sz="1600"/>
            </a:lvl9pPr>
          </a:lstStyle>
          <a:p/>
        </p:txBody>
      </p:sp>
      <p:sp>
        <p:nvSpPr>
          <p:cNvPr id="66" name="Google Shape;66;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algn="l">
              <a:lnSpc>
                <a:spcPct val="80000"/>
              </a:lnSpc>
              <a:spcBef>
                <a:spcPts val="480"/>
              </a:spcBef>
              <a:spcAft>
                <a:spcPts val="0"/>
              </a:spcAft>
              <a:buSzPts val="1440"/>
              <a:buChar char="■"/>
              <a:defRPr sz="2400"/>
            </a:lvl1pPr>
            <a:lvl2pPr indent="-298450" lvl="1" marL="914400" algn="l">
              <a:lnSpc>
                <a:spcPct val="80000"/>
              </a:lnSpc>
              <a:spcBef>
                <a:spcPts val="400"/>
              </a:spcBef>
              <a:spcAft>
                <a:spcPts val="0"/>
              </a:spcAft>
              <a:buSzPts val="1100"/>
              <a:buChar char="■"/>
              <a:defRPr sz="2000"/>
            </a:lvl2pPr>
            <a:lvl3pPr indent="-285750" lvl="2" marL="1371600" algn="l">
              <a:lnSpc>
                <a:spcPct val="80000"/>
              </a:lnSpc>
              <a:spcBef>
                <a:spcPts val="360"/>
              </a:spcBef>
              <a:spcAft>
                <a:spcPts val="0"/>
              </a:spcAft>
              <a:buSzPts val="900"/>
              <a:buChar char="■"/>
              <a:defRPr sz="1800"/>
            </a:lvl3pPr>
            <a:lvl4pPr indent="-284480" lvl="3" marL="1828800" algn="l">
              <a:lnSpc>
                <a:spcPct val="80000"/>
              </a:lnSpc>
              <a:spcBef>
                <a:spcPts val="320"/>
              </a:spcBef>
              <a:spcAft>
                <a:spcPts val="0"/>
              </a:spcAft>
              <a:buSzPts val="880"/>
              <a:buChar char="■"/>
              <a:defRPr sz="1600"/>
            </a:lvl4pPr>
            <a:lvl5pPr indent="-279400" lvl="4" marL="2286000" algn="l">
              <a:lnSpc>
                <a:spcPct val="80000"/>
              </a:lnSpc>
              <a:spcBef>
                <a:spcPts val="320"/>
              </a:spcBef>
              <a:spcAft>
                <a:spcPts val="0"/>
              </a:spcAft>
              <a:buSzPts val="800"/>
              <a:buChar char="■"/>
              <a:defRPr sz="1600"/>
            </a:lvl5pPr>
            <a:lvl6pPr indent="-279400" lvl="5" marL="2743200" algn="l">
              <a:lnSpc>
                <a:spcPct val="80000"/>
              </a:lnSpc>
              <a:spcBef>
                <a:spcPts val="320"/>
              </a:spcBef>
              <a:spcAft>
                <a:spcPts val="0"/>
              </a:spcAft>
              <a:buSzPts val="800"/>
              <a:buChar char="■"/>
              <a:defRPr sz="1600"/>
            </a:lvl6pPr>
            <a:lvl7pPr indent="-279400" lvl="6" marL="3200400" algn="l">
              <a:lnSpc>
                <a:spcPct val="80000"/>
              </a:lnSpc>
              <a:spcBef>
                <a:spcPts val="320"/>
              </a:spcBef>
              <a:spcAft>
                <a:spcPts val="0"/>
              </a:spcAft>
              <a:buSzPts val="800"/>
              <a:buChar char="■"/>
              <a:defRPr sz="1600"/>
            </a:lvl7pPr>
            <a:lvl8pPr indent="-279400" lvl="7" marL="3657600" algn="l">
              <a:lnSpc>
                <a:spcPct val="80000"/>
              </a:lnSpc>
              <a:spcBef>
                <a:spcPts val="320"/>
              </a:spcBef>
              <a:spcAft>
                <a:spcPts val="0"/>
              </a:spcAft>
              <a:buSzPts val="800"/>
              <a:buChar char="■"/>
              <a:defRPr sz="1600"/>
            </a:lvl8pPr>
            <a:lvl9pPr indent="-279400" lvl="8" marL="4114800" algn="l">
              <a:lnSpc>
                <a:spcPct val="80000"/>
              </a:lnSpc>
              <a:spcBef>
                <a:spcPts val="320"/>
              </a:spcBef>
              <a:spcAft>
                <a:spcPts val="0"/>
              </a:spcAft>
              <a:buSzPts val="800"/>
              <a:buChar char="■"/>
              <a:defRPr sz="1600"/>
            </a:lvl9pPr>
          </a:lstStyle>
          <a:p/>
        </p:txBody>
      </p:sp>
      <p:sp>
        <p:nvSpPr>
          <p:cNvPr id="67" name="Google Shape;67;p44"/>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4"/>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70" name="Shape 70"/>
        <p:cNvGrpSpPr/>
        <p:nvPr/>
      </p:nvGrpSpPr>
      <p:grpSpPr>
        <a:xfrm>
          <a:off x="0" y="0"/>
          <a:ext cx="0" cy="0"/>
          <a:chOff x="0" y="0"/>
          <a:chExt cx="0" cy="0"/>
        </a:xfrm>
      </p:grpSpPr>
      <p:graphicFrame>
        <p:nvGraphicFramePr>
          <p:cNvPr id="71" name="Google Shape;71;p45"/>
          <p:cNvGraphicFramePr/>
          <p:nvPr/>
        </p:nvGraphicFramePr>
        <p:xfrm>
          <a:off x="381000" y="1143000"/>
          <a:ext cx="8382000" cy="76200"/>
        </p:xfrm>
        <a:graphic>
          <a:graphicData uri="http://schemas.openxmlformats.org/presentationml/2006/ole">
            <mc:AlternateContent>
              <mc:Choice Requires="v">
                <p:oleObj r:id="rId3" imgH="76200" imgW="8382000" progId="" spid="_x0000_s1">
                  <p:embed/>
                </p:oleObj>
              </mc:Choice>
              <mc:Fallback>
                <p:oleObj r:id="rId4" imgH="76200" imgW="8382000" progId="">
                  <p:embed/>
                  <p:pic>
                    <p:nvPicPr>
                      <p:cNvPr id="71" name="Google Shape;71;p45"/>
                      <p:cNvPicPr preferRelativeResize="0"/>
                      <p:nvPr/>
                    </p:nvPicPr>
                    <p:blipFill rotWithShape="1">
                      <a:blip r:embed="rId5">
                        <a:alphaModFix/>
                      </a:blip>
                      <a:srcRect b="0" l="0" r="0" t="0"/>
                      <a:stretch/>
                    </p:blipFill>
                    <p:spPr>
                      <a:xfrm>
                        <a:off x="381000" y="1143000"/>
                        <a:ext cx="8382000" cy="76200"/>
                      </a:xfrm>
                      <a:prstGeom prst="rect">
                        <a:avLst/>
                      </a:prstGeom>
                      <a:noFill/>
                      <a:ln>
                        <a:noFill/>
                      </a:ln>
                    </p:spPr>
                  </p:pic>
                </p:oleObj>
              </mc:Fallback>
            </mc:AlternateContent>
          </a:graphicData>
        </a:graphic>
      </p:graphicFrame>
      <p:sp>
        <p:nvSpPr>
          <p:cNvPr id="72" name="Google Shape;72;p4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45"/>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46"/>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algn="l">
              <a:lnSpc>
                <a:spcPct val="80000"/>
              </a:lnSpc>
              <a:spcBef>
                <a:spcPts val="640"/>
              </a:spcBef>
              <a:spcAft>
                <a:spcPts val="0"/>
              </a:spcAft>
              <a:buSzPts val="1920"/>
              <a:buChar char="■"/>
              <a:defRPr sz="3200"/>
            </a:lvl1pPr>
            <a:lvl2pPr indent="-326390" lvl="1" marL="914400" algn="l">
              <a:lnSpc>
                <a:spcPct val="80000"/>
              </a:lnSpc>
              <a:spcBef>
                <a:spcPts val="560"/>
              </a:spcBef>
              <a:spcAft>
                <a:spcPts val="0"/>
              </a:spcAft>
              <a:buSzPts val="1540"/>
              <a:buChar char="■"/>
              <a:defRPr sz="2800"/>
            </a:lvl2pPr>
            <a:lvl3pPr indent="-304800" lvl="2" marL="1371600" algn="l">
              <a:lnSpc>
                <a:spcPct val="80000"/>
              </a:lnSpc>
              <a:spcBef>
                <a:spcPts val="480"/>
              </a:spcBef>
              <a:spcAft>
                <a:spcPts val="0"/>
              </a:spcAft>
              <a:buSzPts val="1200"/>
              <a:buChar char="■"/>
              <a:defRPr sz="2400"/>
            </a:lvl3pPr>
            <a:lvl4pPr indent="-298450" lvl="3" marL="1828800" algn="l">
              <a:lnSpc>
                <a:spcPct val="80000"/>
              </a:lnSpc>
              <a:spcBef>
                <a:spcPts val="400"/>
              </a:spcBef>
              <a:spcAft>
                <a:spcPts val="0"/>
              </a:spcAft>
              <a:buSzPts val="1100"/>
              <a:buChar char="■"/>
              <a:defRPr sz="2000"/>
            </a:lvl4pPr>
            <a:lvl5pPr indent="-292100" lvl="4" marL="2286000" algn="l">
              <a:lnSpc>
                <a:spcPct val="80000"/>
              </a:lnSpc>
              <a:spcBef>
                <a:spcPts val="400"/>
              </a:spcBef>
              <a:spcAft>
                <a:spcPts val="0"/>
              </a:spcAft>
              <a:buSzPts val="1000"/>
              <a:buChar char="■"/>
              <a:defRPr sz="2000"/>
            </a:lvl5pPr>
            <a:lvl6pPr indent="-292100" lvl="5" marL="2743200" algn="l">
              <a:lnSpc>
                <a:spcPct val="80000"/>
              </a:lnSpc>
              <a:spcBef>
                <a:spcPts val="400"/>
              </a:spcBef>
              <a:spcAft>
                <a:spcPts val="0"/>
              </a:spcAft>
              <a:buSzPts val="1000"/>
              <a:buChar char="■"/>
              <a:defRPr sz="2000"/>
            </a:lvl6pPr>
            <a:lvl7pPr indent="-292100" lvl="6" marL="3200400" algn="l">
              <a:lnSpc>
                <a:spcPct val="80000"/>
              </a:lnSpc>
              <a:spcBef>
                <a:spcPts val="400"/>
              </a:spcBef>
              <a:spcAft>
                <a:spcPts val="0"/>
              </a:spcAft>
              <a:buSzPts val="1000"/>
              <a:buChar char="■"/>
              <a:defRPr sz="2000"/>
            </a:lvl7pPr>
            <a:lvl8pPr indent="-292100" lvl="7" marL="3657600" algn="l">
              <a:lnSpc>
                <a:spcPct val="80000"/>
              </a:lnSpc>
              <a:spcBef>
                <a:spcPts val="400"/>
              </a:spcBef>
              <a:spcAft>
                <a:spcPts val="0"/>
              </a:spcAft>
              <a:buSzPts val="1000"/>
              <a:buChar char="■"/>
              <a:defRPr sz="2000"/>
            </a:lvl8pPr>
            <a:lvl9pPr indent="-292100" lvl="8" marL="4114800" algn="l">
              <a:lnSpc>
                <a:spcPct val="80000"/>
              </a:lnSpc>
              <a:spcBef>
                <a:spcPts val="400"/>
              </a:spcBef>
              <a:spcAft>
                <a:spcPts val="0"/>
              </a:spcAft>
              <a:buSzPts val="1000"/>
              <a:buChar char="■"/>
              <a:defRPr sz="2000"/>
            </a:lvl9pPr>
          </a:lstStyle>
          <a:p/>
        </p:txBody>
      </p:sp>
      <p:sp>
        <p:nvSpPr>
          <p:cNvPr id="82" name="Google Shape;82;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280"/>
              </a:spcBef>
              <a:spcAft>
                <a:spcPts val="0"/>
              </a:spcAft>
              <a:buSzPts val="840"/>
              <a:buNone/>
              <a:defRPr sz="1400"/>
            </a:lvl1pPr>
            <a:lvl2pPr indent="-228600" lvl="1" marL="914400" algn="l">
              <a:lnSpc>
                <a:spcPct val="80000"/>
              </a:lnSpc>
              <a:spcBef>
                <a:spcPts val="240"/>
              </a:spcBef>
              <a:spcAft>
                <a:spcPts val="0"/>
              </a:spcAft>
              <a:buSzPts val="660"/>
              <a:buNone/>
              <a:defRPr sz="1200"/>
            </a:lvl2pPr>
            <a:lvl3pPr indent="-228600" lvl="2" marL="1371600" algn="l">
              <a:lnSpc>
                <a:spcPct val="80000"/>
              </a:lnSpc>
              <a:spcBef>
                <a:spcPts val="200"/>
              </a:spcBef>
              <a:spcAft>
                <a:spcPts val="0"/>
              </a:spcAft>
              <a:buSzPts val="500"/>
              <a:buNone/>
              <a:defRPr sz="1000"/>
            </a:lvl3pPr>
            <a:lvl4pPr indent="-228600" lvl="3" marL="1828800" algn="l">
              <a:lnSpc>
                <a:spcPct val="80000"/>
              </a:lnSpc>
              <a:spcBef>
                <a:spcPts val="180"/>
              </a:spcBef>
              <a:spcAft>
                <a:spcPts val="0"/>
              </a:spcAft>
              <a:buSzPts val="495"/>
              <a:buNone/>
              <a:defRPr sz="900"/>
            </a:lvl4pPr>
            <a:lvl5pPr indent="-228600" lvl="4" marL="2286000" algn="l">
              <a:lnSpc>
                <a:spcPct val="80000"/>
              </a:lnSpc>
              <a:spcBef>
                <a:spcPts val="180"/>
              </a:spcBef>
              <a:spcAft>
                <a:spcPts val="0"/>
              </a:spcAft>
              <a:buSzPts val="450"/>
              <a:buNone/>
              <a:defRPr sz="900"/>
            </a:lvl5pPr>
            <a:lvl6pPr indent="-228600" lvl="5" marL="2743200" algn="l">
              <a:lnSpc>
                <a:spcPct val="80000"/>
              </a:lnSpc>
              <a:spcBef>
                <a:spcPts val="180"/>
              </a:spcBef>
              <a:spcAft>
                <a:spcPts val="0"/>
              </a:spcAft>
              <a:buSzPts val="450"/>
              <a:buNone/>
              <a:defRPr sz="900"/>
            </a:lvl6pPr>
            <a:lvl7pPr indent="-228600" lvl="6" marL="3200400" algn="l">
              <a:lnSpc>
                <a:spcPct val="80000"/>
              </a:lnSpc>
              <a:spcBef>
                <a:spcPts val="180"/>
              </a:spcBef>
              <a:spcAft>
                <a:spcPts val="0"/>
              </a:spcAft>
              <a:buSzPts val="450"/>
              <a:buNone/>
              <a:defRPr sz="900"/>
            </a:lvl7pPr>
            <a:lvl8pPr indent="-228600" lvl="7" marL="3657600" algn="l">
              <a:lnSpc>
                <a:spcPct val="80000"/>
              </a:lnSpc>
              <a:spcBef>
                <a:spcPts val="180"/>
              </a:spcBef>
              <a:spcAft>
                <a:spcPts val="0"/>
              </a:spcAft>
              <a:buSzPts val="450"/>
              <a:buNone/>
              <a:defRPr sz="900"/>
            </a:lvl8pPr>
            <a:lvl9pPr indent="-228600" lvl="8" marL="4114800" algn="l">
              <a:lnSpc>
                <a:spcPct val="80000"/>
              </a:lnSpc>
              <a:spcBef>
                <a:spcPts val="180"/>
              </a:spcBef>
              <a:spcAft>
                <a:spcPts val="0"/>
              </a:spcAft>
              <a:buSzPts val="450"/>
              <a:buNone/>
              <a:defRPr sz="900"/>
            </a:lvl9pPr>
          </a:lstStyle>
          <a:p/>
        </p:txBody>
      </p:sp>
      <p:sp>
        <p:nvSpPr>
          <p:cNvPr id="83" name="Google Shape;83;p47"/>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7"/>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48"/>
          <p:cNvSpPr/>
          <p:nvPr>
            <p:ph idx="2" type="pic"/>
          </p:nvPr>
        </p:nvSpPr>
        <p:spPr>
          <a:xfrm>
            <a:off x="1792288" y="612775"/>
            <a:ext cx="5486400" cy="4114800"/>
          </a:xfrm>
          <a:prstGeom prst="rect">
            <a:avLst/>
          </a:prstGeom>
          <a:noFill/>
          <a:ln>
            <a:noFill/>
          </a:ln>
        </p:spPr>
      </p:sp>
      <p:sp>
        <p:nvSpPr>
          <p:cNvPr id="89" name="Google Shape;89;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280"/>
              </a:spcBef>
              <a:spcAft>
                <a:spcPts val="0"/>
              </a:spcAft>
              <a:buSzPts val="840"/>
              <a:buNone/>
              <a:defRPr sz="1400"/>
            </a:lvl1pPr>
            <a:lvl2pPr indent="-228600" lvl="1" marL="914400" algn="l">
              <a:lnSpc>
                <a:spcPct val="80000"/>
              </a:lnSpc>
              <a:spcBef>
                <a:spcPts val="240"/>
              </a:spcBef>
              <a:spcAft>
                <a:spcPts val="0"/>
              </a:spcAft>
              <a:buSzPts val="660"/>
              <a:buNone/>
              <a:defRPr sz="1200"/>
            </a:lvl2pPr>
            <a:lvl3pPr indent="-228600" lvl="2" marL="1371600" algn="l">
              <a:lnSpc>
                <a:spcPct val="80000"/>
              </a:lnSpc>
              <a:spcBef>
                <a:spcPts val="200"/>
              </a:spcBef>
              <a:spcAft>
                <a:spcPts val="0"/>
              </a:spcAft>
              <a:buSzPts val="500"/>
              <a:buNone/>
              <a:defRPr sz="1000"/>
            </a:lvl3pPr>
            <a:lvl4pPr indent="-228600" lvl="3" marL="1828800" algn="l">
              <a:lnSpc>
                <a:spcPct val="80000"/>
              </a:lnSpc>
              <a:spcBef>
                <a:spcPts val="180"/>
              </a:spcBef>
              <a:spcAft>
                <a:spcPts val="0"/>
              </a:spcAft>
              <a:buSzPts val="495"/>
              <a:buNone/>
              <a:defRPr sz="900"/>
            </a:lvl4pPr>
            <a:lvl5pPr indent="-228600" lvl="4" marL="2286000" algn="l">
              <a:lnSpc>
                <a:spcPct val="80000"/>
              </a:lnSpc>
              <a:spcBef>
                <a:spcPts val="180"/>
              </a:spcBef>
              <a:spcAft>
                <a:spcPts val="0"/>
              </a:spcAft>
              <a:buSzPts val="450"/>
              <a:buNone/>
              <a:defRPr sz="900"/>
            </a:lvl5pPr>
            <a:lvl6pPr indent="-228600" lvl="5" marL="2743200" algn="l">
              <a:lnSpc>
                <a:spcPct val="80000"/>
              </a:lnSpc>
              <a:spcBef>
                <a:spcPts val="180"/>
              </a:spcBef>
              <a:spcAft>
                <a:spcPts val="0"/>
              </a:spcAft>
              <a:buSzPts val="450"/>
              <a:buNone/>
              <a:defRPr sz="900"/>
            </a:lvl6pPr>
            <a:lvl7pPr indent="-228600" lvl="6" marL="3200400" algn="l">
              <a:lnSpc>
                <a:spcPct val="80000"/>
              </a:lnSpc>
              <a:spcBef>
                <a:spcPts val="180"/>
              </a:spcBef>
              <a:spcAft>
                <a:spcPts val="0"/>
              </a:spcAft>
              <a:buSzPts val="450"/>
              <a:buNone/>
              <a:defRPr sz="900"/>
            </a:lvl7pPr>
            <a:lvl8pPr indent="-228600" lvl="7" marL="3657600" algn="l">
              <a:lnSpc>
                <a:spcPct val="80000"/>
              </a:lnSpc>
              <a:spcBef>
                <a:spcPts val="180"/>
              </a:spcBef>
              <a:spcAft>
                <a:spcPts val="0"/>
              </a:spcAft>
              <a:buSzPts val="450"/>
              <a:buNone/>
              <a:defRPr sz="900"/>
            </a:lvl8pPr>
            <a:lvl9pPr indent="-228600" lvl="8" marL="4114800" algn="l">
              <a:lnSpc>
                <a:spcPct val="80000"/>
              </a:lnSpc>
              <a:spcBef>
                <a:spcPts val="180"/>
              </a:spcBef>
              <a:spcAft>
                <a:spcPts val="0"/>
              </a:spcAft>
              <a:buSzPts val="450"/>
              <a:buNone/>
              <a:defRPr sz="900"/>
            </a:lvl9pPr>
          </a:lstStyle>
          <a:p/>
        </p:txBody>
      </p:sp>
      <p:sp>
        <p:nvSpPr>
          <p:cNvPr id="90" name="Google Shape;90;p48"/>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8"/>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3" name="Shape 93"/>
        <p:cNvGrpSpPr/>
        <p:nvPr/>
      </p:nvGrpSpPr>
      <p:grpSpPr>
        <a:xfrm>
          <a:off x="0" y="0"/>
          <a:ext cx="0" cy="0"/>
          <a:chOff x="0" y="0"/>
          <a:chExt cx="0" cy="0"/>
        </a:xfrm>
      </p:grpSpPr>
      <p:sp>
        <p:nvSpPr>
          <p:cNvPr id="94" name="Google Shape;94;p4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49"/>
          <p:cNvSpPr txBox="1"/>
          <p:nvPr>
            <p:ph idx="1" type="body"/>
          </p:nvPr>
        </p:nvSpPr>
        <p:spPr>
          <a:xfrm rot="5400000">
            <a:off x="2057400" y="-228600"/>
            <a:ext cx="5105400" cy="845820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96" name="Google Shape;96;p49"/>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9"/>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50"/>
          <p:cNvSpPr txBox="1"/>
          <p:nvPr>
            <p:ph type="title"/>
          </p:nvPr>
        </p:nvSpPr>
        <p:spPr>
          <a:xfrm rot="5400000">
            <a:off x="4619625" y="2333625"/>
            <a:ext cx="6324600" cy="21145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50"/>
          <p:cNvSpPr txBox="1"/>
          <p:nvPr>
            <p:ph idx="1" type="body"/>
          </p:nvPr>
        </p:nvSpPr>
        <p:spPr>
          <a:xfrm rot="5400000">
            <a:off x="314325" y="295275"/>
            <a:ext cx="6324600" cy="619125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102" name="Google Shape;102;p50"/>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0"/>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oleObject" Target="../embeddings/oleObject1.bin"/><Relationship Id="rId2" Type="http://schemas.openxmlformats.org/officeDocument/2006/relationships/oleObject" Target="../embeddings/oleObject1.bin"/><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vmlDrawing" Target="../drawings/vmlDrawing1.vml"/><Relationship Id="rId16" Type="http://schemas.openxmlformats.org/officeDocument/2006/relationships/theme" Target="../theme/theme2.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9pPr>
          </a:lstStyle>
          <a:p/>
        </p:txBody>
      </p:sp>
      <p:sp>
        <p:nvSpPr>
          <p:cNvPr id="11" name="Google Shape;11;p3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0000"/>
              </a:lnSpc>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lnSpc>
                <a:spcPct val="80000"/>
              </a:lnSpc>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304800" lvl="2" marL="1371600" marR="0" rtl="0" algn="l">
              <a:lnSpc>
                <a:spcPct val="8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8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2" name="Google Shape;12;p38"/>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13" name="Google Shape;13;p38"/>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14" name="Google Shape;14;p3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marR="0" rt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marR="0" rt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marR="0" rt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marR="0" rt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marR="0" rt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marR="0" rt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marR="0" rt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marR="0" rt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graphicFrame>
        <p:nvGraphicFramePr>
          <p:cNvPr id="15" name="Google Shape;15;p38"/>
          <p:cNvGraphicFramePr/>
          <p:nvPr/>
        </p:nvGraphicFramePr>
        <p:xfrm>
          <a:off x="381000" y="1143000"/>
          <a:ext cx="8382000" cy="76200"/>
        </p:xfrm>
        <a:graphic>
          <a:graphicData uri="http://schemas.openxmlformats.org/presentationml/2006/ole">
            <mc:AlternateContent>
              <mc:Choice Requires="v">
                <p:oleObj r:id="rId1" imgH="76200" imgW="8382000" progId="" spid="_x0000_s1">
                  <p:embed/>
                </p:oleObj>
              </mc:Choice>
              <mc:Fallback>
                <p:oleObj r:id="rId2" imgH="76200" imgW="8382000" progId="">
                  <p:embed/>
                  <p:pic>
                    <p:nvPicPr>
                      <p:cNvPr id="15" name="Google Shape;15;p38"/>
                      <p:cNvPicPr preferRelativeResize="0"/>
                      <p:nvPr/>
                    </p:nvPicPr>
                    <p:blipFill rotWithShape="1">
                      <a:blip r:embed="rId3">
                        <a:alphaModFix/>
                      </a:blip>
                      <a:srcRect b="0" l="0" r="0" t="0"/>
                      <a:stretch/>
                    </p:blipFill>
                    <p:spPr>
                      <a:xfrm>
                        <a:off x="381000" y="1143000"/>
                        <a:ext cx="8382000" cy="76200"/>
                      </a:xfrm>
                      <a:prstGeom prst="rect">
                        <a:avLst/>
                      </a:prstGeom>
                      <a:noFill/>
                      <a:ln>
                        <a:noFill/>
                      </a:ln>
                    </p:spPr>
                  </p:pic>
                </p:oleObj>
              </mc:Fallback>
            </mc:AlternateContent>
          </a:graphicData>
        </a:graphic>
      </p:graphicFrame>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p:zoom dir="out"/>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elearning-graphic[1]" id="110" name="Google Shape;110;p1"/>
          <p:cNvPicPr preferRelativeResize="0"/>
          <p:nvPr/>
        </p:nvPicPr>
        <p:blipFill rotWithShape="1">
          <a:blip r:embed="rId3">
            <a:alphaModFix/>
          </a:blip>
          <a:srcRect b="0" l="0" r="0" t="0"/>
          <a:stretch/>
        </p:blipFill>
        <p:spPr>
          <a:xfrm>
            <a:off x="838200" y="3581400"/>
            <a:ext cx="2819400" cy="2778125"/>
          </a:xfrm>
          <a:prstGeom prst="rect">
            <a:avLst/>
          </a:prstGeom>
          <a:noFill/>
          <a:ln>
            <a:noFill/>
          </a:ln>
        </p:spPr>
      </p:pic>
      <p:sp>
        <p:nvSpPr>
          <p:cNvPr id="111" name="Google Shape;111;p1"/>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solidFill>
                  <a:srgbClr val="000099"/>
                </a:solidFill>
                <a:latin typeface="Times New Roman"/>
                <a:ea typeface="Times New Roman"/>
                <a:cs typeface="Times New Roman"/>
                <a:sym typeface="Times New Roman"/>
              </a:rPr>
              <a:t>BÀI GIẢNG</a:t>
            </a:r>
            <a:r>
              <a:rPr b="1" lang="en-US" sz="3200">
                <a:solidFill>
                  <a:srgbClr val="000099"/>
                </a:solidFill>
                <a:latin typeface="Times New Roman"/>
                <a:ea typeface="Times New Roman"/>
                <a:cs typeface="Times New Roman"/>
                <a:sym typeface="Times New Roman"/>
              </a:rPr>
              <a:t> </a:t>
            </a:r>
            <a:br>
              <a:rPr b="1" lang="en-US" sz="3200">
                <a:solidFill>
                  <a:srgbClr val="000099"/>
                </a:solidFill>
                <a:latin typeface="Times New Roman"/>
                <a:ea typeface="Times New Roman"/>
                <a:cs typeface="Times New Roman"/>
                <a:sym typeface="Times New Roman"/>
              </a:rPr>
            </a:br>
            <a:br>
              <a:rPr b="1" lang="en-US" sz="3200">
                <a:solidFill>
                  <a:srgbClr val="000099"/>
                </a:solidFill>
                <a:latin typeface="Times New Roman"/>
                <a:ea typeface="Times New Roman"/>
                <a:cs typeface="Times New Roman"/>
                <a:sym typeface="Times New Roman"/>
              </a:rPr>
            </a:br>
            <a:r>
              <a:rPr b="1" lang="en-US">
                <a:solidFill>
                  <a:srgbClr val="000099"/>
                </a:solidFill>
                <a:latin typeface="Times New Roman"/>
                <a:ea typeface="Times New Roman"/>
                <a:cs typeface="Times New Roman"/>
                <a:sym typeface="Times New Roman"/>
              </a:rPr>
              <a:t>QUẢN TRỊ DỰ ÁN </a:t>
            </a:r>
            <a:br>
              <a:rPr b="1" lang="en-US">
                <a:solidFill>
                  <a:srgbClr val="000099"/>
                </a:solidFill>
                <a:latin typeface="Times New Roman"/>
                <a:ea typeface="Times New Roman"/>
                <a:cs typeface="Times New Roman"/>
                <a:sym typeface="Times New Roman"/>
              </a:rPr>
            </a:br>
            <a:r>
              <a:rPr b="1" lang="en-US">
                <a:solidFill>
                  <a:srgbClr val="000099"/>
                </a:solidFill>
                <a:latin typeface="Times New Roman"/>
                <a:ea typeface="Times New Roman"/>
                <a:cs typeface="Times New Roman"/>
                <a:sym typeface="Times New Roman"/>
              </a:rPr>
              <a:t>CÔNG NGHỆ THÔNG TIN</a:t>
            </a:r>
            <a:endParaRPr/>
          </a:p>
        </p:txBody>
      </p:sp>
      <p:sp>
        <p:nvSpPr>
          <p:cNvPr id="112" name="Google Shape;112;p1"/>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t/>
            </a:r>
            <a:endParaRPr b="0" i="0" sz="1400" u="none" cap="none" strike="noStrike">
              <a:solidFill>
                <a:schemeClr val="lt2"/>
              </a:solidFill>
              <a:latin typeface="Tahoma"/>
              <a:ea typeface="Tahoma"/>
              <a:cs typeface="Tahoma"/>
              <a:sym typeface="Tahoma"/>
            </a:endParaRPr>
          </a:p>
        </p:txBody>
      </p:sp>
    </p:spTree>
  </p:cSld>
  <p:clrMapOvr>
    <a:masterClrMapping/>
  </p:clrMapOvr>
  <p:transition>
    <p:zoom dir="o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txBox="1"/>
          <p:nvPr>
            <p:ph type="ctrTitle"/>
          </p:nvPr>
        </p:nvSpPr>
        <p:spPr>
          <a:xfrm>
            <a:off x="381000" y="609600"/>
            <a:ext cx="8534400" cy="1219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3200">
                <a:latin typeface="Arial"/>
                <a:ea typeface="Arial"/>
                <a:cs typeface="Arial"/>
                <a:sym typeface="Arial"/>
              </a:rPr>
              <a:t>Chương 8 </a:t>
            </a:r>
            <a:br>
              <a:rPr b="1" lang="en-US">
                <a:latin typeface="Arial"/>
                <a:ea typeface="Arial"/>
                <a:cs typeface="Arial"/>
                <a:sym typeface="Arial"/>
              </a:rPr>
            </a:br>
            <a:r>
              <a:rPr b="1" lang="en-US" sz="3200">
                <a:latin typeface="Arial"/>
                <a:ea typeface="Arial"/>
                <a:cs typeface="Arial"/>
                <a:sym typeface="Arial"/>
              </a:rPr>
              <a:t>QUẢN LÝ RỦI RO CỦA DỰ ÁN</a:t>
            </a:r>
            <a:endParaRPr b="1">
              <a:latin typeface="Arial"/>
              <a:ea typeface="Arial"/>
              <a:cs typeface="Arial"/>
              <a:sym typeface="Arial"/>
            </a:endParaRPr>
          </a:p>
        </p:txBody>
      </p:sp>
      <p:grpSp>
        <p:nvGrpSpPr>
          <p:cNvPr id="119" name="Google Shape;119;p2"/>
          <p:cNvGrpSpPr/>
          <p:nvPr/>
        </p:nvGrpSpPr>
        <p:grpSpPr>
          <a:xfrm>
            <a:off x="462252" y="2607227"/>
            <a:ext cx="3728748" cy="546838"/>
            <a:chOff x="291" y="2115"/>
            <a:chExt cx="2349" cy="344"/>
          </a:xfrm>
        </p:grpSpPr>
        <p:cxnSp>
          <p:nvCxnSpPr>
            <p:cNvPr id="120" name="Google Shape;120;p2"/>
            <p:cNvCxnSpPr/>
            <p:nvPr/>
          </p:nvCxnSpPr>
          <p:spPr>
            <a:xfrm>
              <a:off x="474" y="2434"/>
              <a:ext cx="2166" cy="0"/>
            </a:xfrm>
            <a:prstGeom prst="straightConnector1">
              <a:avLst/>
            </a:prstGeom>
            <a:noFill/>
            <a:ln cap="flat" cmpd="sng" w="25400">
              <a:solidFill>
                <a:srgbClr val="969696"/>
              </a:solidFill>
              <a:prstDash val="dot"/>
              <a:round/>
              <a:headEnd len="med" w="med" type="none"/>
              <a:tailEnd len="med" w="med" type="oval"/>
            </a:ln>
          </p:spPr>
        </p:cxnSp>
        <p:sp>
          <p:nvSpPr>
            <p:cNvPr id="121" name="Google Shape;121;p2"/>
            <p:cNvSpPr/>
            <p:nvPr/>
          </p:nvSpPr>
          <p:spPr>
            <a:xfrm rot="3419336">
              <a:off x="336" y="2160"/>
              <a:ext cx="236" cy="235"/>
            </a:xfrm>
            <a:prstGeom prst="rect">
              <a:avLst/>
            </a:prstGeom>
            <a:gradFill>
              <a:gsLst>
                <a:gs pos="0">
                  <a:srgbClr val="99CC00"/>
                </a:gs>
                <a:gs pos="100000">
                  <a:srgbClr val="475E00"/>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22" name="Google Shape;122;p2"/>
            <p:cNvSpPr txBox="1"/>
            <p:nvPr/>
          </p:nvSpPr>
          <p:spPr>
            <a:xfrm>
              <a:off x="672" y="2160"/>
              <a:ext cx="148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rgbClr val="000000"/>
                  </a:solidFill>
                  <a:latin typeface="Arial"/>
                  <a:ea typeface="Arial"/>
                  <a:cs typeface="Arial"/>
                  <a:sym typeface="Arial"/>
                </a:rPr>
                <a:t>Tầm quan trọng</a:t>
              </a:r>
              <a:endParaRPr b="0" sz="2400" u="none">
                <a:solidFill>
                  <a:srgbClr val="000000"/>
                </a:solidFill>
                <a:latin typeface="Arial"/>
                <a:ea typeface="Arial"/>
                <a:cs typeface="Arial"/>
                <a:sym typeface="Arial"/>
              </a:endParaRPr>
            </a:p>
          </p:txBody>
        </p:sp>
        <p:sp>
          <p:nvSpPr>
            <p:cNvPr id="123" name="Google Shape;123;p2"/>
            <p:cNvSpPr txBox="1"/>
            <p:nvPr/>
          </p:nvSpPr>
          <p:spPr>
            <a:xfrm>
              <a:off x="341" y="2171"/>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1</a:t>
              </a:r>
              <a:endParaRPr/>
            </a:p>
          </p:txBody>
        </p:sp>
      </p:grpSp>
      <p:grpSp>
        <p:nvGrpSpPr>
          <p:cNvPr id="124" name="Google Shape;124;p2"/>
          <p:cNvGrpSpPr/>
          <p:nvPr/>
        </p:nvGrpSpPr>
        <p:grpSpPr>
          <a:xfrm>
            <a:off x="462251" y="3316839"/>
            <a:ext cx="3730338" cy="546838"/>
            <a:chOff x="291" y="2562"/>
            <a:chExt cx="2350" cy="344"/>
          </a:xfrm>
        </p:grpSpPr>
        <p:cxnSp>
          <p:nvCxnSpPr>
            <p:cNvPr id="125" name="Google Shape;125;p2"/>
            <p:cNvCxnSpPr/>
            <p:nvPr/>
          </p:nvCxnSpPr>
          <p:spPr>
            <a:xfrm>
              <a:off x="474" y="2881"/>
              <a:ext cx="2167" cy="0"/>
            </a:xfrm>
            <a:prstGeom prst="straightConnector1">
              <a:avLst/>
            </a:prstGeom>
            <a:noFill/>
            <a:ln cap="flat" cmpd="sng" w="25400">
              <a:solidFill>
                <a:srgbClr val="969696"/>
              </a:solidFill>
              <a:prstDash val="dot"/>
              <a:round/>
              <a:headEnd len="med" w="med" type="none"/>
              <a:tailEnd len="med" w="med" type="oval"/>
            </a:ln>
          </p:spPr>
        </p:cxnSp>
        <p:sp>
          <p:nvSpPr>
            <p:cNvPr id="126" name="Google Shape;126;p2"/>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27" name="Google Shape;127;p2"/>
            <p:cNvSpPr txBox="1"/>
            <p:nvPr/>
          </p:nvSpPr>
          <p:spPr>
            <a:xfrm>
              <a:off x="624" y="2592"/>
              <a:ext cx="1715"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Tahoma"/>
                  <a:ea typeface="Tahoma"/>
                  <a:cs typeface="Tahoma"/>
                  <a:sym typeface="Tahoma"/>
                </a:rPr>
                <a:t> Kế hoạch quản lý </a:t>
              </a:r>
              <a:endParaRPr b="0" sz="2400" u="none">
                <a:solidFill>
                  <a:srgbClr val="000000"/>
                </a:solidFill>
                <a:latin typeface="Arial"/>
                <a:ea typeface="Arial"/>
                <a:cs typeface="Arial"/>
                <a:sym typeface="Arial"/>
              </a:endParaRPr>
            </a:p>
          </p:txBody>
        </p:sp>
        <p:sp>
          <p:nvSpPr>
            <p:cNvPr id="128" name="Google Shape;128;p2"/>
            <p:cNvSpPr txBox="1"/>
            <p:nvPr/>
          </p:nvSpPr>
          <p:spPr>
            <a:xfrm>
              <a:off x="341" y="2618"/>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2</a:t>
              </a:r>
              <a:endParaRPr/>
            </a:p>
          </p:txBody>
        </p:sp>
      </p:grpSp>
      <p:grpSp>
        <p:nvGrpSpPr>
          <p:cNvPr id="129" name="Google Shape;129;p2"/>
          <p:cNvGrpSpPr/>
          <p:nvPr/>
        </p:nvGrpSpPr>
        <p:grpSpPr>
          <a:xfrm>
            <a:off x="462252" y="3978827"/>
            <a:ext cx="3728748" cy="546838"/>
            <a:chOff x="291" y="2994"/>
            <a:chExt cx="2349" cy="344"/>
          </a:xfrm>
        </p:grpSpPr>
        <p:cxnSp>
          <p:nvCxnSpPr>
            <p:cNvPr id="130" name="Google Shape;130;p2"/>
            <p:cNvCxnSpPr/>
            <p:nvPr/>
          </p:nvCxnSpPr>
          <p:spPr>
            <a:xfrm>
              <a:off x="474" y="3312"/>
              <a:ext cx="2166" cy="1"/>
            </a:xfrm>
            <a:prstGeom prst="straightConnector1">
              <a:avLst/>
            </a:prstGeom>
            <a:noFill/>
            <a:ln cap="flat" cmpd="sng" w="25400">
              <a:solidFill>
                <a:srgbClr val="969696"/>
              </a:solidFill>
              <a:prstDash val="dot"/>
              <a:round/>
              <a:headEnd len="med" w="med" type="none"/>
              <a:tailEnd len="med" w="med" type="oval"/>
            </a:ln>
          </p:spPr>
        </p:cxnSp>
        <p:sp>
          <p:nvSpPr>
            <p:cNvPr id="131" name="Google Shape;131;p2"/>
            <p:cNvSpPr/>
            <p:nvPr/>
          </p:nvSpPr>
          <p:spPr>
            <a:xfrm rot="3419336">
              <a:off x="336" y="3039"/>
              <a:ext cx="236" cy="235"/>
            </a:xfrm>
            <a:prstGeom prst="rect">
              <a:avLst/>
            </a:prstGeom>
            <a:gradFill>
              <a:gsLst>
                <a:gs pos="0">
                  <a:srgbClr val="FF9933"/>
                </a:gs>
                <a:gs pos="100000">
                  <a:srgbClr val="76471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32" name="Google Shape;132;p2"/>
            <p:cNvSpPr txBox="1"/>
            <p:nvPr/>
          </p:nvSpPr>
          <p:spPr>
            <a:xfrm>
              <a:off x="720" y="3039"/>
              <a:ext cx="172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Xác định các rủi ro</a:t>
              </a:r>
              <a:endParaRPr b="0" sz="2400" u="none">
                <a:solidFill>
                  <a:schemeClr val="dk1"/>
                </a:solidFill>
                <a:latin typeface="Arial"/>
                <a:ea typeface="Arial"/>
                <a:cs typeface="Arial"/>
                <a:sym typeface="Arial"/>
              </a:endParaRPr>
            </a:p>
          </p:txBody>
        </p:sp>
        <p:sp>
          <p:nvSpPr>
            <p:cNvPr id="133" name="Google Shape;133;p2"/>
            <p:cNvSpPr txBox="1"/>
            <p:nvPr/>
          </p:nvSpPr>
          <p:spPr>
            <a:xfrm>
              <a:off x="341" y="3050"/>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3</a:t>
              </a:r>
              <a:endParaRPr/>
            </a:p>
          </p:txBody>
        </p:sp>
      </p:grpSp>
      <p:sp>
        <p:nvSpPr>
          <p:cNvPr id="134" name="Google Shape;134;p2"/>
          <p:cNvSpPr/>
          <p:nvPr/>
        </p:nvSpPr>
        <p:spPr>
          <a:xfrm>
            <a:off x="1752600" y="1828800"/>
            <a:ext cx="2286000" cy="685800"/>
          </a:xfrm>
          <a:prstGeom prst="ellipse">
            <a:avLst/>
          </a:prstGeom>
          <a:solidFill>
            <a:srgbClr val="FFCC00"/>
          </a:solidFill>
          <a:ln cap="flat" cmpd="sng" w="9525">
            <a:solidFill>
              <a:srgbClr val="FFFFFF"/>
            </a:solidFill>
            <a:prstDash val="solid"/>
            <a:round/>
            <a:headEnd len="sm" w="sm" type="none"/>
            <a:tailEnd len="sm" w="sm" type="none"/>
          </a:ln>
          <a:effectLst>
            <a:outerShdw rotWithShape="0" algn="ctr" dir="2700000" dist="35921">
              <a:schemeClr val="lt2">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2B5481"/>
                </a:solidFill>
                <a:latin typeface="Tahoma"/>
                <a:ea typeface="Tahoma"/>
                <a:cs typeface="Tahoma"/>
                <a:sym typeface="Tahoma"/>
              </a:rPr>
              <a:t>Nội dung</a:t>
            </a:r>
            <a:endParaRPr/>
          </a:p>
        </p:txBody>
      </p:sp>
      <p:cxnSp>
        <p:nvCxnSpPr>
          <p:cNvPr id="135" name="Google Shape;135;p2"/>
          <p:cNvCxnSpPr/>
          <p:nvPr/>
        </p:nvCxnSpPr>
        <p:spPr>
          <a:xfrm>
            <a:off x="752475" y="5166166"/>
            <a:ext cx="4581525" cy="0"/>
          </a:xfrm>
          <a:prstGeom prst="straightConnector1">
            <a:avLst/>
          </a:prstGeom>
          <a:noFill/>
          <a:ln cap="flat" cmpd="sng" w="25400">
            <a:solidFill>
              <a:srgbClr val="969696"/>
            </a:solidFill>
            <a:prstDash val="dot"/>
            <a:round/>
            <a:headEnd len="med" w="med" type="none"/>
            <a:tailEnd len="med" w="med" type="oval"/>
          </a:ln>
        </p:spPr>
      </p:cxnSp>
      <p:sp>
        <p:nvSpPr>
          <p:cNvPr id="136" name="Google Shape;136;p2"/>
          <p:cNvSpPr/>
          <p:nvPr/>
        </p:nvSpPr>
        <p:spPr>
          <a:xfrm rot="3419336">
            <a:off x="533400" y="4732778"/>
            <a:ext cx="374650" cy="373063"/>
          </a:xfrm>
          <a:prstGeom prst="rect">
            <a:avLst/>
          </a:prstGeom>
          <a:gradFill>
            <a:gsLst>
              <a:gs pos="0">
                <a:srgbClr val="FF9933"/>
              </a:gs>
              <a:gs pos="100000">
                <a:srgbClr val="76471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37" name="Google Shape;137;p2"/>
          <p:cNvSpPr txBox="1"/>
          <p:nvPr/>
        </p:nvSpPr>
        <p:spPr>
          <a:xfrm>
            <a:off x="1143000" y="4732778"/>
            <a:ext cx="441018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Phân tích định lượng các rủi ro</a:t>
            </a:r>
            <a:endParaRPr b="0" sz="2400" u="none">
              <a:solidFill>
                <a:schemeClr val="dk1"/>
              </a:solidFill>
              <a:latin typeface="Arial"/>
              <a:ea typeface="Arial"/>
              <a:cs typeface="Arial"/>
              <a:sym typeface="Arial"/>
            </a:endParaRPr>
          </a:p>
        </p:txBody>
      </p:sp>
      <p:sp>
        <p:nvSpPr>
          <p:cNvPr id="138" name="Google Shape;138;p2"/>
          <p:cNvSpPr txBox="1"/>
          <p:nvPr/>
        </p:nvSpPr>
        <p:spPr>
          <a:xfrm>
            <a:off x="528229" y="4750241"/>
            <a:ext cx="38023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4</a:t>
            </a:r>
            <a:endParaRPr/>
          </a:p>
        </p:txBody>
      </p:sp>
      <p:cxnSp>
        <p:nvCxnSpPr>
          <p:cNvPr id="139" name="Google Shape;139;p2"/>
          <p:cNvCxnSpPr/>
          <p:nvPr/>
        </p:nvCxnSpPr>
        <p:spPr>
          <a:xfrm flipH="1" rot="10800000">
            <a:off x="701364" y="6517598"/>
            <a:ext cx="4744391" cy="7325"/>
          </a:xfrm>
          <a:prstGeom prst="straightConnector1">
            <a:avLst/>
          </a:prstGeom>
          <a:noFill/>
          <a:ln cap="flat" cmpd="sng" w="25400">
            <a:solidFill>
              <a:srgbClr val="969696"/>
            </a:solidFill>
            <a:prstDash val="dot"/>
            <a:round/>
            <a:headEnd len="med" w="med" type="none"/>
            <a:tailEnd len="med" w="med" type="oval"/>
          </a:ln>
        </p:spPr>
      </p:cxnSp>
      <p:sp>
        <p:nvSpPr>
          <p:cNvPr id="140" name="Google Shape;140;p2"/>
          <p:cNvSpPr/>
          <p:nvPr/>
        </p:nvSpPr>
        <p:spPr>
          <a:xfrm rot="3419336">
            <a:off x="487704" y="6095782"/>
            <a:ext cx="374650" cy="373063"/>
          </a:xfrm>
          <a:prstGeom prst="rect">
            <a:avLst/>
          </a:prstGeom>
          <a:gradFill>
            <a:gsLst>
              <a:gs pos="0">
                <a:srgbClr val="FF9933"/>
              </a:gs>
              <a:gs pos="100000">
                <a:srgbClr val="76471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41" name="Google Shape;141;p2"/>
          <p:cNvSpPr txBox="1"/>
          <p:nvPr/>
        </p:nvSpPr>
        <p:spPr>
          <a:xfrm>
            <a:off x="894334" y="6091535"/>
            <a:ext cx="46682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Giám sát và điều khiển các rủi ro</a:t>
            </a:r>
            <a:endParaRPr b="0" sz="2400" u="none">
              <a:solidFill>
                <a:schemeClr val="dk1"/>
              </a:solidFill>
              <a:latin typeface="Arial"/>
              <a:ea typeface="Arial"/>
              <a:cs typeface="Arial"/>
              <a:sym typeface="Arial"/>
            </a:endParaRPr>
          </a:p>
        </p:txBody>
      </p:sp>
      <p:sp>
        <p:nvSpPr>
          <p:cNvPr id="142" name="Google Shape;142;p2"/>
          <p:cNvSpPr txBox="1"/>
          <p:nvPr/>
        </p:nvSpPr>
        <p:spPr>
          <a:xfrm>
            <a:off x="589609" y="5450305"/>
            <a:ext cx="354013"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3</a:t>
            </a:r>
            <a:endParaRPr/>
          </a:p>
        </p:txBody>
      </p:sp>
      <p:cxnSp>
        <p:nvCxnSpPr>
          <p:cNvPr id="143" name="Google Shape;143;p2"/>
          <p:cNvCxnSpPr/>
          <p:nvPr/>
        </p:nvCxnSpPr>
        <p:spPr>
          <a:xfrm>
            <a:off x="676275" y="5842907"/>
            <a:ext cx="4200525" cy="0"/>
          </a:xfrm>
          <a:prstGeom prst="straightConnector1">
            <a:avLst/>
          </a:prstGeom>
          <a:noFill/>
          <a:ln cap="flat" cmpd="sng" w="25400">
            <a:solidFill>
              <a:srgbClr val="969696"/>
            </a:solidFill>
            <a:prstDash val="dot"/>
            <a:round/>
            <a:headEnd len="med" w="med" type="none"/>
            <a:tailEnd len="med" w="med" type="oval"/>
          </a:ln>
        </p:spPr>
      </p:cxnSp>
      <p:sp>
        <p:nvSpPr>
          <p:cNvPr id="144" name="Google Shape;144;p2"/>
          <p:cNvSpPr/>
          <p:nvPr/>
        </p:nvSpPr>
        <p:spPr>
          <a:xfrm rot="3419336">
            <a:off x="457200" y="5409519"/>
            <a:ext cx="374650" cy="373063"/>
          </a:xfrm>
          <a:prstGeom prst="rect">
            <a:avLst/>
          </a:prstGeom>
          <a:gradFill>
            <a:gsLst>
              <a:gs pos="0">
                <a:srgbClr val="FF9933"/>
              </a:gs>
              <a:gs pos="100000">
                <a:srgbClr val="76471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45" name="Google Shape;145;p2"/>
          <p:cNvSpPr txBox="1"/>
          <p:nvPr/>
        </p:nvSpPr>
        <p:spPr>
          <a:xfrm>
            <a:off x="1066800" y="5409519"/>
            <a:ext cx="391806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Lập kế hoạch đối phó rủi ro</a:t>
            </a:r>
            <a:endParaRPr b="0" sz="2400" u="none">
              <a:solidFill>
                <a:schemeClr val="dk1"/>
              </a:solidFill>
              <a:latin typeface="Arial"/>
              <a:ea typeface="Arial"/>
              <a:cs typeface="Arial"/>
              <a:sym typeface="Arial"/>
            </a:endParaRPr>
          </a:p>
        </p:txBody>
      </p:sp>
      <p:sp>
        <p:nvSpPr>
          <p:cNvPr id="146" name="Google Shape;146;p2"/>
          <p:cNvSpPr txBox="1"/>
          <p:nvPr/>
        </p:nvSpPr>
        <p:spPr>
          <a:xfrm>
            <a:off x="541338" y="5409518"/>
            <a:ext cx="38023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5</a:t>
            </a:r>
            <a:endParaRPr/>
          </a:p>
        </p:txBody>
      </p:sp>
      <p:sp>
        <p:nvSpPr>
          <p:cNvPr id="147" name="Google Shape;147;p2"/>
          <p:cNvSpPr txBox="1"/>
          <p:nvPr/>
        </p:nvSpPr>
        <p:spPr>
          <a:xfrm>
            <a:off x="553271" y="6055933"/>
            <a:ext cx="38023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6</a:t>
            </a:r>
            <a:endParaRPr/>
          </a:p>
        </p:txBody>
      </p:sp>
    </p:spTree>
  </p:cSld>
  <p:clrMapOvr>
    <a:masterClrMapping/>
  </p:clrMapOvr>
  <p:transition>
    <p:zoom dir="o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1. TẦM QUAN TRỌNG </a:t>
            </a:r>
            <a:endParaRPr/>
          </a:p>
        </p:txBody>
      </p:sp>
      <p:sp>
        <p:nvSpPr>
          <p:cNvPr id="153" name="Google Shape;153;p3"/>
          <p:cNvSpPr txBox="1"/>
          <p:nvPr>
            <p:ph idx="1" type="body"/>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440"/>
              <a:buChar char="■"/>
            </a:pPr>
            <a:r>
              <a:rPr lang="en-US" sz="2400"/>
              <a:t>Quản lý rủi ro dự án là một nghệ thuật và kỹ năng nhận biết khoa học, là nhiệm vụ, và sự đối phó với rủi ro thông qua các hoạt động của một dự án và những mục tiêu đòi hỏi quan trọng nhất của dự án.</a:t>
            </a:r>
            <a:endParaRPr/>
          </a:p>
          <a:p>
            <a:pPr indent="-342900" lvl="0" marL="342900" rtl="0" algn="l">
              <a:lnSpc>
                <a:spcPct val="150000"/>
              </a:lnSpc>
              <a:spcBef>
                <a:spcPts val="0"/>
              </a:spcBef>
              <a:spcAft>
                <a:spcPts val="0"/>
              </a:spcAft>
              <a:buSzPts val="1440"/>
              <a:buChar char="■"/>
            </a:pPr>
            <a:r>
              <a:rPr lang="en-US" sz="2400"/>
              <a:t>Quản lý rủi ro thường không được chú ý trong các dự án, nhưng nó lại giúp cải thiện được sự thành công của dự án trong việc giúp chọn lựa những dự án tốt, xác định phạm vi dự án, và phát triển những ước tính có tính thực tế.</a:t>
            </a:r>
            <a:endParaRPr/>
          </a:p>
          <a:p>
            <a:pPr indent="0" lvl="0" marL="0" rtl="0" algn="l">
              <a:lnSpc>
                <a:spcPct val="150000"/>
              </a:lnSpc>
              <a:spcBef>
                <a:spcPts val="0"/>
              </a:spcBef>
              <a:spcAft>
                <a:spcPts val="0"/>
              </a:spcAft>
              <a:buSzPts val="1440"/>
              <a:buNone/>
            </a:pPr>
            <a:r>
              <a:t/>
            </a:r>
            <a:endParaRPr sz="2400"/>
          </a:p>
        </p:txBody>
      </p:sp>
      <p:pic>
        <p:nvPicPr>
          <p:cNvPr descr="j0283618" id="154" name="Google Shape;154;p3"/>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55" name="Google Shape;155;p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156" name="Google Shape;156;p3"/>
          <p:cNvSpPr/>
          <p:nvPr/>
        </p:nvSpPr>
        <p:spPr>
          <a:xfrm>
            <a:off x="609600" y="1371600"/>
            <a:ext cx="35052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Quản lý rủi ro</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163" name="Google Shape;163;p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3000">
                <a:latin typeface="Arial"/>
                <a:ea typeface="Arial"/>
                <a:cs typeface="Arial"/>
                <a:sym typeface="Arial"/>
              </a:rPr>
              <a:t>2. LẬP KẾ HOẠCH QUẢN LÝ RỦI RO</a:t>
            </a:r>
            <a:endParaRPr sz="3000"/>
          </a:p>
        </p:txBody>
      </p:sp>
      <p:sp>
        <p:nvSpPr>
          <p:cNvPr id="164" name="Google Shape;164;p4"/>
          <p:cNvSpPr/>
          <p:nvPr/>
        </p:nvSpPr>
        <p:spPr>
          <a:xfrm>
            <a:off x="35169" y="1219200"/>
            <a:ext cx="9144000" cy="590931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Tahoma"/>
                <a:ea typeface="Tahoma"/>
                <a:cs typeface="Tahoma"/>
                <a:sym typeface="Tahoma"/>
              </a:rPr>
              <a:t>Kế hoạch dự phòng (đối phó những bất ngờ) là những hoạt động xác định trước mà thành viên dự án sẽ thực hiện nếu một sự kiện rủi ro xuất hiện</a:t>
            </a:r>
            <a:endParaRPr sz="2800">
              <a:solidFill>
                <a:schemeClr val="dk1"/>
              </a:solidFill>
              <a:latin typeface="Tahoma"/>
              <a:ea typeface="Tahoma"/>
              <a:cs typeface="Tahoma"/>
              <a:sym typeface="Tahoma"/>
            </a:endParaRPr>
          </a:p>
          <a:p>
            <a:pPr indent="-457200" lvl="0" marL="4572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Tahoma"/>
                <a:ea typeface="Tahoma"/>
                <a:cs typeface="Tahoma"/>
                <a:sym typeface="Tahoma"/>
              </a:rPr>
              <a:t>Kế hoạch rút lui được thực hiện cho những rủi ro có tác động lớn tới những yêu cầu mục tiên của dự án</a:t>
            </a:r>
            <a:endParaRPr sz="2800">
              <a:solidFill>
                <a:schemeClr val="dk1"/>
              </a:solidFill>
              <a:latin typeface="Tahoma"/>
              <a:ea typeface="Tahoma"/>
              <a:cs typeface="Tahoma"/>
              <a:sym typeface="Tahoma"/>
            </a:endParaRPr>
          </a:p>
          <a:p>
            <a:pPr indent="-457200" lvl="0" marL="4572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Tahoma"/>
                <a:ea typeface="Tahoma"/>
                <a:cs typeface="Tahoma"/>
                <a:sym typeface="Tahoma"/>
              </a:rPr>
              <a:t>Quỹ dự phòng (bất ngờ) hay tiền trợ cấp được giữ bởi nhà tài trợ và có thể dùng giảm nhẹ chi phí hay rủi ro lịch biểu nếu có thay đổi về phạm vi hay chất lượng.</a:t>
            </a:r>
            <a:endParaRPr sz="2800">
              <a:solidFill>
                <a:schemeClr val="dk1"/>
              </a:solidFill>
              <a:latin typeface="Tahoma"/>
              <a:ea typeface="Tahoma"/>
              <a:cs typeface="Tahoma"/>
              <a:sym typeface="Tahoma"/>
            </a:endParaRPr>
          </a:p>
        </p:txBody>
      </p:sp>
    </p:spTree>
  </p:cSld>
  <p:clrMapOvr>
    <a:masterClrMapping/>
  </p:clrMapOvr>
  <p:transition>
    <p:zoom dir="o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Xây dựng kế hoạch quản lý rủi ro</a:t>
            </a:r>
            <a:endParaRPr/>
          </a:p>
        </p:txBody>
      </p:sp>
      <p:sp>
        <p:nvSpPr>
          <p:cNvPr id="170" name="Google Shape;170;p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lang="en-US"/>
              <a:t>1. Xác định chiến lược và phương pháp quản lý rủi ro bằng các phương pháp định lượng và định tính, cũng như kế hoạch xếp loại.</a:t>
            </a:r>
            <a:endParaRPr/>
          </a:p>
          <a:p>
            <a:pPr indent="0" lvl="0" marL="0" rtl="0" algn="l">
              <a:lnSpc>
                <a:spcPct val="80000"/>
              </a:lnSpc>
              <a:spcBef>
                <a:spcPts val="560"/>
              </a:spcBef>
              <a:spcAft>
                <a:spcPts val="0"/>
              </a:spcAft>
              <a:buSzPts val="1680"/>
              <a:buNone/>
            </a:pPr>
            <a:r>
              <a:t/>
            </a:r>
            <a:endParaRPr/>
          </a:p>
          <a:p>
            <a:pPr indent="0" lvl="0" marL="0" rtl="0" algn="l">
              <a:lnSpc>
                <a:spcPct val="80000"/>
              </a:lnSpc>
              <a:spcBef>
                <a:spcPts val="560"/>
              </a:spcBef>
              <a:spcAft>
                <a:spcPts val="0"/>
              </a:spcAft>
              <a:buSzPts val="1680"/>
              <a:buNone/>
            </a:pPr>
            <a:r>
              <a:rPr lang="en-US"/>
              <a:t>2. Lập kế hoạch dự phòng bằng cách xác định phương pháp đối phó và các chiến lược giảm thiểu, đồng thời xây dựng một bản kế hoạch dựa trên tình huống, tích hợp các biện pháp đối phó và các chiến lược giảm thiểu thành một tổng thể toàn diện</a:t>
            </a:r>
            <a:endParaRPr/>
          </a:p>
          <a:p>
            <a:pPr indent="0" lvl="0" marL="0" rtl="0" algn="l">
              <a:lnSpc>
                <a:spcPct val="80000"/>
              </a:lnSpc>
              <a:spcBef>
                <a:spcPts val="560"/>
              </a:spcBef>
              <a:spcAft>
                <a:spcPts val="0"/>
              </a:spcAft>
              <a:buSzPts val="1680"/>
              <a:buNone/>
            </a:pPr>
            <a:r>
              <a:t/>
            </a:r>
            <a:endParaRPr/>
          </a:p>
          <a:p>
            <a:pPr indent="0" lvl="0" marL="0" rtl="0" algn="l">
              <a:lnSpc>
                <a:spcPct val="80000"/>
              </a:lnSpc>
              <a:spcBef>
                <a:spcPts val="560"/>
              </a:spcBef>
              <a:spcAft>
                <a:spcPts val="0"/>
              </a:spcAft>
              <a:buSzPts val="1680"/>
              <a:buNone/>
            </a:pPr>
            <a:r>
              <a:rPr lang="en-US"/>
              <a:t>3. Lập kế hoạch quản lý rủi ro trên đường tới hạn bằng cách xác định bản chất đặc trưng và tầm quan trọng của các rủi ro đối với đường tới hạn.</a:t>
            </a:r>
            <a:endParaRPr/>
          </a:p>
        </p:txBody>
      </p:sp>
      <p:sp>
        <p:nvSpPr>
          <p:cNvPr id="171" name="Google Shape;171;p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7" name="Google Shape;177;p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Xây dựng kế hoạch quản lý rủi ro</a:t>
            </a:r>
            <a:endParaRPr/>
          </a:p>
        </p:txBody>
      </p:sp>
      <p:sp>
        <p:nvSpPr>
          <p:cNvPr id="178" name="Google Shape;178;p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lang="en-US"/>
              <a:t>4. Định nghĩa các dấu hiệu rủi ro làm dấu hiệu cảnh báo sớm khi có thể nhận biết rủi ro.</a:t>
            </a:r>
            <a:endParaRPr/>
          </a:p>
          <a:p>
            <a:pPr indent="0" lvl="0" marL="0" rtl="0" algn="l">
              <a:lnSpc>
                <a:spcPct val="80000"/>
              </a:lnSpc>
              <a:spcBef>
                <a:spcPts val="560"/>
              </a:spcBef>
              <a:spcAft>
                <a:spcPts val="0"/>
              </a:spcAft>
              <a:buSzPts val="1680"/>
              <a:buNone/>
            </a:pPr>
            <a:r>
              <a:t/>
            </a:r>
            <a:endParaRPr/>
          </a:p>
          <a:p>
            <a:pPr indent="0" lvl="0" marL="0" rtl="0" algn="l">
              <a:lnSpc>
                <a:spcPct val="80000"/>
              </a:lnSpc>
              <a:spcBef>
                <a:spcPts val="560"/>
              </a:spcBef>
              <a:spcAft>
                <a:spcPts val="0"/>
              </a:spcAft>
              <a:buSzPts val="1680"/>
              <a:buNone/>
            </a:pPr>
            <a:r>
              <a:rPr lang="en-US"/>
              <a:t>5. Chỉ định người chịu trách nhiệm cho một rủi ro hoặc mối đe dọa nhất định. Định ra những dấu hiệu rủi ro mà họ cần giám sát và các biện pháp đối phó mà họ cần thực hiện.</a:t>
            </a:r>
            <a:endParaRPr/>
          </a:p>
          <a:p>
            <a:pPr indent="0" lvl="0" marL="0" rtl="0" algn="l">
              <a:lnSpc>
                <a:spcPct val="80000"/>
              </a:lnSpc>
              <a:spcBef>
                <a:spcPts val="560"/>
              </a:spcBef>
              <a:spcAft>
                <a:spcPts val="0"/>
              </a:spcAft>
              <a:buSzPts val="1680"/>
              <a:buNone/>
            </a:pPr>
            <a:r>
              <a:t/>
            </a:r>
            <a:endParaRPr/>
          </a:p>
          <a:p>
            <a:pPr indent="0" lvl="0" marL="0" rtl="0" algn="l">
              <a:lnSpc>
                <a:spcPct val="80000"/>
              </a:lnSpc>
              <a:spcBef>
                <a:spcPts val="560"/>
              </a:spcBef>
              <a:spcAft>
                <a:spcPts val="0"/>
              </a:spcAft>
              <a:buSzPts val="1680"/>
              <a:buNone/>
            </a:pPr>
            <a:r>
              <a:rPr lang="en-US"/>
              <a:t>6. Lập quỹ dự phòng rủi ro nhằm hỗ trợ cho kế hoạch.</a:t>
            </a:r>
            <a:endParaRPr/>
          </a:p>
          <a:p>
            <a:pPr indent="0" lvl="0" marL="0" rtl="0" algn="l">
              <a:lnSpc>
                <a:spcPct val="80000"/>
              </a:lnSpc>
              <a:spcBef>
                <a:spcPts val="560"/>
              </a:spcBef>
              <a:spcAft>
                <a:spcPts val="0"/>
              </a:spcAft>
              <a:buSzPts val="1680"/>
              <a:buNone/>
            </a:pPr>
            <a:r>
              <a:t/>
            </a:r>
            <a:endParaRPr/>
          </a:p>
          <a:p>
            <a:pPr indent="0" lvl="0" marL="0" rtl="0" algn="l">
              <a:lnSpc>
                <a:spcPct val="80000"/>
              </a:lnSpc>
              <a:spcBef>
                <a:spcPts val="560"/>
              </a:spcBef>
              <a:spcAft>
                <a:spcPts val="0"/>
              </a:spcAft>
              <a:buSzPts val="1680"/>
              <a:buNone/>
            </a:pPr>
            <a:r>
              <a:rPr lang="en-US"/>
              <a:t>7. Lập quy trình cập nhật kế hoạch trong suốt vòng đời dự án.</a:t>
            </a:r>
            <a:endParaRPr/>
          </a:p>
        </p:txBody>
      </p:sp>
    </p:spTree>
  </p:cSld>
  <p:clrMapOvr>
    <a:masterClrMapping/>
  </p:clrMapOvr>
  <p:transition>
    <p:zoom dir="o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Phân loại rủi ro (1/4)</a:t>
            </a:r>
            <a:endParaRPr/>
          </a:p>
        </p:txBody>
      </p:sp>
      <p:sp>
        <p:nvSpPr>
          <p:cNvPr id="184" name="Google Shape;184;p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Công nghệ: </a:t>
            </a:r>
            <a:endParaRPr/>
          </a:p>
          <a:p>
            <a:pPr indent="-285750" lvl="1" marL="742950" rtl="0" algn="l">
              <a:lnSpc>
                <a:spcPct val="80000"/>
              </a:lnSpc>
              <a:spcBef>
                <a:spcPts val="560"/>
              </a:spcBef>
              <a:spcAft>
                <a:spcPts val="0"/>
              </a:spcAft>
              <a:buSzPts val="1540"/>
              <a:buChar char="■"/>
            </a:pPr>
            <a:r>
              <a:rPr lang="en-US" sz="2800"/>
              <a:t>Công nghệ thay đổi nhanh chóng và không ai có thể dự đoán chính xác những gì sẽ xẩy ra trong vài năm tới</a:t>
            </a:r>
            <a:endParaRPr sz="2800"/>
          </a:p>
          <a:p>
            <a:pPr indent="-285750" lvl="1" marL="742950" rtl="0" algn="l">
              <a:lnSpc>
                <a:spcPct val="80000"/>
              </a:lnSpc>
              <a:spcBef>
                <a:spcPts val="560"/>
              </a:spcBef>
              <a:spcAft>
                <a:spcPts val="0"/>
              </a:spcAft>
              <a:buSzPts val="1540"/>
              <a:buChar char="■"/>
            </a:pPr>
            <a:r>
              <a:rPr lang="en-US" sz="2800"/>
              <a:t>Điều tốt nhất ngày hôm nay sẽ trở nên tốt hơn trong tương lai.</a:t>
            </a:r>
            <a:endParaRPr/>
          </a:p>
          <a:p>
            <a:pPr indent="-285750" lvl="1" marL="742950" rtl="0" algn="l">
              <a:lnSpc>
                <a:spcPct val="80000"/>
              </a:lnSpc>
              <a:spcBef>
                <a:spcPts val="560"/>
              </a:spcBef>
              <a:spcAft>
                <a:spcPts val="0"/>
              </a:spcAft>
              <a:buSzPts val="1540"/>
              <a:buChar char="■"/>
            </a:pPr>
            <a:r>
              <a:rPr lang="en-US" sz="2800"/>
              <a:t>Có nhiều cấu phần của công nghệ hạ tầng nền tảng có trong việc triển khai hệ thống hiện tại sang hệ thống đang xây dựng, </a:t>
            </a:r>
            <a:endParaRPr/>
          </a:p>
          <a:p>
            <a:pPr indent="-285750" lvl="1" marL="742950" rtl="0" algn="l">
              <a:lnSpc>
                <a:spcPct val="80000"/>
              </a:lnSpc>
              <a:spcBef>
                <a:spcPts val="560"/>
              </a:spcBef>
              <a:spcAft>
                <a:spcPts val="0"/>
              </a:spcAft>
              <a:buSzPts val="1540"/>
              <a:buFont typeface="Noto Sans Symbols"/>
              <a:buChar char="🡪"/>
            </a:pPr>
            <a:r>
              <a:rPr lang="en-US" sz="2800"/>
              <a:t>những rủi ro tiềm tàng về công nghệ phải được quan tâm và quản lý chặt chẽ.</a:t>
            </a:r>
            <a:endParaRPr sz="2800"/>
          </a:p>
        </p:txBody>
      </p:sp>
      <p:sp>
        <p:nvSpPr>
          <p:cNvPr id="185" name="Google Shape;185;p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Phân loại rủi ro (2/4)</a:t>
            </a:r>
            <a:endParaRPr/>
          </a:p>
        </p:txBody>
      </p:sp>
      <p:sp>
        <p:nvSpPr>
          <p:cNvPr id="191" name="Google Shape;191;p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Con người:</a:t>
            </a:r>
            <a:endParaRPr/>
          </a:p>
          <a:p>
            <a:pPr indent="-285750" lvl="1" marL="742950" rtl="0" algn="l">
              <a:lnSpc>
                <a:spcPct val="80000"/>
              </a:lnSpc>
              <a:spcBef>
                <a:spcPts val="560"/>
              </a:spcBef>
              <a:spcAft>
                <a:spcPts val="0"/>
              </a:spcAft>
              <a:buSzPts val="1540"/>
              <a:buChar char="■"/>
            </a:pPr>
            <a:r>
              <a:rPr lang="en-US" sz="2800"/>
              <a:t>Hệ thống CNTT mới được tạo ra để phục vụ nhân viên, tin học hóa những công việc họ đang thực hiện.</a:t>
            </a:r>
            <a:endParaRPr/>
          </a:p>
          <a:p>
            <a:pPr indent="-285750" lvl="1" marL="742950" rtl="0" algn="l">
              <a:lnSpc>
                <a:spcPct val="80000"/>
              </a:lnSpc>
              <a:spcBef>
                <a:spcPts val="560"/>
              </a:spcBef>
              <a:spcAft>
                <a:spcPts val="0"/>
              </a:spcAft>
              <a:buSzPts val="1540"/>
              <a:buChar char="■"/>
            </a:pPr>
            <a:r>
              <a:rPr lang="en-US" sz="2800"/>
              <a:t>Nhân viên phải xác định nhu cầu công nghệ và có thể sử dụng nó một cách hiệu quả.</a:t>
            </a:r>
            <a:endParaRPr/>
          </a:p>
          <a:p>
            <a:pPr indent="-285750" lvl="1" marL="742950" rtl="0" algn="l">
              <a:lnSpc>
                <a:spcPct val="80000"/>
              </a:lnSpc>
              <a:spcBef>
                <a:spcPts val="560"/>
              </a:spcBef>
              <a:spcAft>
                <a:spcPts val="0"/>
              </a:spcAft>
              <a:buSzPts val="1540"/>
              <a:buChar char="■"/>
            </a:pPr>
            <a:r>
              <a:rPr lang="en-US" sz="2800"/>
              <a:t>Khi cồng nghệ liên quan đến sự thay đổi, một số người sẽ chống lại công nghệ này vì các lý do khác nhau</a:t>
            </a:r>
            <a:endParaRPr sz="2800"/>
          </a:p>
          <a:p>
            <a:pPr indent="0" lvl="1" marL="457200" rtl="0" algn="l">
              <a:lnSpc>
                <a:spcPct val="80000"/>
              </a:lnSpc>
              <a:spcBef>
                <a:spcPts val="560"/>
              </a:spcBef>
              <a:spcAft>
                <a:spcPts val="0"/>
              </a:spcAft>
              <a:buSzPts val="1540"/>
              <a:buNone/>
            </a:pPr>
            <a:r>
              <a:rPr lang="en-US" sz="2800"/>
              <a:t>🡪 Vấn đề con người phải là một yếu tố quan trọng, trong việc xác định và giải quyết các rủi ro trong việc phát triển hệ thống.</a:t>
            </a:r>
            <a:endParaRPr sz="2800"/>
          </a:p>
          <a:p>
            <a:pPr indent="-236220" lvl="0" marL="342900" rtl="0" algn="l">
              <a:lnSpc>
                <a:spcPct val="80000"/>
              </a:lnSpc>
              <a:spcBef>
                <a:spcPts val="560"/>
              </a:spcBef>
              <a:spcAft>
                <a:spcPts val="0"/>
              </a:spcAft>
              <a:buSzPts val="1680"/>
              <a:buNone/>
            </a:pPr>
            <a:r>
              <a:t/>
            </a:r>
            <a:endParaRPr/>
          </a:p>
        </p:txBody>
      </p:sp>
      <p:sp>
        <p:nvSpPr>
          <p:cNvPr id="192" name="Google Shape;192;p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Phân loại rủi ro (3/4)</a:t>
            </a:r>
            <a:endParaRPr/>
          </a:p>
        </p:txBody>
      </p:sp>
      <p:sp>
        <p:nvSpPr>
          <p:cNvPr id="198" name="Google Shape;198;p9"/>
          <p:cNvSpPr txBox="1"/>
          <p:nvPr>
            <p:ph idx="1" type="body"/>
          </p:nvPr>
        </p:nvSpPr>
        <p:spPr>
          <a:xfrm>
            <a:off x="381000" y="13716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Quy trình nghiệp vụ:</a:t>
            </a:r>
            <a:endParaRPr/>
          </a:p>
          <a:p>
            <a:pPr indent="-285750" lvl="1" marL="742950" rtl="0" algn="l">
              <a:lnSpc>
                <a:spcPct val="80000"/>
              </a:lnSpc>
              <a:spcBef>
                <a:spcPts val="560"/>
              </a:spcBef>
              <a:spcAft>
                <a:spcPts val="0"/>
              </a:spcAft>
              <a:buSzPts val="1540"/>
              <a:buChar char="■"/>
            </a:pPr>
            <a:r>
              <a:rPr lang="en-US" sz="2800"/>
              <a:t>Quy trình không được xem xét và định nghĩa cẩn thận</a:t>
            </a:r>
            <a:endParaRPr sz="2800"/>
          </a:p>
          <a:p>
            <a:pPr indent="-285750" lvl="1" marL="742950" rtl="0" algn="l">
              <a:lnSpc>
                <a:spcPct val="80000"/>
              </a:lnSpc>
              <a:spcBef>
                <a:spcPts val="560"/>
              </a:spcBef>
              <a:spcAft>
                <a:spcPts val="0"/>
              </a:spcAft>
              <a:buSzPts val="1540"/>
              <a:buChar char="■"/>
            </a:pPr>
            <a:r>
              <a:rPr lang="en-US" sz="2800"/>
              <a:t>Quy trình phù hợp phải được cung cấp tại thời gian thích hợp</a:t>
            </a:r>
            <a:endParaRPr sz="2800"/>
          </a:p>
          <a:p>
            <a:pPr indent="-342900" lvl="0" marL="342900" rtl="0" algn="l">
              <a:lnSpc>
                <a:spcPct val="80000"/>
              </a:lnSpc>
              <a:spcBef>
                <a:spcPts val="560"/>
              </a:spcBef>
              <a:spcAft>
                <a:spcPts val="0"/>
              </a:spcAft>
              <a:buSzPts val="1680"/>
              <a:buChar char="■"/>
            </a:pPr>
            <a:r>
              <a:rPr lang="en-US"/>
              <a:t>Cơ cấu tổ chức:</a:t>
            </a:r>
            <a:endParaRPr/>
          </a:p>
          <a:p>
            <a:pPr indent="-285750" lvl="1" marL="742950" rtl="0" algn="l">
              <a:lnSpc>
                <a:spcPct val="80000"/>
              </a:lnSpc>
              <a:spcBef>
                <a:spcPts val="560"/>
              </a:spcBef>
              <a:spcAft>
                <a:spcPts val="0"/>
              </a:spcAft>
              <a:buSzPts val="1540"/>
              <a:buChar char="■"/>
            </a:pPr>
            <a:r>
              <a:rPr lang="en-US" sz="2800"/>
              <a:t>Thay đổi cơ cấu tổ chức</a:t>
            </a:r>
            <a:endParaRPr sz="2800"/>
          </a:p>
          <a:p>
            <a:pPr indent="-285750" lvl="1" marL="742950" rtl="0" algn="l">
              <a:lnSpc>
                <a:spcPct val="80000"/>
              </a:lnSpc>
              <a:spcBef>
                <a:spcPts val="560"/>
              </a:spcBef>
              <a:spcAft>
                <a:spcPts val="0"/>
              </a:spcAft>
              <a:buSzPts val="1540"/>
              <a:buChar char="■"/>
            </a:pPr>
            <a:r>
              <a:rPr lang="en-US" sz="2800"/>
              <a:t>Công nghệ mới</a:t>
            </a:r>
            <a:endParaRPr sz="2800"/>
          </a:p>
          <a:p>
            <a:pPr indent="-285750" lvl="1" marL="742950" rtl="0" algn="l">
              <a:lnSpc>
                <a:spcPct val="80000"/>
              </a:lnSpc>
              <a:spcBef>
                <a:spcPts val="560"/>
              </a:spcBef>
              <a:spcAft>
                <a:spcPts val="0"/>
              </a:spcAft>
              <a:buSzPts val="1540"/>
              <a:buChar char="■"/>
            </a:pPr>
            <a:r>
              <a:rPr lang="en-US" sz="2800"/>
              <a:t>🡺 thay đổi nhất định trong phạm vi của đơn vị, 🡺 có thêm nhiều phát sinh mới;</a:t>
            </a:r>
            <a:endParaRPr/>
          </a:p>
          <a:p>
            <a:pPr indent="0" lvl="1" marL="457200" rtl="0" algn="l">
              <a:lnSpc>
                <a:spcPct val="80000"/>
              </a:lnSpc>
              <a:spcBef>
                <a:spcPts val="560"/>
              </a:spcBef>
              <a:spcAft>
                <a:spcPts val="0"/>
              </a:spcAft>
              <a:buSzPts val="1540"/>
              <a:buNone/>
            </a:pPr>
            <a:r>
              <a:t/>
            </a:r>
            <a:endParaRPr sz="2800"/>
          </a:p>
          <a:p>
            <a:pPr indent="-236220" lvl="0" marL="342900" rtl="0" algn="l">
              <a:lnSpc>
                <a:spcPct val="80000"/>
              </a:lnSpc>
              <a:spcBef>
                <a:spcPts val="560"/>
              </a:spcBef>
              <a:spcAft>
                <a:spcPts val="0"/>
              </a:spcAft>
              <a:buSzPts val="1680"/>
              <a:buNone/>
            </a:pPr>
            <a:r>
              <a:t/>
            </a:r>
            <a:endParaRPr/>
          </a:p>
        </p:txBody>
      </p:sp>
      <p:sp>
        <p:nvSpPr>
          <p:cNvPr id="199" name="Google Shape;199;p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Phân loại rủi ro (4/4)</a:t>
            </a:r>
            <a:endParaRPr/>
          </a:p>
        </p:txBody>
      </p:sp>
      <p:sp>
        <p:nvSpPr>
          <p:cNvPr id="205" name="Google Shape;205;p10"/>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1" marL="0" rtl="0" algn="l">
              <a:lnSpc>
                <a:spcPct val="80000"/>
              </a:lnSpc>
              <a:spcBef>
                <a:spcPts val="0"/>
              </a:spcBef>
              <a:spcAft>
                <a:spcPts val="0"/>
              </a:spcAft>
              <a:buClr>
                <a:schemeClr val="folHlink"/>
              </a:buClr>
              <a:buSzPts val="1800"/>
              <a:buNone/>
            </a:pPr>
            <a:r>
              <a:rPr lang="en-US" sz="3000"/>
              <a:t>🡺 Bất kỳ hoạt động nào hoặc lĩnh vực nào ảnh hưởng tiêu cực đến sự thành công của dự án, phải được chỉ ra trong kế hoạch quản lý rủi ro với những hành động phù hợp, để đối phó và giải quyết những vấn đề hoặc rủi ro có nguy cơ xẩy ra cao nhất.</a:t>
            </a:r>
            <a:endParaRPr sz="3000"/>
          </a:p>
          <a:p>
            <a:pPr indent="0" lvl="0" marL="0" rtl="0" algn="l">
              <a:lnSpc>
                <a:spcPct val="80000"/>
              </a:lnSpc>
              <a:spcBef>
                <a:spcPts val="600"/>
              </a:spcBef>
              <a:spcAft>
                <a:spcPts val="0"/>
              </a:spcAft>
              <a:buSzPts val="1800"/>
              <a:buNone/>
            </a:pPr>
            <a:r>
              <a:t/>
            </a:r>
            <a:endParaRPr sz="3000"/>
          </a:p>
        </p:txBody>
      </p:sp>
      <p:sp>
        <p:nvSpPr>
          <p:cNvPr id="206" name="Google Shape;206;p1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Quá trình quản lý rủi ro (1/3)</a:t>
            </a:r>
            <a:endParaRPr/>
          </a:p>
        </p:txBody>
      </p:sp>
      <p:sp>
        <p:nvSpPr>
          <p:cNvPr id="212" name="Google Shape;212;p1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800"/>
              <a:buNone/>
            </a:pPr>
            <a:r>
              <a:rPr b="1" lang="en-US" sz="3000"/>
              <a:t>Bước 1: Xác định rủi ro</a:t>
            </a:r>
            <a:endParaRPr b="1" sz="3000"/>
          </a:p>
          <a:p>
            <a:pPr indent="0" lvl="0" marL="0" rtl="0" algn="l">
              <a:lnSpc>
                <a:spcPct val="80000"/>
              </a:lnSpc>
              <a:spcBef>
                <a:spcPts val="600"/>
              </a:spcBef>
              <a:spcAft>
                <a:spcPts val="0"/>
              </a:spcAft>
              <a:buSzPts val="1800"/>
              <a:buNone/>
            </a:pPr>
            <a:r>
              <a:rPr lang="en-US" sz="3000"/>
              <a:t>Xác định bản chất và các nguồn gây ra rủi ro, thực hiện bằng phương thức làm việc nhóm áp dụng phương pháp brainstorming.</a:t>
            </a:r>
            <a:endParaRPr/>
          </a:p>
          <a:p>
            <a:pPr indent="0" lvl="0" marL="0" rtl="0" algn="l">
              <a:lnSpc>
                <a:spcPct val="80000"/>
              </a:lnSpc>
              <a:spcBef>
                <a:spcPts val="600"/>
              </a:spcBef>
              <a:spcAft>
                <a:spcPts val="0"/>
              </a:spcAft>
              <a:buSzPts val="1800"/>
              <a:buNone/>
            </a:pPr>
            <a:r>
              <a:t/>
            </a:r>
            <a:endParaRPr sz="3000"/>
          </a:p>
        </p:txBody>
      </p:sp>
      <p:sp>
        <p:nvSpPr>
          <p:cNvPr id="213" name="Google Shape;213;p1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Quá trình quản lý rủi ro (2/5)</a:t>
            </a:r>
            <a:endParaRPr/>
          </a:p>
        </p:txBody>
      </p:sp>
      <p:sp>
        <p:nvSpPr>
          <p:cNvPr id="219" name="Google Shape;219;p1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b="1" lang="en-US"/>
              <a:t>Bước 2: Đánh giá mức độ rủi ro</a:t>
            </a:r>
            <a:endParaRPr b="1"/>
          </a:p>
          <a:p>
            <a:pPr indent="0" lvl="0" marL="0" rtl="0" algn="l">
              <a:lnSpc>
                <a:spcPct val="80000"/>
              </a:lnSpc>
              <a:spcBef>
                <a:spcPts val="560"/>
              </a:spcBef>
              <a:spcAft>
                <a:spcPts val="0"/>
              </a:spcAft>
              <a:buSzPts val="1680"/>
              <a:buNone/>
            </a:pPr>
            <a:r>
              <a:rPr lang="en-US"/>
              <a:t>- Các vấn đề, vướng mắc có thể được xác định là rủi ro hay không dựa trên quan điểm của từng cá nhân. - Tất cả các nhiệm vụ trong kế hoạch dự án là một nguy cơ, có thể tác động tiêu cực nếu công việc không hoàn thành. </a:t>
            </a:r>
            <a:endParaRPr/>
          </a:p>
          <a:p>
            <a:pPr indent="0" lvl="0" marL="0" rtl="0" algn="l">
              <a:lnSpc>
                <a:spcPct val="80000"/>
              </a:lnSpc>
              <a:spcBef>
                <a:spcPts val="560"/>
              </a:spcBef>
              <a:spcAft>
                <a:spcPts val="0"/>
              </a:spcAft>
              <a:buSzPts val="1680"/>
              <a:buNone/>
            </a:pPr>
            <a:r>
              <a:rPr lang="en-US"/>
              <a:t>- Quá trình quản lý rủi ro được thiết kế để chỉ tập trung vào những rủi ro đáng kể có khả năng xảy ra cao. </a:t>
            </a:r>
            <a:endParaRPr/>
          </a:p>
          <a:p>
            <a:pPr indent="0" lvl="0" marL="0" rtl="0" algn="l">
              <a:lnSpc>
                <a:spcPct val="80000"/>
              </a:lnSpc>
              <a:spcBef>
                <a:spcPts val="560"/>
              </a:spcBef>
              <a:spcAft>
                <a:spcPts val="0"/>
              </a:spcAft>
              <a:buSzPts val="1680"/>
              <a:buNone/>
            </a:pPr>
            <a:r>
              <a:rPr lang="en-US"/>
              <a:t>- Phần này sử dụng điểm số để đánh giá rủi ro và xác nhận những vấn đề cần được theo dõi và giải quyết.</a:t>
            </a:r>
            <a:endParaRPr/>
          </a:p>
          <a:p>
            <a:pPr indent="0" lvl="0" marL="0" rtl="0" algn="l">
              <a:lnSpc>
                <a:spcPct val="80000"/>
              </a:lnSpc>
              <a:spcBef>
                <a:spcPts val="560"/>
              </a:spcBef>
              <a:spcAft>
                <a:spcPts val="0"/>
              </a:spcAft>
              <a:buSzPts val="1680"/>
              <a:buNone/>
            </a:pPr>
            <a:r>
              <a:t/>
            </a:r>
            <a:endParaRPr/>
          </a:p>
          <a:p>
            <a:pPr indent="-236220" lvl="0" marL="342900" rtl="0" algn="l">
              <a:lnSpc>
                <a:spcPct val="80000"/>
              </a:lnSpc>
              <a:spcBef>
                <a:spcPts val="560"/>
              </a:spcBef>
              <a:spcAft>
                <a:spcPts val="0"/>
              </a:spcAft>
              <a:buSzPts val="1680"/>
              <a:buNone/>
            </a:pPr>
            <a:r>
              <a:t/>
            </a:r>
            <a:endParaRPr/>
          </a:p>
        </p:txBody>
      </p:sp>
      <p:sp>
        <p:nvSpPr>
          <p:cNvPr id="220" name="Google Shape;220;p1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Quá trình quản lý rủi ro (3/5)</a:t>
            </a:r>
            <a:endParaRPr/>
          </a:p>
        </p:txBody>
      </p:sp>
      <p:sp>
        <p:nvSpPr>
          <p:cNvPr id="226" name="Google Shape;226;p13"/>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b="1" lang="en-US"/>
              <a:t>Bước 3: Biện pháp phòng và giảm thiểu rủi ro</a:t>
            </a:r>
            <a:endParaRPr b="1"/>
          </a:p>
          <a:p>
            <a:pPr indent="-342900" lvl="0" marL="342900" rtl="0" algn="l">
              <a:lnSpc>
                <a:spcPct val="80000"/>
              </a:lnSpc>
              <a:spcBef>
                <a:spcPts val="560"/>
              </a:spcBef>
              <a:spcAft>
                <a:spcPts val="0"/>
              </a:spcAft>
              <a:buSzPts val="1680"/>
              <a:buFont typeface="Noto Sans Symbols"/>
              <a:buChar char="▪"/>
            </a:pPr>
            <a:r>
              <a:rPr lang="en-US"/>
              <a:t>Nếu các biện pháp phòng ngừa là chưa đủ, thì phải có thêm kế hoạch thực hiện để giảm thiểu thiệt hại khi rủi ro xảy ra.</a:t>
            </a:r>
            <a:endParaRPr/>
          </a:p>
          <a:p>
            <a:pPr indent="-342900" lvl="0" marL="342900" rtl="0" algn="l">
              <a:lnSpc>
                <a:spcPct val="80000"/>
              </a:lnSpc>
              <a:spcBef>
                <a:spcPts val="560"/>
              </a:spcBef>
              <a:spcAft>
                <a:spcPts val="0"/>
              </a:spcAft>
              <a:buSzPts val="1680"/>
              <a:buFont typeface="Noto Sans Symbols"/>
              <a:buChar char="▪"/>
            </a:pPr>
            <a:r>
              <a:rPr lang="en-US"/>
              <a:t>Chỉ ra những biện pháp là trách nhiệm của chủ sở hữu rủi ro. Điều quan trọng là đối với một số rủi ro, hành động phòng ngừa có thể được thực hiện và sau đó không phải theo dõi rủi ro này nữa. </a:t>
            </a:r>
            <a:endParaRPr/>
          </a:p>
          <a:p>
            <a:pPr indent="-342900" lvl="0" marL="342900" rtl="0" algn="l">
              <a:lnSpc>
                <a:spcPct val="80000"/>
              </a:lnSpc>
              <a:spcBef>
                <a:spcPts val="560"/>
              </a:spcBef>
              <a:spcAft>
                <a:spcPts val="0"/>
              </a:spcAft>
              <a:buSzPts val="1680"/>
              <a:buFont typeface="Noto Sans Symbols"/>
              <a:buChar char="▪"/>
            </a:pPr>
            <a:r>
              <a:rPr lang="en-US"/>
              <a:t>Một số rủi ro khác, các bước thực hiện để giảm nhẹ rủi ro phải được lên kế hoạch trước, và vẫn phải theo dõi rủi ro này cho đến thời điểm các nguy cơ rủi ro đã qua.</a:t>
            </a:r>
            <a:endParaRPr b="1"/>
          </a:p>
        </p:txBody>
      </p:sp>
      <p:sp>
        <p:nvSpPr>
          <p:cNvPr id="227" name="Google Shape;227;p1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Quá trình quản lý rủi ro (4/5)</a:t>
            </a:r>
            <a:endParaRPr/>
          </a:p>
        </p:txBody>
      </p:sp>
      <p:sp>
        <p:nvSpPr>
          <p:cNvPr id="233" name="Google Shape;233;p14"/>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b="1" lang="en-US"/>
              <a:t>Bước 4: Thỏa thuận và giải quyết</a:t>
            </a:r>
            <a:endParaRPr b="1"/>
          </a:p>
          <a:p>
            <a:pPr indent="-342900" lvl="0" marL="342900" rtl="0" algn="l">
              <a:lnSpc>
                <a:spcPct val="80000"/>
              </a:lnSpc>
              <a:spcBef>
                <a:spcPts val="560"/>
              </a:spcBef>
              <a:spcAft>
                <a:spcPts val="0"/>
              </a:spcAft>
              <a:buSzPts val="1680"/>
              <a:buFont typeface="Noto Sans Symbols"/>
              <a:buChar char="▪"/>
            </a:pPr>
            <a:r>
              <a:rPr lang="en-US"/>
              <a:t>Điều này cho thấy dù các hành động phòng ngừa hoặc giảm thiểu rủi ro đã được phê duyệt. </a:t>
            </a:r>
            <a:endParaRPr/>
          </a:p>
          <a:p>
            <a:pPr indent="-342900" lvl="0" marL="342900" rtl="0" algn="l">
              <a:lnSpc>
                <a:spcPct val="80000"/>
              </a:lnSpc>
              <a:spcBef>
                <a:spcPts val="560"/>
              </a:spcBef>
              <a:spcAft>
                <a:spcPts val="0"/>
              </a:spcAft>
              <a:buSzPts val="1680"/>
              <a:buFont typeface="Noto Sans Symbols"/>
              <a:buChar char="▪"/>
            </a:pPr>
            <a:r>
              <a:rPr lang="en-US"/>
              <a:t>Thẩm quyền phê duyệt phải là ở cấp lãnh đạo do các nguồn lực hoặc sự tham gia của các cá nhân, phòng ban khác nhau trong việc xử lý rủi ro. </a:t>
            </a:r>
            <a:endParaRPr/>
          </a:p>
          <a:p>
            <a:pPr indent="-342900" lvl="0" marL="342900" rtl="0" algn="l">
              <a:lnSpc>
                <a:spcPct val="80000"/>
              </a:lnSpc>
              <a:spcBef>
                <a:spcPts val="560"/>
              </a:spcBef>
              <a:spcAft>
                <a:spcPts val="0"/>
              </a:spcAft>
              <a:buSzPts val="1680"/>
              <a:buFont typeface="Noto Sans Symbols"/>
              <a:buChar char="▪"/>
            </a:pPr>
            <a:r>
              <a:rPr lang="en-US"/>
              <a:t>Một điều quan trọng nữa là chiến lược giảm nhẹ rủi ro phải được được sự chấp thuận trước để tránh sự chậm trễ trong thực hiện xử lý nếu các rủi ro hoặc nguy cơ xảy ra.</a:t>
            </a:r>
            <a:endParaRPr/>
          </a:p>
          <a:p>
            <a:pPr indent="0" lvl="0" marL="0" rtl="0" algn="l">
              <a:lnSpc>
                <a:spcPct val="80000"/>
              </a:lnSpc>
              <a:spcBef>
                <a:spcPts val="560"/>
              </a:spcBef>
              <a:spcAft>
                <a:spcPts val="0"/>
              </a:spcAft>
              <a:buSzPts val="1680"/>
              <a:buNone/>
            </a:pPr>
            <a:r>
              <a:t/>
            </a:r>
            <a:endParaRPr b="1"/>
          </a:p>
          <a:p>
            <a:pPr indent="0" lvl="0" marL="0" rtl="0" algn="l">
              <a:lnSpc>
                <a:spcPct val="80000"/>
              </a:lnSpc>
              <a:spcBef>
                <a:spcPts val="560"/>
              </a:spcBef>
              <a:spcAft>
                <a:spcPts val="0"/>
              </a:spcAft>
              <a:buSzPts val="1680"/>
              <a:buNone/>
            </a:pPr>
            <a:r>
              <a:t/>
            </a:r>
            <a:endParaRPr/>
          </a:p>
        </p:txBody>
      </p:sp>
      <p:sp>
        <p:nvSpPr>
          <p:cNvPr id="234" name="Google Shape;234;p1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Quá trình quản lý rủi ro (5/5)</a:t>
            </a:r>
            <a:endParaRPr/>
          </a:p>
        </p:txBody>
      </p:sp>
      <p:sp>
        <p:nvSpPr>
          <p:cNvPr id="240" name="Google Shape;240;p1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b="1" lang="en-US"/>
              <a:t>Bước 5:  Xác định trách nhiệm</a:t>
            </a:r>
            <a:endParaRPr b="1"/>
          </a:p>
          <a:p>
            <a:pPr indent="-342900" lvl="0" marL="342900" rtl="0" algn="l">
              <a:lnSpc>
                <a:spcPct val="80000"/>
              </a:lnSpc>
              <a:spcBef>
                <a:spcPts val="560"/>
              </a:spcBef>
              <a:spcAft>
                <a:spcPts val="0"/>
              </a:spcAft>
              <a:buSzPts val="1680"/>
              <a:buChar char="■"/>
            </a:pPr>
            <a:r>
              <a:rPr lang="en-US"/>
              <a:t>Chỉ rõ ai chịu trách nhiệm chính trong việc xử lý rủi ro. </a:t>
            </a:r>
            <a:endParaRPr/>
          </a:p>
          <a:p>
            <a:pPr indent="-342900" lvl="0" marL="342900" rtl="0" algn="l">
              <a:lnSpc>
                <a:spcPct val="80000"/>
              </a:lnSpc>
              <a:spcBef>
                <a:spcPts val="560"/>
              </a:spcBef>
              <a:spcAft>
                <a:spcPts val="0"/>
              </a:spcAft>
              <a:buSzPts val="1680"/>
              <a:buChar char="■"/>
            </a:pPr>
            <a:r>
              <a:rPr lang="en-US"/>
              <a:t>Cá nhân có trách nhiệm chính cũng phải được xác định để quy trách nhiệm tới người cụ thể.</a:t>
            </a:r>
            <a:endParaRPr/>
          </a:p>
          <a:p>
            <a:pPr indent="0" lvl="0" marL="0" rtl="0" algn="l">
              <a:lnSpc>
                <a:spcPct val="80000"/>
              </a:lnSpc>
              <a:spcBef>
                <a:spcPts val="560"/>
              </a:spcBef>
              <a:spcAft>
                <a:spcPts val="0"/>
              </a:spcAft>
              <a:buSzPts val="1680"/>
              <a:buNone/>
            </a:pPr>
            <a:r>
              <a:rPr b="1" lang="en-US"/>
              <a:t>🡺 </a:t>
            </a:r>
            <a:r>
              <a:rPr lang="en-US"/>
              <a:t>kế hoạch quản lý rủi ro phải được rà soát, theo dõi và cập nhật. Khi các hành động được thực hiện hoặc rủi ro đã qua, thì rủi ro đó không cần theo dõi nữa. Tuy nhiên, khi đó lại có thể có những rủi ro mới phát sinh và lại phải tuân thủ đầy đủ các bước nêu trên. Rủi ro trong dự án chỉ hết khi dự án kết thúc, nhưng thực sự lại có những rủi ro khác trong quá trình vận hành hệ thống mới</a:t>
            </a:r>
            <a:endParaRPr b="1"/>
          </a:p>
          <a:p>
            <a:pPr indent="0" lvl="0" marL="0" rtl="0" algn="l">
              <a:lnSpc>
                <a:spcPct val="80000"/>
              </a:lnSpc>
              <a:spcBef>
                <a:spcPts val="560"/>
              </a:spcBef>
              <a:spcAft>
                <a:spcPts val="0"/>
              </a:spcAft>
              <a:buSzPts val="1680"/>
              <a:buNone/>
            </a:pPr>
            <a:r>
              <a:t/>
            </a:r>
            <a:endParaRPr/>
          </a:p>
        </p:txBody>
      </p:sp>
      <p:sp>
        <p:nvSpPr>
          <p:cNvPr id="241" name="Google Shape;241;p1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txBox="1"/>
          <p:nvPr>
            <p:ph type="title"/>
          </p:nvPr>
        </p:nvSpPr>
        <p:spPr>
          <a:xfrm>
            <a:off x="-685800" y="0"/>
            <a:ext cx="10591800" cy="990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VD:  về rủi ro và các biện pháp giảm thiểu</a:t>
            </a:r>
            <a:endParaRPr/>
          </a:p>
        </p:txBody>
      </p:sp>
      <p:sp>
        <p:nvSpPr>
          <p:cNvPr id="247" name="Google Shape;247;p1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lang="en-US"/>
              <a:t>Áp dụng 05 bước nêu trên vào một dự án CNTT, có thể chỉ ra một số rủi ro chính liệt kê ở các bảng phía dưới. Trong đó chỉ rõ tên rủi ro, </a:t>
            </a:r>
            <a:endParaRPr/>
          </a:p>
          <a:p>
            <a:pPr indent="0" lvl="0" marL="0" rtl="0" algn="l">
              <a:lnSpc>
                <a:spcPct val="80000"/>
              </a:lnSpc>
              <a:spcBef>
                <a:spcPts val="560"/>
              </a:spcBef>
              <a:spcAft>
                <a:spcPts val="0"/>
              </a:spcAft>
              <a:buSzPts val="1680"/>
              <a:buNone/>
            </a:pPr>
            <a:r>
              <a:rPr lang="en-US"/>
              <a:t>khả năng xảy ra (P - probabilities),</a:t>
            </a:r>
            <a:endParaRPr/>
          </a:p>
          <a:p>
            <a:pPr indent="0" lvl="0" marL="0" rtl="0" algn="l">
              <a:lnSpc>
                <a:spcPct val="80000"/>
              </a:lnSpc>
              <a:spcBef>
                <a:spcPts val="560"/>
              </a:spcBef>
              <a:spcAft>
                <a:spcPts val="0"/>
              </a:spcAft>
              <a:buSzPts val="1680"/>
              <a:buNone/>
            </a:pPr>
            <a:r>
              <a:rPr lang="en-US"/>
              <a:t>mức độ ảnh hưởng (I - impact) </a:t>
            </a:r>
            <a:endParaRPr/>
          </a:p>
          <a:p>
            <a:pPr indent="0" lvl="0" marL="0" rtl="0" algn="l">
              <a:lnSpc>
                <a:spcPct val="80000"/>
              </a:lnSpc>
              <a:spcBef>
                <a:spcPts val="560"/>
              </a:spcBef>
              <a:spcAft>
                <a:spcPts val="0"/>
              </a:spcAft>
              <a:buSzPts val="1680"/>
              <a:buNone/>
            </a:pPr>
            <a:r>
              <a:rPr lang="en-US"/>
              <a:t>hậu quả (E - exposures).</a:t>
            </a:r>
            <a:endParaRPr/>
          </a:p>
          <a:p>
            <a:pPr indent="0" lvl="0" marL="0" rtl="0" algn="l">
              <a:lnSpc>
                <a:spcPct val="80000"/>
              </a:lnSpc>
              <a:spcBef>
                <a:spcPts val="560"/>
              </a:spcBef>
              <a:spcAft>
                <a:spcPts val="0"/>
              </a:spcAft>
              <a:buSzPts val="1680"/>
              <a:buNone/>
            </a:pPr>
            <a:r>
              <a:rPr lang="en-US"/>
              <a:t> Điểm cho P và I được tính từ 1 đến 5, trong đó 5 là cao nhất, 1 là thấp nhất. E=P*I.  </a:t>
            </a:r>
            <a:endParaRPr/>
          </a:p>
          <a:p>
            <a:pPr indent="0" lvl="0" marL="0" rtl="0" algn="l">
              <a:lnSpc>
                <a:spcPct val="80000"/>
              </a:lnSpc>
              <a:spcBef>
                <a:spcPts val="560"/>
              </a:spcBef>
              <a:spcAft>
                <a:spcPts val="0"/>
              </a:spcAft>
              <a:buSzPts val="1680"/>
              <a:buNone/>
            </a:pPr>
            <a:r>
              <a:rPr lang="en-US"/>
              <a:t>Điểm số lần đầu được mô tả trong chữ có gạch ngang, sau khi thực hiện các hành động để giảm thiểu rủi ro, điểm số cho P, I (và tính được điểm cho E) sẽ giảm đi và được ghi lại ở cỡ chữ bình thường.</a:t>
            </a:r>
            <a:endParaRPr/>
          </a:p>
        </p:txBody>
      </p:sp>
      <p:sp>
        <p:nvSpPr>
          <p:cNvPr id="248" name="Google Shape;248;p1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7"/>
          <p:cNvSpPr txBox="1"/>
          <p:nvPr>
            <p:ph type="title"/>
          </p:nvPr>
        </p:nvSpPr>
        <p:spPr>
          <a:xfrm>
            <a:off x="762000" y="-11723"/>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Công nghệ (1/2)</a:t>
            </a:r>
            <a:endParaRPr/>
          </a:p>
        </p:txBody>
      </p:sp>
      <p:graphicFrame>
        <p:nvGraphicFramePr>
          <p:cNvPr id="254" name="Google Shape;254;p17"/>
          <p:cNvGraphicFramePr/>
          <p:nvPr/>
        </p:nvGraphicFramePr>
        <p:xfrm>
          <a:off x="228601" y="762001"/>
          <a:ext cx="3000000" cy="3000000"/>
        </p:xfrm>
        <a:graphic>
          <a:graphicData uri="http://schemas.openxmlformats.org/drawingml/2006/table">
            <a:tbl>
              <a:tblPr bandRow="1" firstRow="1">
                <a:noFill/>
                <a:tableStyleId>{13797D15-8F02-4D21-B901-0DE6913298CD}</a:tableStyleId>
              </a:tblPr>
              <a:tblGrid>
                <a:gridCol w="384425"/>
                <a:gridCol w="2844800"/>
                <a:gridCol w="691975"/>
                <a:gridCol w="691975"/>
                <a:gridCol w="615100"/>
                <a:gridCol w="3306125"/>
              </a:tblGrid>
              <a:tr h="881800">
                <a:tc>
                  <a:txBody>
                    <a:bodyPr/>
                    <a:lstStyle/>
                    <a:p>
                      <a:pPr indent="0" lvl="0" marL="0" marR="0" rtl="0" algn="ctr">
                        <a:spcBef>
                          <a:spcPts val="0"/>
                        </a:spcBef>
                        <a:spcAft>
                          <a:spcPts val="0"/>
                        </a:spcAft>
                        <a:buNone/>
                      </a:pPr>
                      <a:r>
                        <a:rPr lang="en-US" sz="2000" u="none" cap="none" strike="noStrike"/>
                        <a:t>TT</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Rủi ro</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P</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I</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E</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Hành động giảm thiểu</a:t>
                      </a:r>
                      <a:endParaRPr sz="2000" u="none" cap="none" strike="noStrike"/>
                    </a:p>
                  </a:txBody>
                  <a:tcPr marT="45725" marB="45725" marR="91450" marL="91450"/>
                </a:tc>
              </a:tr>
              <a:tr h="1646975">
                <a:tc>
                  <a:txBody>
                    <a:bodyPr/>
                    <a:lstStyle/>
                    <a:p>
                      <a:pPr indent="0" lvl="0" marL="0" marR="0" rtl="0" algn="l">
                        <a:lnSpc>
                          <a:spcPct val="115000"/>
                        </a:lnSpc>
                        <a:spcBef>
                          <a:spcPts val="0"/>
                        </a:spcBef>
                        <a:spcAft>
                          <a:spcPts val="0"/>
                        </a:spcAft>
                        <a:buNone/>
                      </a:pPr>
                      <a:r>
                        <a:rPr lang="en-US" sz="1800" u="none" cap="none" strike="noStrike">
                          <a:latin typeface="Times New Roman"/>
                          <a:ea typeface="Times New Roman"/>
                          <a:cs typeface="Times New Roman"/>
                          <a:sym typeface="Times New Roman"/>
                        </a:rPr>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latin typeface="Times New Roman"/>
                          <a:ea typeface="Times New Roman"/>
                          <a:cs typeface="Times New Roman"/>
                          <a:sym typeface="Times New Roman"/>
                        </a:rPr>
                        <a:t>Phiên bản phần cứng, phần mềm thay đổi trong quá  trình thực hiện dự án</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latin typeface="Times New Roman"/>
                          <a:ea typeface="Times New Roman"/>
                          <a:cs typeface="Times New Roman"/>
                          <a:sym typeface="Times New Roman"/>
                        </a:rPr>
                        <a:t>5</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latin typeface="Times New Roman"/>
                          <a:ea typeface="Times New Roman"/>
                          <a:cs typeface="Times New Roman"/>
                          <a:sym typeface="Times New Roman"/>
                        </a:rPr>
                        <a:t>3</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latin typeface="Times New Roman"/>
                          <a:ea typeface="Times New Roman"/>
                          <a:cs typeface="Times New Roman"/>
                          <a:sym typeface="Times New Roman"/>
                        </a:rPr>
                        <a:t>15</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6</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latin typeface="Times New Roman"/>
                          <a:ea typeface="Times New Roman"/>
                          <a:cs typeface="Times New Roman"/>
                          <a:sym typeface="Times New Roman"/>
                        </a:rPr>
                        <a:t>Người mua nên yêu cầu phiên bản mới nhất hoặc giải pháp trọn gói</a:t>
                      </a:r>
                      <a:endParaRPr sz="1800" u="none" cap="none" strike="noStrike">
                        <a:latin typeface="Calibri"/>
                        <a:ea typeface="Calibri"/>
                        <a:cs typeface="Calibri"/>
                        <a:sym typeface="Calibri"/>
                      </a:endParaRPr>
                    </a:p>
                  </a:txBody>
                  <a:tcPr marT="0" marB="0" marR="0" marL="0"/>
                </a:tc>
              </a:tr>
              <a:tr h="3081125">
                <a:tc>
                  <a:txBody>
                    <a:bodyPr/>
                    <a:lstStyle/>
                    <a:p>
                      <a:pPr indent="0" lvl="0" marL="0" marR="0" rtl="0" algn="l">
                        <a:lnSpc>
                          <a:spcPct val="115000"/>
                        </a:lnSpc>
                        <a:spcBef>
                          <a:spcPts val="0"/>
                        </a:spcBef>
                        <a:spcAft>
                          <a:spcPts val="0"/>
                        </a:spcAft>
                        <a:buNone/>
                      </a:pPr>
                      <a:r>
                        <a:rPr lang="en-US" sz="1800" u="none" cap="none" strike="noStrike">
                          <a:latin typeface="Times New Roman"/>
                          <a:ea typeface="Times New Roman"/>
                          <a:cs typeface="Times New Roman"/>
                          <a:sym typeface="Times New Roman"/>
                        </a:rPr>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latin typeface="Times New Roman"/>
                          <a:ea typeface="Times New Roman"/>
                          <a:cs typeface="Times New Roman"/>
                          <a:sym typeface="Times New Roman"/>
                        </a:rPr>
                        <a:t>Giao diện tới các hệ thống nội bộ và hệ thống bên ngoài có thể không hoàn thành đúng hạn.</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latin typeface="Times New Roman"/>
                          <a:ea typeface="Times New Roman"/>
                          <a:cs typeface="Times New Roman"/>
                          <a:sym typeface="Times New Roman"/>
                        </a:rPr>
                        <a:t>4</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 </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latin typeface="Times New Roman"/>
                          <a:ea typeface="Times New Roman"/>
                          <a:cs typeface="Times New Roman"/>
                          <a:sym typeface="Times New Roman"/>
                        </a:rPr>
                        <a:t>3</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 </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latin typeface="Times New Roman"/>
                          <a:ea typeface="Times New Roman"/>
                          <a:cs typeface="Times New Roman"/>
                          <a:sym typeface="Times New Roman"/>
                        </a:rPr>
                        <a:t>12</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 </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latin typeface="Times New Roman"/>
                          <a:ea typeface="Times New Roman"/>
                          <a:cs typeface="Times New Roman"/>
                          <a:sym typeface="Times New Roman"/>
                        </a:rPr>
                        <a:t>1. Bắt đầu sớm, quy định chuẩn kết nối</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2. Cập nhật hệ thống cũ lên chuẩn mới.</a:t>
                      </a:r>
                      <a:endParaRPr sz="1800" u="none" cap="none" strike="noStrike">
                        <a:latin typeface="Calibri"/>
                        <a:ea typeface="Calibri"/>
                        <a:cs typeface="Calibri"/>
                        <a:sym typeface="Calibri"/>
                      </a:endParaRPr>
                    </a:p>
                    <a:p>
                      <a:pPr indent="0" lvl="0" marL="0" marR="0" rtl="0" algn="l">
                        <a:lnSpc>
                          <a:spcPct val="115000"/>
                        </a:lnSpc>
                        <a:spcBef>
                          <a:spcPts val="750"/>
                        </a:spcBef>
                        <a:spcAft>
                          <a:spcPts val="0"/>
                        </a:spcAft>
                        <a:buNone/>
                      </a:pPr>
                      <a:r>
                        <a:rPr lang="en-US" sz="1800" u="none" cap="none" strike="noStrike">
                          <a:latin typeface="Times New Roman"/>
                          <a:ea typeface="Times New Roman"/>
                          <a:cs typeface="Times New Roman"/>
                          <a:sym typeface="Times New Roman"/>
                        </a:rPr>
                        <a:t>3. Làm việc ngay với các hệ thống bên ngoài để thống nhất chuẩn.</a:t>
                      </a:r>
                      <a:endParaRPr sz="1800" u="none" cap="none" strike="noStrike">
                        <a:latin typeface="Calibri"/>
                        <a:ea typeface="Calibri"/>
                        <a:cs typeface="Calibri"/>
                        <a:sym typeface="Calibri"/>
                      </a:endParaRPr>
                    </a:p>
                  </a:txBody>
                  <a:tcPr marT="0" marB="0" marR="0" marL="0"/>
                </a:tc>
              </a:tr>
            </a:tbl>
          </a:graphicData>
        </a:graphic>
      </p:graphicFrame>
      <p:sp>
        <p:nvSpPr>
          <p:cNvPr id="255" name="Google Shape;255;p1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Công nghệ (2/2)</a:t>
            </a:r>
            <a:endParaRPr/>
          </a:p>
        </p:txBody>
      </p:sp>
      <p:graphicFrame>
        <p:nvGraphicFramePr>
          <p:cNvPr id="261" name="Google Shape;261;p18"/>
          <p:cNvGraphicFramePr/>
          <p:nvPr/>
        </p:nvGraphicFramePr>
        <p:xfrm>
          <a:off x="609599" y="1219200"/>
          <a:ext cx="3000000" cy="3000000"/>
        </p:xfrm>
        <a:graphic>
          <a:graphicData uri="http://schemas.openxmlformats.org/drawingml/2006/table">
            <a:tbl>
              <a:tblPr bandRow="1" firstCol="1" firstRow="1">
                <a:noFill/>
                <a:tableStyleId>{13797D15-8F02-4D21-B901-0DE6913298CD}</a:tableStyleId>
              </a:tblPr>
              <a:tblGrid>
                <a:gridCol w="304800"/>
                <a:gridCol w="2481950"/>
                <a:gridCol w="394600"/>
                <a:gridCol w="367400"/>
                <a:gridCol w="435425"/>
                <a:gridCol w="4245425"/>
              </a:tblGrid>
              <a:tr h="457200">
                <a:tc>
                  <a:txBody>
                    <a:bodyPr/>
                    <a:lstStyle/>
                    <a:p>
                      <a:pPr indent="0" lvl="0" marL="0" marR="0" rtl="0" algn="ctr">
                        <a:spcBef>
                          <a:spcPts val="0"/>
                        </a:spcBef>
                        <a:spcAft>
                          <a:spcPts val="0"/>
                        </a:spcAft>
                        <a:buNone/>
                      </a:pPr>
                      <a:r>
                        <a:rPr lang="en-US" sz="2000" u="none" cap="none" strike="noStrike"/>
                        <a:t>TT</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Rủi ro</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P</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I</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E</a:t>
                      </a:r>
                      <a:endParaRPr sz="2000" u="none" cap="none" strike="noStrike"/>
                    </a:p>
                  </a:txBody>
                  <a:tcPr marT="45725" marB="45725" marR="91450" marL="91450"/>
                </a:tc>
                <a:tc>
                  <a:txBody>
                    <a:bodyPr/>
                    <a:lstStyle/>
                    <a:p>
                      <a:pPr indent="0" lvl="0" marL="0" marR="0" rtl="0" algn="ctr">
                        <a:spcBef>
                          <a:spcPts val="0"/>
                        </a:spcBef>
                        <a:spcAft>
                          <a:spcPts val="0"/>
                        </a:spcAft>
                        <a:buNone/>
                      </a:pPr>
                      <a:r>
                        <a:rPr lang="en-US" sz="2000" u="none" cap="none" strike="noStrike"/>
                        <a:t>Hành động giảm thiểu</a:t>
                      </a:r>
                      <a:endParaRPr sz="2000" u="none" cap="none" strike="noStrike"/>
                    </a:p>
                  </a:txBody>
                  <a:tcPr marT="45725" marB="45725" marR="91450" marL="91450"/>
                </a:tc>
              </a:tr>
              <a:tr h="1020875">
                <a:tc>
                  <a:txBody>
                    <a:bodyPr/>
                    <a:lstStyle/>
                    <a:p>
                      <a:pPr indent="0" lvl="0" marL="0" marR="0" rtl="0" algn="l">
                        <a:lnSpc>
                          <a:spcPct val="115000"/>
                        </a:lnSpc>
                        <a:spcBef>
                          <a:spcPts val="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Triển khai thử nghiệm có thể không đầy đủ cho việc xác định đảm bảo hiệu năng khi triển khai diện rộng.</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4</a:t>
                      </a:r>
                      <a:endParaRPr sz="1800" u="none" cap="none" strike="noStrike"/>
                    </a:p>
                    <a:p>
                      <a:pPr indent="0" lvl="0" marL="0" marR="0" rtl="0" algn="l">
                        <a:lnSpc>
                          <a:spcPct val="115000"/>
                        </a:lnSpc>
                        <a:spcBef>
                          <a:spcPts val="750"/>
                        </a:spcBef>
                        <a:spcAft>
                          <a:spcPts val="0"/>
                        </a:spcAft>
                        <a:buNone/>
                      </a:pPr>
                      <a:r>
                        <a:t/>
                      </a:r>
                      <a:endParaRPr sz="1800" u="none" cap="none" strike="noStrike"/>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t/>
                      </a:r>
                      <a:endParaRPr sz="1800" u="none" cap="none" strike="noStrike"/>
                    </a:p>
                    <a:p>
                      <a:pPr indent="0" lvl="0" marL="0" marR="0" rtl="0" algn="l">
                        <a:lnSpc>
                          <a:spcPct val="115000"/>
                        </a:lnSpc>
                        <a:spcBef>
                          <a:spcPts val="750"/>
                        </a:spcBef>
                        <a:spcAft>
                          <a:spcPts val="0"/>
                        </a:spcAft>
                        <a:buNone/>
                      </a:pPr>
                      <a:r>
                        <a:rPr lang="en-US" sz="1800" u="none" cap="none" strike="noStrike"/>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12</a:t>
                      </a:r>
                      <a:endParaRPr sz="1800" u="none" cap="none" strike="noStrike"/>
                    </a:p>
                    <a:p>
                      <a:pPr indent="0" lvl="0" marL="0" marR="0" rtl="0" algn="l">
                        <a:lnSpc>
                          <a:spcPct val="115000"/>
                        </a:lnSpc>
                        <a:spcBef>
                          <a:spcPts val="750"/>
                        </a:spcBef>
                        <a:spcAft>
                          <a:spcPts val="0"/>
                        </a:spcAft>
                        <a:buNone/>
                      </a:pPr>
                      <a:r>
                        <a:t/>
                      </a:r>
                      <a:endParaRPr sz="1800" u="none" cap="none" strike="noStrike"/>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1. Chuẩn bị, kiểm tra và tuân theo kế hoạch thử nghiệm chi tiết, xác định những cấu phần quan trọng và những nghiệp vụ thiết yếu bắt buộc phải thử nghiệm.</a:t>
                      </a:r>
                      <a:endParaRPr/>
                    </a:p>
                    <a:p>
                      <a:pPr indent="0" lvl="0" marL="0" marR="0" rtl="0" algn="l">
                        <a:lnSpc>
                          <a:spcPct val="115000"/>
                        </a:lnSpc>
                        <a:spcBef>
                          <a:spcPts val="750"/>
                        </a:spcBef>
                        <a:spcAft>
                          <a:spcPts val="0"/>
                        </a:spcAft>
                        <a:buNone/>
                      </a:pPr>
                      <a:r>
                        <a:rPr lang="en-US" sz="1800" u="none" cap="none" strike="noStrike"/>
                        <a:t>2.  Chấp nhận thực tế việc triển khai thí điểm sẽ không hoàn hảo và chỉ ra những gì cần sửa trước khi triển khai diện rộng cũng như những việc cần điều chỉnh sau đó.</a:t>
                      </a:r>
                      <a:endParaRPr sz="1800" u="none" cap="none" strike="noStrike">
                        <a:latin typeface="Calibri"/>
                        <a:ea typeface="Calibri"/>
                        <a:cs typeface="Calibri"/>
                        <a:sym typeface="Calibri"/>
                      </a:endParaRPr>
                    </a:p>
                  </a:txBody>
                  <a:tcPr marT="0" marB="0" marR="0" marL="0"/>
                </a:tc>
              </a:tr>
              <a:tr h="1020875">
                <a:tc>
                  <a:txBody>
                    <a:bodyPr/>
                    <a:lstStyle/>
                    <a:p>
                      <a:pPr indent="0" lvl="0" marL="0" marR="0" rtl="0" algn="l">
                        <a:lnSpc>
                          <a:spcPct val="115000"/>
                        </a:lnSpc>
                        <a:spcBef>
                          <a:spcPts val="0"/>
                        </a:spcBef>
                        <a:spcAft>
                          <a:spcPts val="0"/>
                        </a:spcAft>
                        <a:buNone/>
                      </a:pPr>
                      <a:r>
                        <a:rPr lang="en-US" sz="1800" u="none" cap="none" strike="noStrike"/>
                        <a:t>4</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Biện pháp phòng ngừa thảm họa có thể không như mong đợi</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9</a:t>
                      </a:r>
                      <a:endParaRPr sz="1800" u="none" cap="none" strike="noStrike"/>
                    </a:p>
                    <a:p>
                      <a:pPr indent="0" lvl="0" marL="0" marR="0" rtl="0" algn="l">
                        <a:lnSpc>
                          <a:spcPct val="115000"/>
                        </a:lnSpc>
                        <a:spcBef>
                          <a:spcPts val="750"/>
                        </a:spcBef>
                        <a:spcAft>
                          <a:spcPts val="0"/>
                        </a:spcAft>
                        <a:buNone/>
                      </a:pPr>
                      <a:r>
                        <a:rPr lang="en-US" sz="1800" u="none" cap="none" strike="noStrike"/>
                        <a:t>6</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Chỉ ra yêu cầu rõ ràng và cụ thể, yêu cầu kịch bản kiểm tra hệ thống phòng ngừa thảm họa.</a:t>
                      </a:r>
                      <a:endParaRPr sz="1800" u="none" cap="none" strike="noStrike">
                        <a:latin typeface="Calibri"/>
                        <a:ea typeface="Calibri"/>
                        <a:cs typeface="Calibri"/>
                        <a:sym typeface="Calibri"/>
                      </a:endParaRPr>
                    </a:p>
                  </a:txBody>
                  <a:tcPr marT="0" marB="0" marR="0" marL="0"/>
                </a:tc>
              </a:tr>
            </a:tbl>
          </a:graphicData>
        </a:graphic>
      </p:graphicFrame>
      <p:sp>
        <p:nvSpPr>
          <p:cNvPr id="262" name="Google Shape;262;p1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Quy trình nghiệp vụ (1/2)</a:t>
            </a:r>
            <a:endParaRPr/>
          </a:p>
        </p:txBody>
      </p:sp>
      <p:sp>
        <p:nvSpPr>
          <p:cNvPr id="268" name="Google Shape;268;p1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69" name="Google Shape;269;p19"/>
          <p:cNvGraphicFramePr/>
          <p:nvPr/>
        </p:nvGraphicFramePr>
        <p:xfrm>
          <a:off x="152400" y="1143000"/>
          <a:ext cx="3000000" cy="3000000"/>
        </p:xfrm>
        <a:graphic>
          <a:graphicData uri="http://schemas.openxmlformats.org/drawingml/2006/table">
            <a:tbl>
              <a:tblPr bandRow="1" firstCol="1" firstRow="1">
                <a:noFill/>
                <a:tableStyleId>{13797D15-8F02-4D21-B901-0DE6913298CD}</a:tableStyleId>
              </a:tblPr>
              <a:tblGrid>
                <a:gridCol w="490475"/>
                <a:gridCol w="2452375"/>
                <a:gridCol w="408725"/>
                <a:gridCol w="381475"/>
                <a:gridCol w="435975"/>
                <a:gridCol w="4441550"/>
              </a:tblGrid>
              <a:tr h="613975">
                <a:tc>
                  <a:txBody>
                    <a:bodyPr/>
                    <a:lstStyle/>
                    <a:p>
                      <a:pPr indent="0" lvl="0" marL="0" marR="0" rtl="0" algn="ctr">
                        <a:lnSpc>
                          <a:spcPct val="115000"/>
                        </a:lnSpc>
                        <a:spcBef>
                          <a:spcPts val="0"/>
                        </a:spcBef>
                        <a:spcAft>
                          <a:spcPts val="0"/>
                        </a:spcAft>
                        <a:buNone/>
                      </a:pPr>
                      <a:r>
                        <a:rPr lang="en-US" sz="1800" u="none" cap="none" strike="noStrike"/>
                        <a:t>STT</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Rủi ro</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P</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I</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E</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Hành động giảm thiểu rủi ro</a:t>
                      </a:r>
                      <a:endParaRPr sz="1800" u="none" cap="none" strike="noStrike">
                        <a:latin typeface="Calibri"/>
                        <a:ea typeface="Calibri"/>
                        <a:cs typeface="Calibri"/>
                        <a:sym typeface="Calibri"/>
                      </a:endParaRPr>
                    </a:p>
                  </a:txBody>
                  <a:tcPr marT="0" marB="0" marR="0" marL="0"/>
                </a:tc>
              </a:tr>
              <a:tr h="2205425">
                <a:tc>
                  <a:txBody>
                    <a:bodyPr/>
                    <a:lstStyle/>
                    <a:p>
                      <a:pPr indent="0" lvl="0" marL="0" marR="0" rtl="0" algn="l">
                        <a:lnSpc>
                          <a:spcPct val="115000"/>
                        </a:lnSpc>
                        <a:spcBef>
                          <a:spcPts val="0"/>
                        </a:spcBef>
                        <a:spcAft>
                          <a:spcPts val="0"/>
                        </a:spcAft>
                        <a:buNone/>
                      </a:pPr>
                      <a:r>
                        <a:rPr lang="en-US" sz="1800" u="none" cap="none" strike="noStrike"/>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Quy trình nghiệp vụ có thể thay đổi trong khi triển khai dự án CNTT</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25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9</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1. Ban quản lý cấp cao phải tham gia vào quá trình xây dựng chính sách để đảm bảo hiểu rõ được ảnh hưởng của bất kỳ thay đổi quan trọng nào. </a:t>
                      </a:r>
                      <a:br>
                        <a:rPr lang="en-US" sz="1800" u="none" cap="none" strike="noStrike"/>
                      </a:br>
                      <a:r>
                        <a:rPr lang="en-US" sz="1800" u="none" cap="none" strike="noStrike"/>
                        <a:t>2. Xây dựng các thay đổi cần thiết vào hệ thống thông qua quy trình quản lý thay đổi đã được phê duyệt.</a:t>
                      </a:r>
                      <a:endParaRPr sz="1800" u="none" cap="none" strike="noStrike">
                        <a:latin typeface="Calibri"/>
                        <a:ea typeface="Calibri"/>
                        <a:cs typeface="Calibri"/>
                        <a:sym typeface="Calibri"/>
                      </a:endParaRPr>
                    </a:p>
                  </a:txBody>
                  <a:tcPr marT="0" marB="0" marR="0" marL="0"/>
                </a:tc>
              </a:tr>
              <a:tr h="2286000">
                <a:tc>
                  <a:txBody>
                    <a:bodyPr/>
                    <a:lstStyle/>
                    <a:p>
                      <a:pPr indent="0" lvl="0" marL="0" marR="0" rtl="0" algn="l">
                        <a:lnSpc>
                          <a:spcPct val="115000"/>
                        </a:lnSpc>
                        <a:spcBef>
                          <a:spcPts val="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Phạm vi và yêu cầu có thể tăng, dẫn đến thiếu kinh phí.</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25</a:t>
                      </a:r>
                      <a:endParaRPr sz="1800" u="none" cap="none" strike="noStrike"/>
                    </a:p>
                    <a:p>
                      <a:pPr indent="0" lvl="0" marL="0" marR="0" rtl="0" algn="l">
                        <a:lnSpc>
                          <a:spcPct val="115000"/>
                        </a:lnSpc>
                        <a:spcBef>
                          <a:spcPts val="750"/>
                        </a:spcBef>
                        <a:spcAft>
                          <a:spcPts val="0"/>
                        </a:spcAft>
                        <a:buNone/>
                      </a:pPr>
                      <a:r>
                        <a:rPr lang="en-US" sz="1800" u="none" cap="none" strike="sngStrike"/>
                        <a:t>9</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1. Mọi thay đổi về phạm vi sẽ phải qua tiến trình phê duyệt sự thay đổi và phải đảm bảo phù hợp với kinh phí được phê duyệt trước đó. </a:t>
                      </a:r>
                      <a:br>
                        <a:rPr lang="en-US" sz="1800" u="none" cap="none" strike="noStrike"/>
                      </a:br>
                      <a:r>
                        <a:rPr lang="en-US" sz="1800" u="none" cap="none" strike="noStrike"/>
                        <a:t>2. Đặt các mức ưu tiên cho yêu cầu nghiệp vụ và yêu cầu kỹ thuật vào tiến trình ra quyết định.</a:t>
                      </a:r>
                      <a:endParaRPr sz="1800" u="none" cap="none" strike="noStrike">
                        <a:latin typeface="Calibri"/>
                        <a:ea typeface="Calibri"/>
                        <a:cs typeface="Calibri"/>
                        <a:sym typeface="Calibri"/>
                      </a:endParaRPr>
                    </a:p>
                  </a:txBody>
                  <a:tcPr marT="0" marB="0" marR="0" marL="0"/>
                </a:tc>
              </a:tr>
            </a:tbl>
          </a:graphicData>
        </a:graphic>
      </p:graphicFrame>
    </p:spTree>
  </p:cSld>
  <p:clrMapOvr>
    <a:masterClrMapping/>
  </p:clrMapOvr>
  <p:transition>
    <p:zoom dir="o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0"/>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Quy trình nghiệp vụ (2/2)</a:t>
            </a:r>
            <a:endParaRPr/>
          </a:p>
        </p:txBody>
      </p:sp>
      <p:sp>
        <p:nvSpPr>
          <p:cNvPr id="275" name="Google Shape;275;p2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76" name="Google Shape;276;p20"/>
          <p:cNvGraphicFramePr/>
          <p:nvPr/>
        </p:nvGraphicFramePr>
        <p:xfrm>
          <a:off x="152400" y="1318293"/>
          <a:ext cx="3000000" cy="3000000"/>
        </p:xfrm>
        <a:graphic>
          <a:graphicData uri="http://schemas.openxmlformats.org/drawingml/2006/table">
            <a:tbl>
              <a:tblPr bandRow="1" firstCol="1" firstRow="1">
                <a:noFill/>
                <a:tableStyleId>{13797D15-8F02-4D21-B901-0DE6913298CD}</a:tableStyleId>
              </a:tblPr>
              <a:tblGrid>
                <a:gridCol w="490475"/>
                <a:gridCol w="2452375"/>
                <a:gridCol w="408725"/>
                <a:gridCol w="381475"/>
                <a:gridCol w="435975"/>
                <a:gridCol w="4441550"/>
              </a:tblGrid>
              <a:tr h="613975">
                <a:tc>
                  <a:txBody>
                    <a:bodyPr/>
                    <a:lstStyle/>
                    <a:p>
                      <a:pPr indent="0" lvl="0" marL="0" marR="0" rtl="0" algn="ctr">
                        <a:lnSpc>
                          <a:spcPct val="115000"/>
                        </a:lnSpc>
                        <a:spcBef>
                          <a:spcPts val="0"/>
                        </a:spcBef>
                        <a:spcAft>
                          <a:spcPts val="0"/>
                        </a:spcAft>
                        <a:buNone/>
                      </a:pPr>
                      <a:r>
                        <a:rPr lang="en-US" sz="1800" u="none" cap="none" strike="noStrike"/>
                        <a:t>STT</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Rủi ro</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P</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I</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E</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Hành động giảm thiểu rủi ro</a:t>
                      </a:r>
                      <a:endParaRPr sz="1800" u="none" cap="none" strike="noStrike">
                        <a:latin typeface="Calibri"/>
                        <a:ea typeface="Calibri"/>
                        <a:cs typeface="Calibri"/>
                        <a:sym typeface="Calibri"/>
                      </a:endParaRPr>
                    </a:p>
                  </a:txBody>
                  <a:tcPr marT="0" marB="0" marR="0" marL="0"/>
                </a:tc>
              </a:tr>
              <a:tr h="2520375">
                <a:tc>
                  <a:txBody>
                    <a:bodyPr/>
                    <a:lstStyle/>
                    <a:p>
                      <a:pPr indent="0" lvl="0" marL="0" marR="0" rtl="0" algn="l">
                        <a:lnSpc>
                          <a:spcPct val="115000"/>
                        </a:lnSpc>
                        <a:spcBef>
                          <a:spcPts val="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Hệ thống có thể không đáp ứng nhu cầu hoặc mong đợi của người dùng</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4</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12</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1. Đảm bảo nhân viên ở các cấp tham gia vào việc tái thiết kế quy trình nghiệp vụ và hệ thống.</a:t>
                      </a:r>
                      <a:br>
                        <a:rPr lang="en-US" sz="1800" u="none" cap="none" strike="noStrike"/>
                      </a:br>
                      <a:r>
                        <a:rPr lang="en-US" sz="1800" u="none" cap="none" strike="noStrike"/>
                        <a:t>2. Huy động người dùng vào việc kiểm tra và, </a:t>
                      </a:r>
                      <a:br>
                        <a:rPr lang="en-US" sz="1800" u="none" cap="none" strike="noStrike"/>
                      </a:br>
                      <a:r>
                        <a:rPr lang="en-US" sz="1800" u="none" cap="none" strike="noStrike"/>
                        <a:t>3. Thử nghiệm nhiều chức năng chính</a:t>
                      </a:r>
                      <a:endParaRPr sz="1800" u="none" cap="none" strike="noStrike">
                        <a:latin typeface="Calibri"/>
                        <a:ea typeface="Calibri"/>
                        <a:cs typeface="Calibri"/>
                        <a:sym typeface="Calibri"/>
                      </a:endParaRPr>
                    </a:p>
                  </a:txBody>
                  <a:tcPr marT="0" marB="0" marR="0" marL="0"/>
                </a:tc>
              </a:tr>
              <a:tr h="1567175">
                <a:tc>
                  <a:txBody>
                    <a:bodyPr/>
                    <a:lstStyle/>
                    <a:p>
                      <a:pPr indent="0" lvl="0" marL="0" marR="0" rtl="0" algn="l">
                        <a:lnSpc>
                          <a:spcPct val="115000"/>
                        </a:lnSpc>
                        <a:spcBef>
                          <a:spcPts val="0"/>
                        </a:spcBef>
                        <a:spcAft>
                          <a:spcPts val="0"/>
                        </a:spcAft>
                        <a:buNone/>
                      </a:pPr>
                      <a:r>
                        <a:rPr lang="en-US" sz="1800" u="none" cap="none" strike="noStrike"/>
                        <a:t>4</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Có những yêu cầu nghiệp vụ đặc biệt mà dự án không thể đáp ứng.</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9</a:t>
                      </a:r>
                      <a:endParaRPr sz="1800" u="none" cap="none" strike="noStrike"/>
                    </a:p>
                    <a:p>
                      <a:pPr indent="0" lvl="0" marL="0" marR="0" rtl="0" algn="l">
                        <a:lnSpc>
                          <a:spcPct val="115000"/>
                        </a:lnSpc>
                        <a:spcBef>
                          <a:spcPts val="750"/>
                        </a:spcBef>
                        <a:spcAft>
                          <a:spcPts val="0"/>
                        </a:spcAft>
                        <a:buNone/>
                      </a:pPr>
                      <a:r>
                        <a:rPr lang="en-US" sz="1800" u="none" cap="none" strike="noStrike"/>
                        <a:t>4</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Báo cáo lên ban quản lý dự án những vấn đề này để chỉ ra ảnh hưởng tới quy trình nghiệp vụ và chiến lược kinh doanh.</a:t>
                      </a:r>
                      <a:endParaRPr sz="1800" u="none" cap="none" strike="noStrike">
                        <a:latin typeface="Calibri"/>
                        <a:ea typeface="Calibri"/>
                        <a:cs typeface="Calibri"/>
                        <a:sym typeface="Calibri"/>
                      </a:endParaRPr>
                    </a:p>
                  </a:txBody>
                  <a:tcPr marT="0" marB="0" marR="0" marL="0"/>
                </a:tc>
              </a:tr>
            </a:tbl>
          </a:graphicData>
        </a:graphic>
      </p:graphicFrame>
    </p:spTree>
  </p:cSld>
  <p:clrMapOvr>
    <a:masterClrMapping/>
  </p:clrMapOvr>
  <p:transition>
    <p:zoom dir="o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 người (1/3)</a:t>
            </a:r>
            <a:endParaRPr/>
          </a:p>
        </p:txBody>
      </p:sp>
      <p:sp>
        <p:nvSpPr>
          <p:cNvPr id="282" name="Google Shape;282;p2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83" name="Google Shape;283;p21"/>
          <p:cNvGraphicFramePr/>
          <p:nvPr/>
        </p:nvGraphicFramePr>
        <p:xfrm>
          <a:off x="381001" y="1066798"/>
          <a:ext cx="3000000" cy="3000000"/>
        </p:xfrm>
        <a:graphic>
          <a:graphicData uri="http://schemas.openxmlformats.org/drawingml/2006/table">
            <a:tbl>
              <a:tblPr bandRow="1" firstCol="1" firstRow="1">
                <a:noFill/>
                <a:tableStyleId>{13797D15-8F02-4D21-B901-0DE6913298CD}</a:tableStyleId>
              </a:tblPr>
              <a:tblGrid>
                <a:gridCol w="497950"/>
                <a:gridCol w="2420625"/>
                <a:gridCol w="414975"/>
                <a:gridCol w="373475"/>
                <a:gridCol w="442625"/>
                <a:gridCol w="4384775"/>
              </a:tblGrid>
              <a:tr h="829625">
                <a:tc>
                  <a:txBody>
                    <a:bodyPr/>
                    <a:lstStyle/>
                    <a:p>
                      <a:pPr indent="0" lvl="0" marL="0" marR="0" rtl="0" algn="ctr">
                        <a:lnSpc>
                          <a:spcPct val="115000"/>
                        </a:lnSpc>
                        <a:spcBef>
                          <a:spcPts val="0"/>
                        </a:spcBef>
                        <a:spcAft>
                          <a:spcPts val="0"/>
                        </a:spcAft>
                        <a:buNone/>
                      </a:pPr>
                      <a:r>
                        <a:rPr lang="en-US" sz="1800" u="none" cap="none" strike="noStrike"/>
                        <a:t>STT</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Rủi ro</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P</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I</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E</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Hành động giảm thiểu rủi ro</a:t>
                      </a:r>
                      <a:endParaRPr sz="1800" u="none" cap="none" strike="noStrike">
                        <a:latin typeface="Calibri"/>
                        <a:ea typeface="Calibri"/>
                        <a:cs typeface="Calibri"/>
                        <a:sym typeface="Calibri"/>
                      </a:endParaRPr>
                    </a:p>
                  </a:txBody>
                  <a:tcPr marT="0" marB="0" marR="0" marL="0"/>
                </a:tc>
              </a:tr>
              <a:tr h="2244775">
                <a:tc>
                  <a:txBody>
                    <a:bodyPr/>
                    <a:lstStyle/>
                    <a:p>
                      <a:pPr indent="0" lvl="0" marL="0" marR="0" rtl="0" algn="l">
                        <a:lnSpc>
                          <a:spcPct val="115000"/>
                        </a:lnSpc>
                        <a:spcBef>
                          <a:spcPts val="0"/>
                        </a:spcBef>
                        <a:spcAft>
                          <a:spcPts val="0"/>
                        </a:spcAft>
                        <a:buNone/>
                      </a:pPr>
                      <a:r>
                        <a:rPr lang="en-US" sz="1800" u="none" cap="none" strike="noStrike"/>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Nguy cơ nhân viên giỏi sẽ rời khỏi dự án giữa chừng vì chênh lệch thu</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25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9</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Tạo ra cơ hội thăng tiến, học tập tại nước ngoài</a:t>
                      </a:r>
                      <a:endParaRPr sz="1800" u="none" cap="none" strike="noStrike"/>
                    </a:p>
                    <a:p>
                      <a:pPr indent="0" lvl="0" marL="0" marR="0" rtl="0" algn="l">
                        <a:lnSpc>
                          <a:spcPct val="115000"/>
                        </a:lnSpc>
                        <a:spcBef>
                          <a:spcPts val="750"/>
                        </a:spcBef>
                        <a:spcAft>
                          <a:spcPts val="0"/>
                        </a:spcAft>
                        <a:buNone/>
                      </a:pPr>
                      <a:r>
                        <a:rPr lang="en-US" sz="1800" u="none" cap="none" strike="noStrike"/>
                        <a:t>Lắng nghe cán bộ, đánh giá và áp dụng cải tiến của họ vào công việc</a:t>
                      </a:r>
                      <a:endParaRPr sz="1800" u="none" cap="none" strike="noStrike">
                        <a:latin typeface="Calibri"/>
                        <a:ea typeface="Calibri"/>
                        <a:cs typeface="Calibri"/>
                        <a:sym typeface="Calibri"/>
                      </a:endParaRPr>
                    </a:p>
                  </a:txBody>
                  <a:tcPr marT="0" marB="0" marR="0" marL="0"/>
                </a:tc>
              </a:tr>
              <a:tr h="2107200">
                <a:tc>
                  <a:txBody>
                    <a:bodyPr/>
                    <a:lstStyle/>
                    <a:p>
                      <a:pPr indent="0" lvl="0" marL="0" marR="0" rtl="0" algn="l">
                        <a:lnSpc>
                          <a:spcPct val="115000"/>
                        </a:lnSpc>
                        <a:spcBef>
                          <a:spcPts val="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Người dùng có thể không muốn sử dụng hoặc từ chối hệ thống mới</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25</a:t>
                      </a:r>
                      <a:endParaRPr sz="1800" u="none" cap="none" strike="noStrike"/>
                    </a:p>
                    <a:p>
                      <a:pPr indent="0" lvl="0" marL="0" marR="0" rtl="0" algn="l">
                        <a:lnSpc>
                          <a:spcPct val="115000"/>
                        </a:lnSpc>
                        <a:spcBef>
                          <a:spcPts val="750"/>
                        </a:spcBef>
                        <a:spcAft>
                          <a:spcPts val="0"/>
                        </a:spcAft>
                        <a:buNone/>
                      </a:pPr>
                      <a:r>
                        <a:rPr lang="en-US" sz="1800" u="none" cap="none" strike="noStrike"/>
                        <a:t>9</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Thuyết phục, tập huấn, tuyển nhân viên mới, định kỳ luân chuyển cán bộ giữa các phòng ban</a:t>
                      </a:r>
                      <a:endParaRPr sz="1800" u="none" cap="none" strike="noStrike">
                        <a:latin typeface="Calibri"/>
                        <a:ea typeface="Calibri"/>
                        <a:cs typeface="Calibri"/>
                        <a:sym typeface="Calibri"/>
                      </a:endParaRPr>
                    </a:p>
                  </a:txBody>
                  <a:tcPr marT="0" marB="0" marR="0" marL="0"/>
                </a:tc>
              </a:tr>
            </a:tbl>
          </a:graphicData>
        </a:graphic>
      </p:graphicFrame>
    </p:spTree>
  </p:cSld>
  <p:clrMapOvr>
    <a:masterClrMapping/>
  </p:clrMapOvr>
  <p:transition>
    <p:zoom dir="o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 người (2/3)</a:t>
            </a:r>
            <a:endParaRPr/>
          </a:p>
        </p:txBody>
      </p:sp>
      <p:sp>
        <p:nvSpPr>
          <p:cNvPr id="289" name="Google Shape;289;p2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90" name="Google Shape;290;p22"/>
          <p:cNvGraphicFramePr/>
          <p:nvPr/>
        </p:nvGraphicFramePr>
        <p:xfrm>
          <a:off x="381001" y="1066799"/>
          <a:ext cx="3000000" cy="3000000"/>
        </p:xfrm>
        <a:graphic>
          <a:graphicData uri="http://schemas.openxmlformats.org/drawingml/2006/table">
            <a:tbl>
              <a:tblPr bandRow="1" firstCol="1" firstRow="1">
                <a:noFill/>
                <a:tableStyleId>{13797D15-8F02-4D21-B901-0DE6913298CD}</a:tableStyleId>
              </a:tblPr>
              <a:tblGrid>
                <a:gridCol w="497950"/>
                <a:gridCol w="2420625"/>
                <a:gridCol w="414975"/>
                <a:gridCol w="373475"/>
                <a:gridCol w="442625"/>
                <a:gridCol w="4384775"/>
              </a:tblGrid>
              <a:tr h="637375">
                <a:tc>
                  <a:txBody>
                    <a:bodyPr/>
                    <a:lstStyle/>
                    <a:p>
                      <a:pPr indent="0" lvl="0" marL="0" marR="0" rtl="0" algn="ctr">
                        <a:lnSpc>
                          <a:spcPct val="115000"/>
                        </a:lnSpc>
                        <a:spcBef>
                          <a:spcPts val="0"/>
                        </a:spcBef>
                        <a:spcAft>
                          <a:spcPts val="0"/>
                        </a:spcAft>
                        <a:buNone/>
                      </a:pPr>
                      <a:r>
                        <a:rPr lang="en-US" sz="1800" u="none" cap="none" strike="noStrike"/>
                        <a:t>STT</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Rủi ro</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P</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I</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E</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Hành động giảm thiểu rủi ro</a:t>
                      </a:r>
                      <a:endParaRPr sz="1800" u="none" cap="none" strike="noStrike">
                        <a:latin typeface="Calibri"/>
                        <a:ea typeface="Calibri"/>
                        <a:cs typeface="Calibri"/>
                        <a:sym typeface="Calibri"/>
                      </a:endParaRPr>
                    </a:p>
                  </a:txBody>
                  <a:tcPr marT="0" marB="0" marR="0" marL="0"/>
                </a:tc>
              </a:tr>
              <a:tr h="4696625">
                <a:tc>
                  <a:txBody>
                    <a:bodyPr/>
                    <a:lstStyle/>
                    <a:p>
                      <a:pPr indent="0" lvl="0" marL="0" marR="0" rtl="0" algn="l">
                        <a:lnSpc>
                          <a:spcPct val="115000"/>
                        </a:lnSpc>
                        <a:spcBef>
                          <a:spcPts val="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Người dùng có thể không biết cách sử dụng hệ thống mới.</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2</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25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6</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1. Thực hiện đào tạo và hỗ trợ người sử dụng, cung cấp kiến thức về hệ thống mới</a:t>
                      </a:r>
                      <a:endParaRPr sz="1800" u="none" cap="none" strike="noStrike"/>
                    </a:p>
                    <a:p>
                      <a:pPr indent="0" lvl="0" marL="0" marR="0" rtl="0" algn="l">
                        <a:lnSpc>
                          <a:spcPct val="115000"/>
                        </a:lnSpc>
                        <a:spcBef>
                          <a:spcPts val="750"/>
                        </a:spcBef>
                        <a:spcAft>
                          <a:spcPts val="0"/>
                        </a:spcAft>
                        <a:buNone/>
                      </a:pPr>
                      <a:r>
                        <a:rPr lang="en-US" sz="1800" u="none" cap="none" strike="noStrike"/>
                        <a:t>2. Biên soạn, tập hợp đầy đủ tài liệu tập huấn.</a:t>
                      </a:r>
                      <a:endParaRPr/>
                    </a:p>
                    <a:p>
                      <a:pPr indent="0" lvl="0" marL="0" marR="0" rtl="0" algn="l">
                        <a:lnSpc>
                          <a:spcPct val="115000"/>
                        </a:lnSpc>
                        <a:spcBef>
                          <a:spcPts val="750"/>
                        </a:spcBef>
                        <a:spcAft>
                          <a:spcPts val="0"/>
                        </a:spcAft>
                        <a:buNone/>
                      </a:pPr>
                      <a:r>
                        <a:rPr lang="en-US" sz="1800" u="none" cap="none" strike="noStrike"/>
                        <a:t>3. Thường xuyên theo dõi, giám sát việc hiểu và chấp nhận hệ thống mới (thông qua các ứng dụng hỗ trợ, thực hiện khảo sát), điều chỉnh việc tập huấn dựa trên các kết quả đánh giá này.</a:t>
                      </a:r>
                      <a:endParaRPr/>
                    </a:p>
                    <a:p>
                      <a:pPr indent="0" lvl="0" marL="0" marR="0" rtl="0" algn="l">
                        <a:lnSpc>
                          <a:spcPct val="115000"/>
                        </a:lnSpc>
                        <a:spcBef>
                          <a:spcPts val="750"/>
                        </a:spcBef>
                        <a:spcAft>
                          <a:spcPts val="0"/>
                        </a:spcAft>
                        <a:buNone/>
                      </a:pPr>
                      <a:r>
                        <a:rPr lang="en-US" sz="1800" u="none" cap="none" strike="noStrike"/>
                        <a:t>4. Truyền thông rõ ràng về hệ thống mới tới nhân viên, nhấn mạnh việc nhân viên sẽ tham gia triển khai thí điểm để đảm bảo hệ thống mới đáp ứng yêu cầu của họ.</a:t>
                      </a:r>
                      <a:endParaRPr sz="1800" u="none" cap="none" strike="noStrike">
                        <a:latin typeface="Calibri"/>
                        <a:ea typeface="Calibri"/>
                        <a:cs typeface="Calibri"/>
                        <a:sym typeface="Calibri"/>
                      </a:endParaRPr>
                    </a:p>
                  </a:txBody>
                  <a:tcPr marT="0" marB="0" marR="0" marL="0"/>
                </a:tc>
              </a:tr>
            </a:tbl>
          </a:graphicData>
        </a:graphic>
      </p:graphicFrame>
    </p:spTree>
  </p:cSld>
  <p:clrMapOvr>
    <a:masterClrMapping/>
  </p:clrMapOvr>
  <p:transition>
    <p:zoom dir="o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 người (3/3)</a:t>
            </a:r>
            <a:endParaRPr/>
          </a:p>
        </p:txBody>
      </p:sp>
      <p:sp>
        <p:nvSpPr>
          <p:cNvPr id="296" name="Google Shape;296;p2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97" name="Google Shape;297;p23"/>
          <p:cNvGraphicFramePr/>
          <p:nvPr/>
        </p:nvGraphicFramePr>
        <p:xfrm>
          <a:off x="381001" y="1066799"/>
          <a:ext cx="3000000" cy="3000000"/>
        </p:xfrm>
        <a:graphic>
          <a:graphicData uri="http://schemas.openxmlformats.org/drawingml/2006/table">
            <a:tbl>
              <a:tblPr bandRow="1" firstCol="1" firstRow="1">
                <a:noFill/>
                <a:tableStyleId>{13797D15-8F02-4D21-B901-0DE6913298CD}</a:tableStyleId>
              </a:tblPr>
              <a:tblGrid>
                <a:gridCol w="497950"/>
                <a:gridCol w="2420625"/>
                <a:gridCol w="414975"/>
                <a:gridCol w="373475"/>
                <a:gridCol w="442625"/>
                <a:gridCol w="4384775"/>
              </a:tblGrid>
              <a:tr h="637375">
                <a:tc>
                  <a:txBody>
                    <a:bodyPr/>
                    <a:lstStyle/>
                    <a:p>
                      <a:pPr indent="0" lvl="0" marL="0" marR="0" rtl="0" algn="ctr">
                        <a:lnSpc>
                          <a:spcPct val="115000"/>
                        </a:lnSpc>
                        <a:spcBef>
                          <a:spcPts val="0"/>
                        </a:spcBef>
                        <a:spcAft>
                          <a:spcPts val="0"/>
                        </a:spcAft>
                        <a:buNone/>
                      </a:pPr>
                      <a:r>
                        <a:rPr lang="en-US" sz="1800" u="none" cap="none" strike="noStrike"/>
                        <a:t>STT</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Rủi ro</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P</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I</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E</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5000"/>
                        </a:lnSpc>
                        <a:spcBef>
                          <a:spcPts val="0"/>
                        </a:spcBef>
                        <a:spcAft>
                          <a:spcPts val="0"/>
                        </a:spcAft>
                        <a:buNone/>
                      </a:pPr>
                      <a:r>
                        <a:rPr lang="en-US" sz="1800" u="none" cap="none" strike="noStrike"/>
                        <a:t>Hành động giảm thiểu rủi ro</a:t>
                      </a:r>
                      <a:endParaRPr sz="1800" u="none" cap="none" strike="noStrike">
                        <a:latin typeface="Calibri"/>
                        <a:ea typeface="Calibri"/>
                        <a:cs typeface="Calibri"/>
                        <a:sym typeface="Calibri"/>
                      </a:endParaRPr>
                    </a:p>
                  </a:txBody>
                  <a:tcPr marT="0" marB="0" marR="0" marL="0"/>
                </a:tc>
              </a:tr>
              <a:tr h="4572950">
                <a:tc>
                  <a:txBody>
                    <a:bodyPr/>
                    <a:lstStyle/>
                    <a:p>
                      <a:pPr indent="0" lvl="0" marL="0" marR="0" rtl="0" algn="l">
                        <a:lnSpc>
                          <a:spcPct val="115000"/>
                        </a:lnSpc>
                        <a:spcBef>
                          <a:spcPts val="0"/>
                        </a:spcBef>
                        <a:spcAft>
                          <a:spcPts val="0"/>
                        </a:spcAft>
                        <a:buNone/>
                      </a:pPr>
                      <a:r>
                        <a:rPr lang="en-US" sz="1800" u="none" cap="none" strike="noStrike"/>
                        <a:t>4</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Lãnh đạo ở các cơ quan trực thuộc có thể không ủng hộ hệ thống mới</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3</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1</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sngStrike"/>
                        <a:t>15</a:t>
                      </a:r>
                      <a:endParaRPr sz="1800" u="none" cap="none" strike="noStrike"/>
                    </a:p>
                    <a:p>
                      <a:pPr indent="0" lvl="0" marL="0" marR="0" rtl="0" algn="l">
                        <a:lnSpc>
                          <a:spcPct val="115000"/>
                        </a:lnSpc>
                        <a:spcBef>
                          <a:spcPts val="750"/>
                        </a:spcBef>
                        <a:spcAft>
                          <a:spcPts val="0"/>
                        </a:spcAft>
                        <a:buNone/>
                      </a:pPr>
                      <a:r>
                        <a:rPr lang="en-US" sz="1800" u="none" cap="none" strike="noStrike"/>
                        <a:t> </a:t>
                      </a:r>
                      <a:endParaRPr/>
                    </a:p>
                    <a:p>
                      <a:pPr indent="0" lvl="0" marL="0" marR="0" rtl="0" algn="l">
                        <a:lnSpc>
                          <a:spcPct val="115000"/>
                        </a:lnSpc>
                        <a:spcBef>
                          <a:spcPts val="750"/>
                        </a:spcBef>
                        <a:spcAft>
                          <a:spcPts val="0"/>
                        </a:spcAft>
                        <a:buNone/>
                      </a:pPr>
                      <a:r>
                        <a:rPr lang="en-US" sz="1800" u="none" cap="none" strike="noStrike"/>
                        <a:t>3</a:t>
                      </a:r>
                      <a:endParaRPr sz="1800" u="none" cap="none" strike="noStrike">
                        <a:latin typeface="Calibri"/>
                        <a:ea typeface="Calibri"/>
                        <a:cs typeface="Calibri"/>
                        <a:sym typeface="Calibri"/>
                      </a:endParaRPr>
                    </a:p>
                  </a:txBody>
                  <a:tcPr marT="0" marB="0" marR="0" marL="0"/>
                </a:tc>
                <a:tc>
                  <a:txBody>
                    <a:bodyPr/>
                    <a:lstStyle/>
                    <a:p>
                      <a:pPr indent="0" lvl="0" marL="0" marR="0" rtl="0" algn="l">
                        <a:lnSpc>
                          <a:spcPct val="115000"/>
                        </a:lnSpc>
                        <a:spcBef>
                          <a:spcPts val="0"/>
                        </a:spcBef>
                        <a:spcAft>
                          <a:spcPts val="0"/>
                        </a:spcAft>
                        <a:buNone/>
                      </a:pPr>
                      <a:r>
                        <a:rPr lang="en-US" sz="1800" u="none" cap="none" strike="noStrike"/>
                        <a:t>1. Lãnh đạo cấp cao quan tâm thường xuyên tới dự án, thường  xuyên gửi những báo cáo tích cực về dự án cũng như mong muốn về dự án tới các cấp lãnh đạo phía dưới.</a:t>
                      </a:r>
                      <a:br>
                        <a:rPr lang="en-US" sz="1800" u="none" cap="none" strike="noStrike"/>
                      </a:br>
                      <a:r>
                        <a:rPr lang="en-US" sz="1800" u="none" cap="none" strike="noStrike"/>
                        <a:t>2. Lãnh đạo cấp cao làm việc với lãnh đạo chính quyền địa phương để đảm bảo truyền thông điệp về dự án mới, đảm bảo sự chỉ đạo cũng như hỗ trợ của chính quyền địa phương trong khi thực hiện, triển khai dự án.</a:t>
                      </a:r>
                      <a:endParaRPr sz="1800" u="none" cap="none" strike="noStrike">
                        <a:latin typeface="Calibri"/>
                        <a:ea typeface="Calibri"/>
                        <a:cs typeface="Calibri"/>
                        <a:sym typeface="Calibri"/>
                      </a:endParaRPr>
                    </a:p>
                  </a:txBody>
                  <a:tcPr marT="0" marB="0" marR="0" marL="0"/>
                </a:tc>
              </a:tr>
            </a:tbl>
          </a:graphicData>
        </a:graphic>
      </p:graphicFrame>
    </p:spTree>
  </p:cSld>
  <p:clrMapOvr>
    <a:masterClrMapping/>
  </p:clrMapOvr>
  <p:transition>
    <p:zoom dir="o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3" name="Google Shape;303;p2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3. XÁC ĐỊNH CÁC RỦI RO</a:t>
            </a:r>
            <a:endParaRPr/>
          </a:p>
        </p:txBody>
      </p:sp>
      <p:sp>
        <p:nvSpPr>
          <p:cNvPr id="304" name="Google Shape;304;p24"/>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Phát biểu về công việc</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Cấu trúc phân việc</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Ước lượng thời gian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Lập lịch biểu</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Xác định sản phẩm</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Quản lý dự án tổng</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Kế hoạch dự án </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Vòng đời</a:t>
            </a:r>
            <a:endParaRPr sz="2400">
              <a:solidFill>
                <a:schemeClr val="dk1"/>
              </a:solidFill>
              <a:latin typeface="Tahoma"/>
              <a:ea typeface="Tahoma"/>
              <a:cs typeface="Tahoma"/>
              <a:sym typeface="Tahoma"/>
            </a:endParaRPr>
          </a:p>
          <a:p>
            <a:pPr indent="0" lvl="0" marL="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
        <p:nvSpPr>
          <p:cNvPr id="305" name="Google Shape;305;p24"/>
          <p:cNvSpPr/>
          <p:nvPr/>
        </p:nvSpPr>
        <p:spPr>
          <a:xfrm>
            <a:off x="609600" y="1371600"/>
            <a:ext cx="6400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Nhận diện rủi ro kế hoạch, liên quan tới:</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1" name="Google Shape;311;p2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3. XÁC ĐỊNH CÁC RỦI RO</a:t>
            </a:r>
            <a:endParaRPr/>
          </a:p>
        </p:txBody>
      </p:sp>
      <p:sp>
        <p:nvSpPr>
          <p:cNvPr id="312" name="Google Shape;312;p25"/>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Phân bổ nhiệm vụ , Tuyển nhân viên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Huấn luyện, Phần mềm</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Dữ liệu, Đồ cung cấp</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Tiện nghi</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Sơ đồ tổ chức</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Sự tham dự của khách</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Hỗ trợ quản lý cao cấp</a:t>
            </a:r>
            <a:endParaRPr sz="2400">
              <a:solidFill>
                <a:schemeClr val="dk1"/>
              </a:solidFill>
              <a:latin typeface="Tahoma"/>
              <a:ea typeface="Tahoma"/>
              <a:cs typeface="Tahoma"/>
              <a:sym typeface="Tahoma"/>
            </a:endParaRPr>
          </a:p>
        </p:txBody>
      </p:sp>
      <p:sp>
        <p:nvSpPr>
          <p:cNvPr id="313" name="Google Shape;313;p25"/>
          <p:cNvSpPr/>
          <p:nvPr/>
        </p:nvSpPr>
        <p:spPr>
          <a:xfrm>
            <a:off x="609600" y="1371600"/>
            <a:ext cx="6400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Nhận diện rủi ro tổ chức, liên quan tới:</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9" name="Google Shape;319;p2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3. XÁC ĐỊNH CÁC RỦI RO</a:t>
            </a:r>
            <a:endParaRPr/>
          </a:p>
        </p:txBody>
      </p:sp>
      <p:sp>
        <p:nvSpPr>
          <p:cNvPr id="320" name="Google Shape;320;p26"/>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Kế hoạch dự phòng</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Theo dõi kế hoạch so với thực tế: Chi phí, lịch biểu, chất lương;</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Họp: Xét duyệt hiện trạng, xét duyệt kiểm điểm, nhân viên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Kiểm soát thay đổi</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Quản lý cấu hình</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Đảm bảo chất lượng</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Bảng chuẩn cột mốc</a:t>
            </a:r>
            <a:endParaRPr sz="2400">
              <a:solidFill>
                <a:schemeClr val="dk1"/>
              </a:solidFill>
              <a:latin typeface="Tahoma"/>
              <a:ea typeface="Tahoma"/>
              <a:cs typeface="Tahoma"/>
              <a:sym typeface="Tahoma"/>
            </a:endParaRPr>
          </a:p>
          <a:p>
            <a:pPr indent="-251459" lvl="0" marL="34290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a:p>
            <a:pPr indent="0" lvl="0" marL="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
        <p:nvSpPr>
          <p:cNvPr id="321" name="Google Shape;321;p26"/>
          <p:cNvSpPr/>
          <p:nvPr/>
        </p:nvSpPr>
        <p:spPr>
          <a:xfrm>
            <a:off x="609600" y="1371600"/>
            <a:ext cx="6400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Nhận diện rủi ro kiểm soát, liên quan tới:</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7" name="Google Shape;327;p2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3. XÁC ĐỊNH CÁC RỦI RO</a:t>
            </a:r>
            <a:endParaRPr/>
          </a:p>
        </p:txBody>
      </p:sp>
      <p:sp>
        <p:nvSpPr>
          <p:cNvPr id="328" name="Google Shape;328;p27"/>
          <p:cNvSpPr txBox="1"/>
          <p:nvPr/>
        </p:nvSpPr>
        <p:spPr>
          <a:xfrm>
            <a:off x="152400" y="2057400"/>
            <a:ext cx="44958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Thủ tục kiểm thử</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Phát triển chuyển giao</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Kiểm soát dữ liệu</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Công cụ phát triển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Kỹ thuật phát triển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Tài liệu người dùng</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Chất lượng sản phẩm</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Huấn luyện</a:t>
            </a:r>
            <a:endParaRPr sz="2400">
              <a:solidFill>
                <a:schemeClr val="dk1"/>
              </a:solidFill>
              <a:latin typeface="Tahoma"/>
              <a:ea typeface="Tahoma"/>
              <a:cs typeface="Tahoma"/>
              <a:sym typeface="Tahoma"/>
            </a:endParaRPr>
          </a:p>
          <a:p>
            <a:pPr indent="0" lvl="0" marL="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
        <p:nvSpPr>
          <p:cNvPr id="329" name="Google Shape;329;p27"/>
          <p:cNvSpPr/>
          <p:nvPr/>
        </p:nvSpPr>
        <p:spPr>
          <a:xfrm>
            <a:off x="609600" y="1371600"/>
            <a:ext cx="6400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Nhận diện rủi ro kỹ thuật, liên quan tới:</a:t>
            </a:r>
            <a:endParaRPr b="1" sz="2400">
              <a:solidFill>
                <a:srgbClr val="CCFF33"/>
              </a:solidFill>
              <a:latin typeface="Tahoma"/>
              <a:ea typeface="Tahoma"/>
              <a:cs typeface="Tahoma"/>
              <a:sym typeface="Tahoma"/>
            </a:endParaRPr>
          </a:p>
        </p:txBody>
      </p:sp>
      <p:sp>
        <p:nvSpPr>
          <p:cNvPr id="330" name="Google Shape;330;p27"/>
          <p:cNvSpPr txBox="1"/>
          <p:nvPr/>
        </p:nvSpPr>
        <p:spPr>
          <a:xfrm>
            <a:off x="4572000" y="2057400"/>
            <a:ext cx="44958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An ninh hệ thống</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Tài liệu vận hành</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Thiết kế đối với :</a:t>
            </a:r>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Chương trình</a:t>
            </a:r>
            <a:endParaRPr b="0" i="0" sz="20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Dữ liệu</a:t>
            </a:r>
            <a:endParaRPr b="0" i="0" sz="20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Thủ tục</a:t>
            </a:r>
            <a:endParaRPr b="0" i="0" sz="20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An ninh</a:t>
            </a:r>
            <a:endParaRPr b="0" i="0" sz="20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Tài liệu</a:t>
            </a:r>
            <a:endParaRPr b="0" i="0" sz="2000" u="none" cap="none" strike="noStrike">
              <a:solidFill>
                <a:schemeClr val="dk1"/>
              </a:solidFill>
              <a:latin typeface="Tahoma"/>
              <a:ea typeface="Tahoma"/>
              <a:cs typeface="Tahoma"/>
              <a:sym typeface="Tahoma"/>
            </a:endParaRPr>
          </a:p>
          <a:p>
            <a:pPr indent="0" lvl="0" marL="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a:p>
            <a:pPr indent="0" lvl="0" marL="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a:p>
            <a:pPr indent="-251459" lvl="0" marL="34290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Tree>
  </p:cSld>
  <p:clrMapOvr>
    <a:masterClrMapping/>
  </p:clrMapOvr>
  <p:transition>
    <p:zoom dir="o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 name="Google Shape;336;p2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t>3. PHÂN TÍCH ĐỊNH LƯỢNG CÁC RỦI RO</a:t>
            </a:r>
            <a:endParaRPr b="1" sz="2800"/>
          </a:p>
        </p:txBody>
      </p:sp>
      <p:sp>
        <p:nvSpPr>
          <p:cNvPr id="337" name="Google Shape;337;p28"/>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Bản thân sự kiện rủi ro</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Thước đo khả năng có thể mà sự kiện rủi ro đó xẩy ra</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Ảnh hưởng hay tính nghiêm trọng của sự kiện rủi ro đó vào dự án của bạn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Tỷ lệ rất lớn các dự án CNTT chưa từng được thực hiện trước đó</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Thiếu nhóm chuyên gia CNTT nhiều kinh nghiệm cần để hoàn tất dự án</a:t>
            </a:r>
            <a:endParaRPr sz="2400">
              <a:solidFill>
                <a:schemeClr val="dk1"/>
              </a:solidFill>
              <a:latin typeface="Tahoma"/>
              <a:ea typeface="Tahoma"/>
              <a:cs typeface="Tahoma"/>
              <a:sym typeface="Tahoma"/>
            </a:endParaRPr>
          </a:p>
          <a:p>
            <a:pPr indent="-251459" lvl="0" marL="34290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
        <p:nvSpPr>
          <p:cNvPr id="338" name="Google Shape;338;p28"/>
          <p:cNvSpPr/>
          <p:nvPr/>
        </p:nvSpPr>
        <p:spPr>
          <a:xfrm>
            <a:off x="609600" y="1371600"/>
            <a:ext cx="3657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Bản chất của rủi ro (1)</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4" name="Google Shape;344;p2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t>3. PHÂN TÍCH ĐỊNH LƯỢNG CÁC RỦI RO</a:t>
            </a:r>
            <a:endParaRPr b="1" sz="2800"/>
          </a:p>
        </p:txBody>
      </p:sp>
      <p:sp>
        <p:nvSpPr>
          <p:cNvPr id="345" name="Google Shape;345;p29"/>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Công nghệ sử dụng như những nguyên vật liệu xây dựng trong các dự án CNTT rất dễ lỗi thời như một nguyên tắc chung là lỗi thời cứ sau 18 tháng.</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Nhiều dự án CNTT lớn được kết nối với các quy trình nghiệp vụ quan trọng.</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Quy tắc quản lý dự án CNTT tương đối mới mẻ và kết quả là chưa có nhiều kinh nghiệm phát triển so với các lĩnh vực khác như xây dựng…</a:t>
            </a:r>
            <a:endParaRPr/>
          </a:p>
        </p:txBody>
      </p:sp>
      <p:sp>
        <p:nvSpPr>
          <p:cNvPr id="346" name="Google Shape;346;p29"/>
          <p:cNvSpPr/>
          <p:nvPr/>
        </p:nvSpPr>
        <p:spPr>
          <a:xfrm>
            <a:off x="609600" y="1371600"/>
            <a:ext cx="3352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Bản chất của rủi ro (2)</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2" name="Google Shape;352;p30"/>
          <p:cNvSpPr txBox="1"/>
          <p:nvPr/>
        </p:nvSpPr>
        <p:spPr>
          <a:xfrm>
            <a:off x="633046" y="82062"/>
            <a:ext cx="7716838" cy="7620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2800">
                <a:solidFill>
                  <a:schemeClr val="dk2"/>
                </a:solidFill>
                <a:latin typeface="Tahoma"/>
                <a:ea typeface="Tahoma"/>
                <a:cs typeface="Tahoma"/>
                <a:sym typeface="Tahoma"/>
              </a:rPr>
              <a:t>3. PHÂN TÍCH ĐỊNH LƯỢNG CÁC RỦI RO</a:t>
            </a:r>
            <a:endParaRPr b="1" sz="2800">
              <a:solidFill>
                <a:schemeClr val="dk2"/>
              </a:solidFill>
              <a:latin typeface="Tahoma"/>
              <a:ea typeface="Tahoma"/>
              <a:cs typeface="Tahoma"/>
              <a:sym typeface="Tahoma"/>
            </a:endParaRPr>
          </a:p>
        </p:txBody>
      </p:sp>
      <p:sp>
        <p:nvSpPr>
          <p:cNvPr id="353" name="Google Shape;353;p30"/>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Tỷ lệ rủi ro – thành công là mối quan hệ về mặt toán học đặt ảnh hưởng tài chính của những thất bại lên một bên của tỷ số còn thành công về tài chính lên bên kia. </a:t>
            </a:r>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Chỉ số hoàn vốn đầu tư: tỉ số giữa đầu tư và kết quả được tính %</a:t>
            </a:r>
            <a:endParaRPr b="0" i="0" sz="20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Thời gian thu hồi đầu tư</a:t>
            </a:r>
            <a:endParaRPr b="0" i="0" sz="2000" u="none" cap="none" strike="noStrike">
              <a:solidFill>
                <a:schemeClr val="dk1"/>
              </a:solidFill>
              <a:latin typeface="Tahoma"/>
              <a:ea typeface="Tahoma"/>
              <a:cs typeface="Tahoma"/>
              <a:sym typeface="Tahoma"/>
            </a:endParaRPr>
          </a:p>
          <a:p>
            <a:pPr indent="-285750" lvl="1" marL="742950" marR="0" rtl="0" algn="l">
              <a:lnSpc>
                <a:spcPct val="150000"/>
              </a:lnSpc>
              <a:spcBef>
                <a:spcPts val="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Tỉ lệ hoàn vốn nội tại</a:t>
            </a:r>
            <a:endParaRPr b="0" i="0" sz="2000" u="none" cap="none" strike="noStrike">
              <a:solidFill>
                <a:schemeClr val="dk1"/>
              </a:solidFill>
              <a:latin typeface="Tahoma"/>
              <a:ea typeface="Tahoma"/>
              <a:cs typeface="Tahoma"/>
              <a:sym typeface="Tahoma"/>
            </a:endParaRPr>
          </a:p>
          <a:p>
            <a:pPr indent="0" lvl="1" marL="457200" marR="0" rtl="0" algn="l">
              <a:lnSpc>
                <a:spcPct val="150000"/>
              </a:lnSpc>
              <a:spcBef>
                <a:spcPts val="0"/>
              </a:spcBef>
              <a:spcAft>
                <a:spcPts val="0"/>
              </a:spcAft>
              <a:buClr>
                <a:schemeClr val="hlink"/>
              </a:buClr>
              <a:buSzPts val="1100"/>
              <a:buFont typeface="Noto Sans Symbols"/>
              <a:buNone/>
            </a:pPr>
            <a:r>
              <a:t/>
            </a:r>
            <a:endParaRPr b="0" i="0" sz="2000" u="none" cap="none" strike="noStrike">
              <a:solidFill>
                <a:schemeClr val="dk1"/>
              </a:solidFill>
              <a:latin typeface="Tahoma"/>
              <a:ea typeface="Tahoma"/>
              <a:cs typeface="Tahoma"/>
              <a:sym typeface="Tahoma"/>
            </a:endParaRPr>
          </a:p>
        </p:txBody>
      </p:sp>
      <p:sp>
        <p:nvSpPr>
          <p:cNvPr id="354" name="Google Shape;354;p30"/>
          <p:cNvSpPr/>
          <p:nvPr/>
        </p:nvSpPr>
        <p:spPr>
          <a:xfrm>
            <a:off x="609600" y="1371600"/>
            <a:ext cx="4038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Tỷ lệ rủi ro – Thành công</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0" name="Google Shape;360;p31"/>
          <p:cNvSpPr txBox="1"/>
          <p:nvPr/>
        </p:nvSpPr>
        <p:spPr>
          <a:xfrm>
            <a:off x="633046" y="82062"/>
            <a:ext cx="7716838" cy="7620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2800">
                <a:solidFill>
                  <a:schemeClr val="dk2"/>
                </a:solidFill>
                <a:latin typeface="Tahoma"/>
                <a:ea typeface="Tahoma"/>
                <a:cs typeface="Tahoma"/>
                <a:sym typeface="Tahoma"/>
              </a:rPr>
              <a:t>3. PHÂN TÍCH ĐỊNH LƯỢNG CÁC RỦI RO</a:t>
            </a:r>
            <a:endParaRPr b="1" sz="2800">
              <a:solidFill>
                <a:schemeClr val="dk2"/>
              </a:solidFill>
              <a:latin typeface="Tahoma"/>
              <a:ea typeface="Tahoma"/>
              <a:cs typeface="Tahoma"/>
              <a:sym typeface="Tahoma"/>
            </a:endParaRPr>
          </a:p>
        </p:txBody>
      </p:sp>
      <p:sp>
        <p:nvSpPr>
          <p:cNvPr id="361" name="Google Shape;361;p31"/>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Phân tích định tính là hành động liệt kê các rủi ro tiềm ẩn trong một ma trận rủi ro và phân chia chúng theo điểm số về khả năng có thể xẩy ra hay mức độ nghiêm trọng.</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Điểm số về khả năng có thể được xác lập để đặc trưng cho khả năng có thể xẩy ra mà một rủi ro đặc biệt có thể đặc trưng cho hậu quả hay ảnh hưởng tiềm ẩn mà một rủi ro đặc biệt có thể mang lại.</a:t>
            </a:r>
            <a:endParaRPr/>
          </a:p>
        </p:txBody>
      </p:sp>
      <p:sp>
        <p:nvSpPr>
          <p:cNvPr id="362" name="Google Shape;362;p31"/>
          <p:cNvSpPr/>
          <p:nvPr/>
        </p:nvSpPr>
        <p:spPr>
          <a:xfrm>
            <a:off x="609600" y="1371600"/>
            <a:ext cx="40386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Phân tích định tính</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2"/>
          <p:cNvSpPr txBox="1"/>
          <p:nvPr>
            <p:ph type="title"/>
          </p:nvPr>
        </p:nvSpPr>
        <p:spPr>
          <a:xfrm>
            <a:off x="762000" y="228600"/>
            <a:ext cx="8153400"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br>
              <a:rPr b="1" lang="en-US" sz="2800"/>
            </a:br>
            <a:br>
              <a:rPr b="1" lang="en-US" sz="2800"/>
            </a:br>
            <a:br>
              <a:rPr b="1" lang="en-US" sz="2800"/>
            </a:br>
            <a:r>
              <a:rPr b="1" lang="en-US" sz="2800"/>
              <a:t>3. PHÂN TÍCH ĐỊNH LƯỢNG CÁC RỦI RO</a:t>
            </a:r>
            <a:endParaRPr sz="2800"/>
          </a:p>
        </p:txBody>
      </p:sp>
      <p:sp>
        <p:nvSpPr>
          <p:cNvPr id="368" name="Google Shape;368;p3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Phân tích định lượng: Phân tích định lượng là phân tích khả năng có thể xảy ra một rủi ro cụ thể và ảnh hưởng của nó lên toàn bộ dự án.</a:t>
            </a:r>
            <a:endParaRPr/>
          </a:p>
          <a:p>
            <a:pPr indent="-342900" lvl="0" marL="342900" rtl="0" algn="l">
              <a:lnSpc>
                <a:spcPct val="80000"/>
              </a:lnSpc>
              <a:spcBef>
                <a:spcPts val="560"/>
              </a:spcBef>
              <a:spcAft>
                <a:spcPts val="0"/>
              </a:spcAft>
              <a:buSzPts val="1680"/>
              <a:buChar char="■"/>
            </a:pPr>
            <a:r>
              <a:rPr lang="en-US"/>
              <a:t>Phân tích định lượng có thể thực hiện sử dụng một vài công cụ: </a:t>
            </a:r>
            <a:endParaRPr/>
          </a:p>
          <a:p>
            <a:pPr indent="-285750" lvl="1" marL="742950" rtl="0" algn="l">
              <a:lnSpc>
                <a:spcPct val="80000"/>
              </a:lnSpc>
              <a:spcBef>
                <a:spcPts val="480"/>
              </a:spcBef>
              <a:spcAft>
                <a:spcPts val="0"/>
              </a:spcAft>
              <a:buSzPts val="1320"/>
              <a:buChar char="■"/>
            </a:pPr>
            <a:r>
              <a:rPr lang="en-US"/>
              <a:t>Phỏng vấn các đối tượng liên quan dự án và các chuyên gia về nội dung chuyên ngành để xác định khả năng hạn chế rủi ro. </a:t>
            </a:r>
            <a:endParaRPr sz="2000"/>
          </a:p>
          <a:p>
            <a:pPr indent="-285750" lvl="1" marL="742950" rtl="0" algn="l">
              <a:lnSpc>
                <a:spcPct val="80000"/>
              </a:lnSpc>
              <a:spcBef>
                <a:spcPts val="480"/>
              </a:spcBef>
              <a:spcAft>
                <a:spcPts val="0"/>
              </a:spcAft>
              <a:buSzPts val="1320"/>
              <a:buChar char="■"/>
            </a:pPr>
            <a:r>
              <a:rPr lang="en-US"/>
              <a:t> Dùng cây quyết đinh để phân tích rủi ro. </a:t>
            </a:r>
            <a:endParaRPr sz="2000"/>
          </a:p>
          <a:p>
            <a:pPr indent="-285750" lvl="1" marL="742950" rtl="0" algn="l">
              <a:lnSpc>
                <a:spcPct val="80000"/>
              </a:lnSpc>
              <a:spcBef>
                <a:spcPts val="480"/>
              </a:spcBef>
              <a:spcAft>
                <a:spcPts val="0"/>
              </a:spcAft>
              <a:buSzPts val="1320"/>
              <a:buChar char="■"/>
            </a:pPr>
            <a:r>
              <a:rPr lang="en-US"/>
              <a:t>Mô phỏng dự án (xây dựng mô hình) để xác định các nguy cơ đặc biệt có thể tương tác với nhau như thế nào.</a:t>
            </a:r>
            <a:endParaRPr/>
          </a:p>
        </p:txBody>
      </p:sp>
      <p:sp>
        <p:nvSpPr>
          <p:cNvPr id="369" name="Google Shape;369;p3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Lập kế hoạch đối phó rủi ro</a:t>
            </a:r>
            <a:endParaRPr/>
          </a:p>
        </p:txBody>
      </p:sp>
      <p:sp>
        <p:nvSpPr>
          <p:cNvPr id="375" name="Google Shape;375;p33"/>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Sau khi nhận biết mức độ rủi ro, bạn phải quyết định đối phó như thế nào. Ta có 4 chiến lược chính: </a:t>
            </a:r>
            <a:endParaRPr/>
          </a:p>
          <a:p>
            <a:pPr indent="-285750" lvl="1" marL="742950" rtl="0" algn="l">
              <a:lnSpc>
                <a:spcPct val="80000"/>
              </a:lnSpc>
              <a:spcBef>
                <a:spcPts val="480"/>
              </a:spcBef>
              <a:spcAft>
                <a:spcPts val="0"/>
              </a:spcAft>
              <a:buSzPts val="1320"/>
              <a:buChar char="■"/>
            </a:pPr>
            <a:r>
              <a:rPr lang="en-US"/>
              <a:t>Tránh rủi ro: loại trừ một các rõ ràng mối đe dọa hay rủi ro, thường loại trừ nguyên nhân </a:t>
            </a:r>
            <a:endParaRPr/>
          </a:p>
          <a:p>
            <a:pPr indent="-285750" lvl="1" marL="742950" rtl="0" algn="l">
              <a:lnSpc>
                <a:spcPct val="80000"/>
              </a:lnSpc>
              <a:spcBef>
                <a:spcPts val="480"/>
              </a:spcBef>
              <a:spcAft>
                <a:spcPts val="0"/>
              </a:spcAft>
              <a:buSzPts val="1320"/>
              <a:buChar char="■"/>
            </a:pPr>
            <a:r>
              <a:rPr lang="en-US"/>
              <a:t>Chấp nhận rủi ro: chấp nhận kết quả nếu rủi ro xảy ra </a:t>
            </a:r>
            <a:endParaRPr/>
          </a:p>
          <a:p>
            <a:pPr indent="-285750" lvl="1" marL="742950" rtl="0" algn="l">
              <a:lnSpc>
                <a:spcPct val="80000"/>
              </a:lnSpc>
              <a:spcBef>
                <a:spcPts val="480"/>
              </a:spcBef>
              <a:spcAft>
                <a:spcPts val="0"/>
              </a:spcAft>
              <a:buSzPts val="1320"/>
              <a:buChar char="■"/>
            </a:pPr>
            <a:r>
              <a:rPr lang="en-US"/>
              <a:t>Thuyên chuyển rủi ro: luân phiên hậu quả rủi ro và giao trách niệm quản lý cho bên thứ ba </a:t>
            </a:r>
            <a:endParaRPr/>
          </a:p>
          <a:p>
            <a:pPr indent="-285750" lvl="1" marL="742950" rtl="0" algn="l">
              <a:lnSpc>
                <a:spcPct val="80000"/>
              </a:lnSpc>
              <a:spcBef>
                <a:spcPts val="480"/>
              </a:spcBef>
              <a:spcAft>
                <a:spcPts val="0"/>
              </a:spcAft>
              <a:buSzPts val="1320"/>
              <a:buChar char="■"/>
            </a:pPr>
            <a:r>
              <a:rPr lang="en-US"/>
              <a:t>Giảm nhẹ rủi ro: việc giảm bớt ảnh hưởng một sự kiện rủi ro bằng việc cắt giảm những gì có thể khi sự cố xảy ra. </a:t>
            </a:r>
            <a:endParaRPr/>
          </a:p>
          <a:p>
            <a:pPr indent="-236220" lvl="0" marL="342900" rtl="0" algn="l">
              <a:lnSpc>
                <a:spcPct val="80000"/>
              </a:lnSpc>
              <a:spcBef>
                <a:spcPts val="560"/>
              </a:spcBef>
              <a:spcAft>
                <a:spcPts val="0"/>
              </a:spcAft>
              <a:buSzPts val="1680"/>
              <a:buNone/>
            </a:pPr>
            <a:r>
              <a:t/>
            </a:r>
            <a:endParaRPr/>
          </a:p>
        </p:txBody>
      </p:sp>
      <p:sp>
        <p:nvSpPr>
          <p:cNvPr id="376" name="Google Shape;376;p3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biện pháp giảm thiểu rủi ro</a:t>
            </a:r>
            <a:endParaRPr/>
          </a:p>
        </p:txBody>
      </p:sp>
      <p:sp>
        <p:nvSpPr>
          <p:cNvPr id="382" name="Google Shape;382;p34"/>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a) Biện pháp đối phó </a:t>
            </a:r>
            <a:endParaRPr/>
          </a:p>
          <a:p>
            <a:pPr indent="0" lvl="0" marL="0" rtl="0" algn="l">
              <a:lnSpc>
                <a:spcPct val="80000"/>
              </a:lnSpc>
              <a:spcBef>
                <a:spcPts val="560"/>
              </a:spcBef>
              <a:spcAft>
                <a:spcPts val="0"/>
              </a:spcAft>
              <a:buSzPts val="1680"/>
              <a:buNone/>
            </a:pPr>
            <a:r>
              <a:t/>
            </a:r>
            <a:endParaRPr/>
          </a:p>
          <a:p>
            <a:pPr indent="-285750" lvl="1" marL="742950" rtl="0" algn="l">
              <a:lnSpc>
                <a:spcPct val="80000"/>
              </a:lnSpc>
              <a:spcBef>
                <a:spcPts val="480"/>
              </a:spcBef>
              <a:spcAft>
                <a:spcPts val="0"/>
              </a:spcAft>
              <a:buSzPts val="1320"/>
              <a:buChar char="■"/>
            </a:pPr>
            <a:r>
              <a:rPr lang="en-US"/>
              <a:t>Biện pháp đối phó (countermeasure) là một hành động phòng ngừa do đội dự án lựa chọn nhằm loại bỏ hoặc trung hoà một rủi ro. Các biện pháp phòng ngừa là một phương pháp tấn công tích cực nhằm ngăn ngừa xảy ra. </a:t>
            </a:r>
            <a:endParaRPr/>
          </a:p>
          <a:p>
            <a:pPr indent="-285750" lvl="1" marL="742950" rtl="0" algn="l">
              <a:lnSpc>
                <a:spcPct val="80000"/>
              </a:lnSpc>
              <a:spcBef>
                <a:spcPts val="480"/>
              </a:spcBef>
              <a:spcAft>
                <a:spcPts val="0"/>
              </a:spcAft>
              <a:buSzPts val="1320"/>
              <a:buChar char="■"/>
            </a:pPr>
            <a:r>
              <a:rPr lang="en-US"/>
              <a:t>Ví dụ: Đặt một ngọn hải đăng trên một bờ biển đầy đá là một biện pháp đối phó vì nó giúp cho tàu thuyền tránh được những tảng đá tiềm ẩn nguy hiểm nhất định. </a:t>
            </a:r>
            <a:endParaRPr/>
          </a:p>
          <a:p>
            <a:pPr indent="-236220" lvl="0" marL="342900" rtl="0" algn="l">
              <a:lnSpc>
                <a:spcPct val="80000"/>
              </a:lnSpc>
              <a:spcBef>
                <a:spcPts val="560"/>
              </a:spcBef>
              <a:spcAft>
                <a:spcPts val="0"/>
              </a:spcAft>
              <a:buSzPts val="1680"/>
              <a:buNone/>
            </a:pPr>
            <a:r>
              <a:t/>
            </a:r>
            <a:endParaRPr/>
          </a:p>
        </p:txBody>
      </p:sp>
      <p:sp>
        <p:nvSpPr>
          <p:cNvPr id="383" name="Google Shape;383;p3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5"/>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Giảm thiểu (mitigation) là một hành động được thực hiện nhằm giảm thiểu tác động của một rủi ro khi nó xảy ra.Giảm thiểu là phản ứng nhất nhanh nhay sau khi rủi ro xảy ra. </a:t>
            </a:r>
            <a:endParaRPr/>
          </a:p>
          <a:p>
            <a:pPr indent="-342900" lvl="0" marL="342900" rtl="0" algn="l">
              <a:lnSpc>
                <a:spcPct val="80000"/>
              </a:lnSpc>
              <a:spcBef>
                <a:spcPts val="560"/>
              </a:spcBef>
              <a:spcAft>
                <a:spcPts val="0"/>
              </a:spcAft>
              <a:buSzPts val="1680"/>
              <a:buChar char="■"/>
            </a:pPr>
            <a:r>
              <a:rPr lang="en-US"/>
              <a:t>Ví dụ: Đặt những túi khí trong ô tô là một ví dụ về giảm thiểu,vì chúng được thiết kế để phản ứng ngay lập tức nhằm giảm thiểu thương tích-rủi ro-khi có tai nạn. Thuật ngữ giảm thiểu đôi khi được dùng với ý nghĩa của các biện pháp đối phó và giảm thiểu. </a:t>
            </a:r>
            <a:endParaRPr/>
          </a:p>
          <a:p>
            <a:pPr indent="-236220" lvl="0" marL="342900" rtl="0" algn="l">
              <a:lnSpc>
                <a:spcPct val="80000"/>
              </a:lnSpc>
              <a:spcBef>
                <a:spcPts val="560"/>
              </a:spcBef>
              <a:spcAft>
                <a:spcPts val="0"/>
              </a:spcAft>
              <a:buSzPts val="1680"/>
              <a:buNone/>
            </a:pPr>
            <a:r>
              <a:t/>
            </a:r>
            <a:endParaRPr/>
          </a:p>
        </p:txBody>
      </p:sp>
      <p:sp>
        <p:nvSpPr>
          <p:cNvPr id="389" name="Google Shape;389;p3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0" name="Google Shape;390;p3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biện pháp giảm thiểu rủi ro</a:t>
            </a:r>
            <a:endParaRPr/>
          </a:p>
        </p:txBody>
      </p:sp>
    </p:spTree>
  </p:cSld>
  <p:clrMapOvr>
    <a:masterClrMapping/>
  </p:clrMapOvr>
  <p:transition>
    <p:zoom dir="o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lang="en-US"/>
              <a:t>b) Kế hoạch dự phòng (Contingency Planning) </a:t>
            </a:r>
            <a:endParaRPr/>
          </a:p>
          <a:p>
            <a:pPr indent="-342900" lvl="0" marL="342900" rtl="0" algn="l">
              <a:lnSpc>
                <a:spcPct val="80000"/>
              </a:lnSpc>
              <a:spcBef>
                <a:spcPts val="560"/>
              </a:spcBef>
              <a:spcAft>
                <a:spcPts val="0"/>
              </a:spcAft>
              <a:buSzPts val="1680"/>
              <a:buFont typeface="Tahoma"/>
              <a:buChar char="-"/>
            </a:pPr>
            <a:r>
              <a:rPr lang="en-US"/>
              <a:t>Lập kế hoạch dự phòng bao gồm dự đoán các đáp ứng với hoàn cảnh có thể gây tác động tiêu cực lên dự án.Tiến trình này yêu cầu người quản lý dự án xác định các bước cần thiết để vượt qua những vấn đề đã dự kiến. </a:t>
            </a:r>
            <a:endParaRPr/>
          </a:p>
          <a:p>
            <a:pPr indent="-342900" lvl="0" marL="342900" rtl="0" algn="l">
              <a:lnSpc>
                <a:spcPct val="80000"/>
              </a:lnSpc>
              <a:spcBef>
                <a:spcPts val="560"/>
              </a:spcBef>
              <a:spcAft>
                <a:spcPts val="0"/>
              </a:spcAft>
              <a:buSzPts val="1680"/>
              <a:buFont typeface="Tahoma"/>
              <a:buChar char="-"/>
            </a:pPr>
            <a:r>
              <a:rPr lang="en-US"/>
              <a:t>Trong chừng mực nào đó, các kế hoạch dự phòng có thể được thực hiện thông qua phân tích rủi ro. Với mỗi rủi ro đã nhận diện,người quản lý dự án đưa ra một mô tả, xác suất xuất hiện (như thấp, vừa, hay cao), tác động(như thấp, vừa, hay cao) và đáp ứng thích hợp. </a:t>
            </a:r>
            <a:endParaRPr/>
          </a:p>
          <a:p>
            <a:pPr indent="-236220" lvl="0" marL="342900" rtl="0" algn="l">
              <a:lnSpc>
                <a:spcPct val="80000"/>
              </a:lnSpc>
              <a:spcBef>
                <a:spcPts val="560"/>
              </a:spcBef>
              <a:spcAft>
                <a:spcPts val="0"/>
              </a:spcAft>
              <a:buSzPts val="1680"/>
              <a:buFont typeface="Tahoma"/>
              <a:buNone/>
            </a:pPr>
            <a:r>
              <a:t/>
            </a:r>
            <a:endParaRPr/>
          </a:p>
          <a:p>
            <a:pPr indent="0" lvl="0" marL="0" rtl="0" algn="l">
              <a:lnSpc>
                <a:spcPct val="80000"/>
              </a:lnSpc>
              <a:spcBef>
                <a:spcPts val="560"/>
              </a:spcBef>
              <a:spcAft>
                <a:spcPts val="0"/>
              </a:spcAft>
              <a:buSzPts val="1680"/>
              <a:buNone/>
            </a:pPr>
            <a:r>
              <a:t/>
            </a:r>
            <a:endParaRPr/>
          </a:p>
        </p:txBody>
      </p:sp>
      <p:sp>
        <p:nvSpPr>
          <p:cNvPr id="396" name="Google Shape;396;p3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7" name="Google Shape;397;p3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biện pháp giảm thiểu rủi ro</a:t>
            </a:r>
            <a:endParaRPr/>
          </a:p>
        </p:txBody>
      </p:sp>
    </p:spTree>
  </p:cSld>
  <p:clrMapOvr>
    <a:masterClrMapping/>
  </p:clrMapOvr>
  <p:transition>
    <p:zoom dir="o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3000"/>
              <a:t>GIÁM SÁT VÀ ĐIỀU KHIỂN CÁC RỦI RO</a:t>
            </a:r>
            <a:endParaRPr b="1" sz="3000"/>
          </a:p>
        </p:txBody>
      </p:sp>
      <p:sp>
        <p:nvSpPr>
          <p:cNvPr id="403" name="Google Shape;403;p3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Giám sát và kiểm soát rủi ro liên quan tới việc hiểu biết tình trạng của chúng </a:t>
            </a:r>
            <a:endParaRPr/>
          </a:p>
          <a:p>
            <a:pPr indent="-285750" lvl="1" marL="742950" rtl="0" algn="l">
              <a:lnSpc>
                <a:spcPct val="80000"/>
              </a:lnSpc>
              <a:spcBef>
                <a:spcPts val="520"/>
              </a:spcBef>
              <a:spcAft>
                <a:spcPts val="0"/>
              </a:spcAft>
              <a:buSzPts val="1320"/>
              <a:buChar char="■"/>
            </a:pPr>
            <a:r>
              <a:rPr lang="en-US"/>
              <a:t> </a:t>
            </a:r>
            <a:r>
              <a:rPr lang="en-US" sz="2600"/>
              <a:t>Kiểm soát rủi ro liên quan đến việc thực hiện kế hoạch quản lý rủi ro khi chúng xảy ra </a:t>
            </a:r>
            <a:endParaRPr/>
          </a:p>
          <a:p>
            <a:pPr indent="-285750" lvl="1" marL="742950" rtl="0" algn="l">
              <a:lnSpc>
                <a:spcPct val="80000"/>
              </a:lnSpc>
              <a:spcBef>
                <a:spcPts val="520"/>
              </a:spcBef>
              <a:spcAft>
                <a:spcPts val="0"/>
              </a:spcAft>
              <a:buSzPts val="1430"/>
              <a:buChar char="■"/>
            </a:pPr>
            <a:r>
              <a:rPr lang="en-US" sz="2600"/>
              <a:t> Kết quả chính của việc giám sát và kiểm soát rủi ro là điều chỉnh hoạt động, yêu cầu thay đổi dự án, cập nhật những kế hoạch mới </a:t>
            </a:r>
            <a:endParaRPr/>
          </a:p>
          <a:p>
            <a:pPr indent="-285750" lvl="1" marL="742950" rtl="0" algn="l">
              <a:lnSpc>
                <a:spcPct val="80000"/>
              </a:lnSpc>
              <a:spcBef>
                <a:spcPts val="520"/>
              </a:spcBef>
              <a:spcAft>
                <a:spcPts val="0"/>
              </a:spcAft>
              <a:buSzPts val="1430"/>
              <a:buChar char="■"/>
            </a:pPr>
            <a:r>
              <a:rPr lang="en-US" sz="2600"/>
              <a:t>Kiểm soát đối phó rủi ro liên quan đến việc chấp hành những quy trình quản lý rủi ro và kế hoạch rủi ro để đối phó với những sự kiện rủi ro. </a:t>
            </a:r>
            <a:endParaRPr/>
          </a:p>
          <a:p>
            <a:pPr indent="-285750" lvl="1" marL="742950" rtl="0" algn="l">
              <a:lnSpc>
                <a:spcPct val="80000"/>
              </a:lnSpc>
              <a:spcBef>
                <a:spcPts val="520"/>
              </a:spcBef>
              <a:spcAft>
                <a:spcPts val="0"/>
              </a:spcAft>
              <a:buSzPts val="1430"/>
              <a:buChar char="■"/>
            </a:pPr>
            <a:r>
              <a:rPr lang="en-US" sz="2600"/>
              <a:t>Rủi ro phải được kiểm soát cơ bản theo đặc điểm từng giai đoạn cụ thể, có sự quyết định đối với những rủi ro và có chiến lược làm giảm nhẹ rủi ro </a:t>
            </a:r>
            <a:endParaRPr/>
          </a:p>
          <a:p>
            <a:pPr indent="-243840" lvl="0" marL="342900" rtl="0" algn="l">
              <a:lnSpc>
                <a:spcPct val="80000"/>
              </a:lnSpc>
              <a:spcBef>
                <a:spcPts val="520"/>
              </a:spcBef>
              <a:spcAft>
                <a:spcPts val="0"/>
              </a:spcAft>
              <a:buSzPts val="1560"/>
              <a:buNone/>
            </a:pPr>
            <a:r>
              <a:t/>
            </a:r>
            <a:endParaRPr sz="2600"/>
          </a:p>
        </p:txBody>
      </p:sp>
      <p:sp>
        <p:nvSpPr>
          <p:cNvPr id="404" name="Google Shape;404;p3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044956329334B859883770E5F8B1A" ma:contentTypeVersion="3" ma:contentTypeDescription="Create a new document." ma:contentTypeScope="" ma:versionID="d4693b35dbcd13ebd1c5620d69ea1f1a">
  <xsd:schema xmlns:xsd="http://www.w3.org/2001/XMLSchema" xmlns:xs="http://www.w3.org/2001/XMLSchema" xmlns:p="http://schemas.microsoft.com/office/2006/metadata/properties" xmlns:ns2="2b122139-ef2b-4bf4-a1d7-39c03562fb03" targetNamespace="http://schemas.microsoft.com/office/2006/metadata/properties" ma:root="true" ma:fieldsID="3b8350155ddf9dd6245d8440520ed191" ns2:_="">
    <xsd:import namespace="2b122139-ef2b-4bf4-a1d7-39c03562fb0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22139-ef2b-4bf4-a1d7-39c03562f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B77385-94A9-4075-AD87-9E23FFDBB763}"/>
</file>

<file path=customXml/itemProps2.xml><?xml version="1.0" encoding="utf-8"?>
<ds:datastoreItem xmlns:ds="http://schemas.openxmlformats.org/officeDocument/2006/customXml" ds:itemID="{E5237045-BCB5-4FA3-929C-2EF1D2569C9A}"/>
</file>

<file path=customXml/itemProps3.xml><?xml version="1.0" encoding="utf-8"?>
<ds:datastoreItem xmlns:ds="http://schemas.openxmlformats.org/officeDocument/2006/customXml" ds:itemID="{6DD39AA4-6FAF-45C0-9F38-F9395018A894}"/>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Jiawei Han</dc:creator>
  <dcterms:created xsi:type="dcterms:W3CDTF">1999-12-01T22:01:55Z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0x010100917044956329334B859883770E5F8B1A</vt:lpwstr>
  </property>
</Properties>
</file>