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entation.xml" ContentType="application/vnd.openxmlformats-officedocument.presentationml.presentation.main+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9144000" cy="6858000" type="screen4x3"/>
  <p:notesSz cx="7010400" cy="9296400"/>
  <p:embeddedFontLst>
    <p:embeddedFont>
      <p:font typeface="Tahoma" panose="020B0604030504040204" pitchFamily="34"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928">
          <p15:clr>
            <a:srgbClr val="000000"/>
          </p15:clr>
        </p15:guide>
        <p15:guide id="2" pos="2208">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gaubRXziyo0uromgilDCSBwC+RF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1EA5B55-58F1-4398-83A3-24AB12F7899D}">
  <a:tblStyle styleId="{61EA5B55-58F1-4398-83A3-24AB12F7899D}" styleName="Table_0">
    <a:wholeTbl>
      <a:tcTxStyle b="off" i="off">
        <a:font>
          <a:latin typeface="Tahoma"/>
          <a:ea typeface="Tahoma"/>
          <a:cs typeface="Tahom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FAF1"/>
          </a:solidFill>
        </a:fill>
      </a:tcStyle>
    </a:wholeTbl>
    <a:band1H>
      <a:tcTxStyle/>
      <a:tcStyle>
        <a:tcBdr/>
        <a:fill>
          <a:solidFill>
            <a:srgbClr val="CAF5E1"/>
          </a:solidFill>
        </a:fill>
      </a:tcStyle>
    </a:band1H>
    <a:band2H>
      <a:tcTxStyle/>
      <a:tcStyle>
        <a:tcBdr/>
      </a:tcStyle>
    </a:band2H>
    <a:band1V>
      <a:tcTxStyle/>
      <a:tcStyle>
        <a:tcBdr/>
        <a:fill>
          <a:solidFill>
            <a:srgbClr val="CAF5E1"/>
          </a:solidFill>
        </a:fill>
      </a:tcStyle>
    </a:band1V>
    <a:band2V>
      <a:tcTxStyle/>
      <a:tcStyle>
        <a:tcBdr/>
      </a:tcStyle>
    </a:band2V>
    <a:lastCol>
      <a:tcTxStyle b="on" i="off">
        <a:font>
          <a:latin typeface="Tahoma"/>
          <a:ea typeface="Tahoma"/>
          <a:cs typeface="Tahoma"/>
        </a:font>
        <a:schemeClr val="lt1"/>
      </a:tcTxStyle>
      <a:tcStyle>
        <a:tcBdr/>
        <a:fill>
          <a:solidFill>
            <a:schemeClr val="accent1"/>
          </a:solidFill>
        </a:fill>
      </a:tcStyle>
    </a:lastCol>
    <a:firstCol>
      <a:tcTxStyle b="on" i="off">
        <a:font>
          <a:latin typeface="Tahoma"/>
          <a:ea typeface="Tahoma"/>
          <a:cs typeface="Tahoma"/>
        </a:font>
        <a:schemeClr val="lt1"/>
      </a:tcTxStyle>
      <a:tcStyle>
        <a:tcBdr/>
        <a:fill>
          <a:solidFill>
            <a:schemeClr val="accent1"/>
          </a:solidFill>
        </a:fill>
      </a:tcStyle>
    </a:firstCol>
    <a:lastRow>
      <a:tcTxStyle b="on" i="off">
        <a:font>
          <a:latin typeface="Tahoma"/>
          <a:ea typeface="Tahoma"/>
          <a:cs typeface="Tahoma"/>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Tahoma"/>
          <a:ea typeface="Tahoma"/>
          <a:cs typeface="Tahoma"/>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460" y="40"/>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46"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8475" cy="465138"/>
          </a:xfrm>
          <a:prstGeom prst="rect">
            <a:avLst/>
          </a:prstGeom>
          <a:noFill/>
          <a:ln>
            <a:noFill/>
          </a:ln>
        </p:spPr>
        <p:txBody>
          <a:bodyPr spcFirstLastPara="1" wrap="square" lIns="93150" tIns="46575" rIns="93150" bIns="46575" anchor="t"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800" b="0" i="0" u="none" strike="noStrike" cap="none">
                <a:solidFill>
                  <a:schemeClr val="dk1"/>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3971925" y="0"/>
            <a:ext cx="3038475" cy="465138"/>
          </a:xfrm>
          <a:prstGeom prst="rect">
            <a:avLst/>
          </a:prstGeom>
          <a:noFill/>
          <a:ln>
            <a:noFill/>
          </a:ln>
        </p:spPr>
        <p:txBody>
          <a:bodyPr spcFirstLastPara="1" wrap="square" lIns="93150" tIns="46575" rIns="93150" bIns="46575" anchor="t" anchorCtr="0">
            <a:noAutofit/>
          </a:bodyPr>
          <a:lstStyle>
            <a:lvl1pPr marR="0" lvl="0" algn="r"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800" b="0" i="0" u="none" strike="noStrike" cap="none">
                <a:solidFill>
                  <a:schemeClr val="dk1"/>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1263"/>
            <a:ext cx="3038475" cy="465137"/>
          </a:xfrm>
          <a:prstGeom prst="rect">
            <a:avLst/>
          </a:prstGeom>
          <a:noFill/>
          <a:ln>
            <a:noFill/>
          </a:ln>
        </p:spPr>
        <p:txBody>
          <a:bodyPr spcFirstLastPara="1" wrap="square" lIns="93150" tIns="46575" rIns="93150" bIns="46575" anchor="b"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800" b="0" i="0" u="none" strike="noStrike" cap="none">
                <a:solidFill>
                  <a:schemeClr val="dk1"/>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a:t>
            </a:fld>
            <a:endParaRPr sz="1200" b="0" i="0" u="none" strike="noStrike" cap="none">
              <a:solidFill>
                <a:schemeClr val="dk1"/>
              </a:solidFill>
              <a:latin typeface="Tahoma"/>
              <a:ea typeface="Tahoma"/>
              <a:cs typeface="Tahoma"/>
              <a:sym typeface="Tahoma"/>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a:t>
            </a:fld>
            <a:endParaRPr sz="1200" b="0" i="0" u="none" strike="noStrike" cap="none">
              <a:solidFill>
                <a:schemeClr val="dk1"/>
              </a:solidFill>
              <a:latin typeface="Tahoma"/>
              <a:ea typeface="Tahoma"/>
              <a:cs typeface="Tahoma"/>
              <a:sym typeface="Tahoma"/>
            </a:endParaRPr>
          </a:p>
        </p:txBody>
      </p:sp>
      <p:sp>
        <p:nvSpPr>
          <p:cNvPr id="107" name="Google Shape;107;p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 name="Google Shape;108;p1: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a:t>
            </a:fld>
            <a:endParaRPr sz="1200" b="0" i="0" u="none" strike="noStrike" cap="none">
              <a:solidFill>
                <a:schemeClr val="dk1"/>
              </a:solidFill>
              <a:latin typeface="Tahoma"/>
              <a:ea typeface="Tahoma"/>
              <a:cs typeface="Tahoma"/>
              <a:sym typeface="Tahoma"/>
            </a:endParaRPr>
          </a:p>
        </p:txBody>
      </p:sp>
      <p:sp>
        <p:nvSpPr>
          <p:cNvPr id="115" name="Google Shape;115;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 name="Google Shape;116;p2: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3: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36" name="Google Shape;136;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4: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4</a:t>
            </a:fld>
            <a:endParaRPr sz="1200">
              <a:solidFill>
                <a:schemeClr val="dk1"/>
              </a:solidFill>
              <a:latin typeface="Tahoma"/>
              <a:ea typeface="Tahoma"/>
              <a:cs typeface="Tahoma"/>
              <a:sym typeface="Tahoma"/>
            </a:endParaRPr>
          </a:p>
        </p:txBody>
      </p:sp>
      <p:sp>
        <p:nvSpPr>
          <p:cNvPr id="145" name="Google Shape;145;p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4: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5: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54" name="Google Shape;154;p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6</a:t>
            </a:fld>
            <a:endParaRPr sz="1200">
              <a:solidFill>
                <a:schemeClr val="dk1"/>
              </a:solidFill>
              <a:latin typeface="Tahoma"/>
              <a:ea typeface="Tahoma"/>
              <a:cs typeface="Tahoma"/>
              <a:sym typeface="Tahoma"/>
            </a:endParaRPr>
          </a:p>
        </p:txBody>
      </p:sp>
      <p:sp>
        <p:nvSpPr>
          <p:cNvPr id="170" name="Google Shape;170;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p6: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7</a:t>
            </a:fld>
            <a:endParaRPr sz="1200">
              <a:solidFill>
                <a:schemeClr val="dk1"/>
              </a:solidFill>
              <a:latin typeface="Tahoma"/>
              <a:ea typeface="Tahoma"/>
              <a:cs typeface="Tahoma"/>
              <a:sym typeface="Tahoma"/>
            </a:endParaRPr>
          </a:p>
        </p:txBody>
      </p:sp>
      <p:sp>
        <p:nvSpPr>
          <p:cNvPr id="178" name="Google Shape;178;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7: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86" name="Google Shape;186;p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9: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93" name="Google Shape;193;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0: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01" name="Google Shape;201;p1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1: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11</a:t>
            </a:fld>
            <a:endParaRPr sz="1200">
              <a:solidFill>
                <a:schemeClr val="dk1"/>
              </a:solidFill>
              <a:latin typeface="Tahoma"/>
              <a:ea typeface="Tahoma"/>
              <a:cs typeface="Tahoma"/>
              <a:sym typeface="Tahoma"/>
            </a:endParaRPr>
          </a:p>
        </p:txBody>
      </p:sp>
      <p:sp>
        <p:nvSpPr>
          <p:cNvPr id="209" name="Google Shape;209;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1: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2: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12</a:t>
            </a:fld>
            <a:endParaRPr sz="1200">
              <a:solidFill>
                <a:schemeClr val="dk1"/>
              </a:solidFill>
              <a:latin typeface="Tahoma"/>
              <a:ea typeface="Tahoma"/>
              <a:cs typeface="Tahoma"/>
              <a:sym typeface="Tahoma"/>
            </a:endParaRPr>
          </a:p>
        </p:txBody>
      </p:sp>
      <p:sp>
        <p:nvSpPr>
          <p:cNvPr id="218" name="Google Shape;218;p1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9" name="Google Shape;219;p12: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4: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13</a:t>
            </a:fld>
            <a:endParaRPr sz="1200">
              <a:solidFill>
                <a:schemeClr val="dk1"/>
              </a:solidFill>
              <a:latin typeface="Tahoma"/>
              <a:ea typeface="Tahoma"/>
              <a:cs typeface="Tahoma"/>
              <a:sym typeface="Tahoma"/>
            </a:endParaRPr>
          </a:p>
        </p:txBody>
      </p:sp>
      <p:sp>
        <p:nvSpPr>
          <p:cNvPr id="233" name="Google Shape;233;p1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p14: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5: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14</a:t>
            </a:fld>
            <a:endParaRPr sz="1200">
              <a:solidFill>
                <a:schemeClr val="dk1"/>
              </a:solidFill>
              <a:latin typeface="Tahoma"/>
              <a:ea typeface="Tahoma"/>
              <a:cs typeface="Tahoma"/>
              <a:sym typeface="Tahoma"/>
            </a:endParaRPr>
          </a:p>
        </p:txBody>
      </p:sp>
      <p:sp>
        <p:nvSpPr>
          <p:cNvPr id="241" name="Google Shape;241;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2" name="Google Shape;242;p15: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6: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49" name="Google Shape;249;p1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7: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56" name="Google Shape;256;p1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64" name="Google Shape;264;p18: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65" name="Google Shape;265;p18: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9: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72" name="Google Shape;272;p1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0: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02" name="Google Shape;302;p2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1: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10" name="Google Shape;310;p2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2: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18" name="Google Shape;318;p2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3: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26" name="Google Shape;326;p2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4: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34" name="Google Shape;334;p2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5: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42" name="Google Shape;342;p2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6: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50" name="Google Shape;350;p2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7: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58" name="Google Shape;358;p2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8: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66" name="Google Shape;366;p2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9: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74" name="Google Shape;374;p2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0: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82" name="Google Shape;382;p3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grpSp>
        <p:nvGrpSpPr>
          <p:cNvPr id="17" name="Google Shape;17;p32"/>
          <p:cNvGrpSpPr/>
          <p:nvPr/>
        </p:nvGrpSpPr>
        <p:grpSpPr>
          <a:xfrm>
            <a:off x="0" y="2438400"/>
            <a:ext cx="9009063" cy="1052513"/>
            <a:chOff x="0" y="1536"/>
            <a:chExt cx="5675" cy="663"/>
          </a:xfrm>
        </p:grpSpPr>
        <p:grpSp>
          <p:nvGrpSpPr>
            <p:cNvPr id="18" name="Google Shape;18;p32"/>
            <p:cNvGrpSpPr/>
            <p:nvPr/>
          </p:nvGrpSpPr>
          <p:grpSpPr>
            <a:xfrm>
              <a:off x="185" y="1604"/>
              <a:ext cx="449" cy="299"/>
              <a:chOff x="720" y="336"/>
              <a:chExt cx="624" cy="432"/>
            </a:xfrm>
          </p:grpSpPr>
          <p:sp>
            <p:nvSpPr>
              <p:cNvPr id="19" name="Google Shape;19;p32"/>
              <p:cNvSpPr/>
              <p:nvPr/>
            </p:nvSpPr>
            <p:spPr>
              <a:xfrm>
                <a:off x="720" y="336"/>
                <a:ext cx="384" cy="43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sp>
            <p:nvSpPr>
              <p:cNvPr id="20" name="Google Shape;20;p32"/>
              <p:cNvSpPr/>
              <p:nvPr/>
            </p:nvSpPr>
            <p:spPr>
              <a:xfrm>
                <a:off x="1056" y="336"/>
                <a:ext cx="288" cy="43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grpSp>
        <p:grpSp>
          <p:nvGrpSpPr>
            <p:cNvPr id="21" name="Google Shape;21;p32"/>
            <p:cNvGrpSpPr/>
            <p:nvPr/>
          </p:nvGrpSpPr>
          <p:grpSpPr>
            <a:xfrm>
              <a:off x="263" y="1870"/>
              <a:ext cx="466" cy="299"/>
              <a:chOff x="912" y="2640"/>
              <a:chExt cx="672" cy="432"/>
            </a:xfrm>
          </p:grpSpPr>
          <p:sp>
            <p:nvSpPr>
              <p:cNvPr id="22" name="Google Shape;22;p32"/>
              <p:cNvSpPr/>
              <p:nvPr/>
            </p:nvSpPr>
            <p:spPr>
              <a:xfrm>
                <a:off x="912" y="2640"/>
                <a:ext cx="384" cy="4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sp>
            <p:nvSpPr>
              <p:cNvPr id="23" name="Google Shape;23;p32"/>
              <p:cNvSpPr/>
              <p:nvPr/>
            </p:nvSpPr>
            <p:spPr>
              <a:xfrm>
                <a:off x="1248" y="2640"/>
                <a:ext cx="336" cy="43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grpSp>
        <p:sp>
          <p:nvSpPr>
            <p:cNvPr id="24" name="Google Shape;24;p32"/>
            <p:cNvSpPr/>
            <p:nvPr/>
          </p:nvSpPr>
          <p:spPr>
            <a:xfrm>
              <a:off x="0" y="1824"/>
              <a:ext cx="353" cy="266"/>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sp>
          <p:nvSpPr>
            <p:cNvPr id="25" name="Google Shape;25;p32"/>
            <p:cNvSpPr/>
            <p:nvPr/>
          </p:nvSpPr>
          <p:spPr>
            <a:xfrm>
              <a:off x="400" y="1536"/>
              <a:ext cx="20" cy="663"/>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sp>
          <p:nvSpPr>
            <p:cNvPr id="26" name="Google Shape;26;p32"/>
            <p:cNvSpPr/>
            <p:nvPr/>
          </p:nvSpPr>
          <p:spPr>
            <a:xfrm rot="10800000" flipH="1">
              <a:off x="199" y="2054"/>
              <a:ext cx="5476" cy="35"/>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grpSp>
      <p:sp>
        <p:nvSpPr>
          <p:cNvPr id="27" name="Google Shape;27;p32"/>
          <p:cNvSpPr/>
          <p:nvPr/>
        </p:nvSpPr>
        <p:spPr>
          <a:xfrm>
            <a:off x="8694738" y="6553200"/>
            <a:ext cx="449262"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en-US" sz="1400" b="0" i="0" u="none" strike="noStrike" cap="none">
                <a:solidFill>
                  <a:schemeClr val="lt2"/>
                </a:solidFill>
                <a:latin typeface="Tahoma"/>
                <a:ea typeface="Tahoma"/>
                <a:cs typeface="Tahoma"/>
                <a:sym typeface="Tahoma"/>
              </a:rPr>
              <a:t>‹#›</a:t>
            </a:fld>
            <a:endParaRPr sz="1400" b="0" i="0" u="none" strike="noStrike" cap="none">
              <a:solidFill>
                <a:schemeClr val="lt2"/>
              </a:solidFill>
              <a:latin typeface="Tahoma"/>
              <a:ea typeface="Tahoma"/>
              <a:cs typeface="Tahoma"/>
              <a:sym typeface="Tahoma"/>
            </a:endParaRPr>
          </a:p>
        </p:txBody>
      </p:sp>
      <p:sp>
        <p:nvSpPr>
          <p:cNvPr id="28" name="Google Shape;28;p32"/>
          <p:cNvSpPr txBox="1">
            <a:spLocks noGrp="1"/>
          </p:cNvSpPr>
          <p:nvPr>
            <p:ph type="ctrTitle"/>
          </p:nvPr>
        </p:nvSpPr>
        <p:spPr>
          <a:xfrm>
            <a:off x="990600" y="1828800"/>
            <a:ext cx="77724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3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80000"/>
              </a:lnSpc>
              <a:spcBef>
                <a:spcPts val="560"/>
              </a:spcBef>
              <a:spcAft>
                <a:spcPts val="0"/>
              </a:spcAft>
              <a:buSzPts val="1680"/>
              <a:buFont typeface="Noto Sans Symbols"/>
              <a:buNone/>
              <a:defRPr/>
            </a:lvl1pPr>
            <a:lvl2pPr lvl="1" algn="l">
              <a:lnSpc>
                <a:spcPct val="80000"/>
              </a:lnSpc>
              <a:spcBef>
                <a:spcPts val="360"/>
              </a:spcBef>
              <a:spcAft>
                <a:spcPts val="0"/>
              </a:spcAft>
              <a:buSzPts val="990"/>
              <a:buChar char="■"/>
              <a:defRPr/>
            </a:lvl2pPr>
            <a:lvl3pPr lvl="2" algn="l">
              <a:lnSpc>
                <a:spcPct val="80000"/>
              </a:lnSpc>
              <a:spcBef>
                <a:spcPts val="360"/>
              </a:spcBef>
              <a:spcAft>
                <a:spcPts val="0"/>
              </a:spcAft>
              <a:buSzPts val="900"/>
              <a:buChar char="■"/>
              <a:defRPr/>
            </a:lvl3pPr>
            <a:lvl4pPr lvl="3" algn="l">
              <a:lnSpc>
                <a:spcPct val="80000"/>
              </a:lnSpc>
              <a:spcBef>
                <a:spcPts val="360"/>
              </a:spcBef>
              <a:spcAft>
                <a:spcPts val="0"/>
              </a:spcAft>
              <a:buSzPts val="990"/>
              <a:buChar char="■"/>
              <a:defRPr/>
            </a:lvl4pPr>
            <a:lvl5pPr lvl="4" algn="l">
              <a:lnSpc>
                <a:spcPct val="80000"/>
              </a:lnSpc>
              <a:spcBef>
                <a:spcPts val="360"/>
              </a:spcBef>
              <a:spcAft>
                <a:spcPts val="0"/>
              </a:spcAft>
              <a:buSzPts val="900"/>
              <a:buChar char="■"/>
              <a:defRPr/>
            </a:lvl5pPr>
            <a:lvl6pPr lvl="5" algn="l">
              <a:lnSpc>
                <a:spcPct val="80000"/>
              </a:lnSpc>
              <a:spcBef>
                <a:spcPts val="360"/>
              </a:spcBef>
              <a:spcAft>
                <a:spcPts val="0"/>
              </a:spcAft>
              <a:buSzPts val="900"/>
              <a:buChar char="■"/>
              <a:defRPr/>
            </a:lvl6pPr>
            <a:lvl7pPr lvl="6" algn="l">
              <a:lnSpc>
                <a:spcPct val="80000"/>
              </a:lnSpc>
              <a:spcBef>
                <a:spcPts val="360"/>
              </a:spcBef>
              <a:spcAft>
                <a:spcPts val="0"/>
              </a:spcAft>
              <a:buSzPts val="900"/>
              <a:buChar char="■"/>
              <a:defRPr/>
            </a:lvl7pPr>
            <a:lvl8pPr lvl="7" algn="l">
              <a:lnSpc>
                <a:spcPct val="80000"/>
              </a:lnSpc>
              <a:spcBef>
                <a:spcPts val="360"/>
              </a:spcBef>
              <a:spcAft>
                <a:spcPts val="0"/>
              </a:spcAft>
              <a:buSzPts val="900"/>
              <a:buChar char="■"/>
              <a:defRPr/>
            </a:lvl8pPr>
            <a:lvl9pPr lvl="8" algn="l">
              <a:lnSpc>
                <a:spcPct val="80000"/>
              </a:lnSpc>
              <a:spcBef>
                <a:spcPts val="360"/>
              </a:spcBef>
              <a:spcAft>
                <a:spcPts val="0"/>
              </a:spcAft>
              <a:buSzPts val="900"/>
              <a:buChar char="■"/>
              <a:defRPr/>
            </a:lvl9pPr>
          </a:lstStyle>
          <a:p>
            <a:endParaRPr/>
          </a:p>
        </p:txBody>
      </p:sp>
      <p:sp>
        <p:nvSpPr>
          <p:cNvPr id="30" name="Google Shape;30;p32"/>
          <p:cNvSpPr txBox="1">
            <a:spLocks noGrp="1"/>
          </p:cNvSpPr>
          <p:nvPr>
            <p:ph type="dt" idx="10"/>
          </p:nvPr>
        </p:nvSpPr>
        <p:spPr>
          <a:xfrm>
            <a:off x="990600" y="62484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40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2"/>
          <p:cNvSpPr txBox="1">
            <a:spLocks noGrp="1"/>
          </p:cNvSpPr>
          <p:nvPr>
            <p:ph type="ftr" idx="11"/>
          </p:nvPr>
        </p:nvSpPr>
        <p:spPr>
          <a:xfrm>
            <a:off x="3429000" y="6248400"/>
            <a:ext cx="28956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140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2"/>
          <p:cNvSpPr txBox="1">
            <a:spLocks noGrp="1"/>
          </p:cNvSpPr>
          <p:nvPr>
            <p:ph type="sldNum" idx="12"/>
          </p:nvPr>
        </p:nvSpPr>
        <p:spPr>
          <a:xfrm>
            <a:off x="68580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b="0" i="0" u="none" strike="noStrike" cap="none">
                <a:solidFill>
                  <a:schemeClr val="lt2"/>
                </a:solidFill>
                <a:latin typeface="Tahoma"/>
                <a:ea typeface="Tahoma"/>
                <a:cs typeface="Tahoma"/>
                <a:sym typeface="Tahoma"/>
              </a:defRPr>
            </a:lvl1pPr>
            <a:lvl2pPr marL="0" marR="0" lvl="1" indent="0" algn="r">
              <a:spcBef>
                <a:spcPts val="0"/>
              </a:spcBef>
              <a:spcAft>
                <a:spcPts val="0"/>
              </a:spcAft>
              <a:buNone/>
              <a:defRPr sz="1400" b="0" i="0" u="none" strike="noStrike" cap="none">
                <a:solidFill>
                  <a:schemeClr val="lt2"/>
                </a:solidFill>
                <a:latin typeface="Tahoma"/>
                <a:ea typeface="Tahoma"/>
                <a:cs typeface="Tahoma"/>
                <a:sym typeface="Tahoma"/>
              </a:defRPr>
            </a:lvl2pPr>
            <a:lvl3pPr marL="0" marR="0" lvl="2" indent="0" algn="r">
              <a:spcBef>
                <a:spcPts val="0"/>
              </a:spcBef>
              <a:spcAft>
                <a:spcPts val="0"/>
              </a:spcAft>
              <a:buNone/>
              <a:defRPr sz="1400" b="0" i="0" u="none" strike="noStrike" cap="none">
                <a:solidFill>
                  <a:schemeClr val="lt2"/>
                </a:solidFill>
                <a:latin typeface="Tahoma"/>
                <a:ea typeface="Tahoma"/>
                <a:cs typeface="Tahoma"/>
                <a:sym typeface="Tahoma"/>
              </a:defRPr>
            </a:lvl3pPr>
            <a:lvl4pPr marL="0" marR="0" lvl="3" indent="0" algn="r">
              <a:spcBef>
                <a:spcPts val="0"/>
              </a:spcBef>
              <a:spcAft>
                <a:spcPts val="0"/>
              </a:spcAft>
              <a:buNone/>
              <a:defRPr sz="1400" b="0" i="0" u="none" strike="noStrike" cap="none">
                <a:solidFill>
                  <a:schemeClr val="lt2"/>
                </a:solidFill>
                <a:latin typeface="Tahoma"/>
                <a:ea typeface="Tahoma"/>
                <a:cs typeface="Tahoma"/>
                <a:sym typeface="Tahoma"/>
              </a:defRPr>
            </a:lvl4pPr>
            <a:lvl5pPr marL="0" marR="0" lvl="4" indent="0" algn="r">
              <a:spcBef>
                <a:spcPts val="0"/>
              </a:spcBef>
              <a:spcAft>
                <a:spcPts val="0"/>
              </a:spcAft>
              <a:buNone/>
              <a:defRPr sz="1400" b="0" i="0" u="none" strike="noStrike" cap="none">
                <a:solidFill>
                  <a:schemeClr val="lt2"/>
                </a:solidFill>
                <a:latin typeface="Tahoma"/>
                <a:ea typeface="Tahoma"/>
                <a:cs typeface="Tahoma"/>
                <a:sym typeface="Tahoma"/>
              </a:defRPr>
            </a:lvl5pPr>
            <a:lvl6pPr marL="0" marR="0" lvl="5" indent="0" algn="r">
              <a:spcBef>
                <a:spcPts val="0"/>
              </a:spcBef>
              <a:spcAft>
                <a:spcPts val="0"/>
              </a:spcAft>
              <a:buNone/>
              <a:defRPr sz="1400" b="0" i="0" u="none" strike="noStrike" cap="none">
                <a:solidFill>
                  <a:schemeClr val="lt2"/>
                </a:solidFill>
                <a:latin typeface="Tahoma"/>
                <a:ea typeface="Tahoma"/>
                <a:cs typeface="Tahoma"/>
                <a:sym typeface="Tahoma"/>
              </a:defRPr>
            </a:lvl6pPr>
            <a:lvl7pPr marL="0" marR="0" lvl="6" indent="0" algn="r">
              <a:spcBef>
                <a:spcPts val="0"/>
              </a:spcBef>
              <a:spcAft>
                <a:spcPts val="0"/>
              </a:spcAft>
              <a:buNone/>
              <a:defRPr sz="1400" b="0" i="0" u="none" strike="noStrike" cap="none">
                <a:solidFill>
                  <a:schemeClr val="lt2"/>
                </a:solidFill>
                <a:latin typeface="Tahoma"/>
                <a:ea typeface="Tahoma"/>
                <a:cs typeface="Tahoma"/>
                <a:sym typeface="Tahoma"/>
              </a:defRPr>
            </a:lvl7pPr>
            <a:lvl8pPr marL="0" marR="0" lvl="7" indent="0" algn="r">
              <a:spcBef>
                <a:spcPts val="0"/>
              </a:spcBef>
              <a:spcAft>
                <a:spcPts val="0"/>
              </a:spcAft>
              <a:buNone/>
              <a:defRPr sz="1400" b="0" i="0" u="none" strike="noStrike" cap="none">
                <a:solidFill>
                  <a:schemeClr val="lt2"/>
                </a:solidFill>
                <a:latin typeface="Tahoma"/>
                <a:ea typeface="Tahoma"/>
                <a:cs typeface="Tahoma"/>
                <a:sym typeface="Tahoma"/>
              </a:defRPr>
            </a:lvl8pPr>
            <a:lvl9pPr marL="0" marR="0" lvl="8" indent="0" algn="r">
              <a:spcBef>
                <a:spcPts val="0"/>
              </a:spcBef>
              <a:spcAft>
                <a:spcPts val="0"/>
              </a:spcAft>
              <a:buNone/>
              <a:defRPr sz="1400" b="0" i="0" u="none" strike="noStrike" cap="none">
                <a:solidFill>
                  <a:schemeClr val="lt2"/>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Text, and 2 Content" type="txAndTwoObj">
  <p:cSld name="TEXT_AND_TWO_OBJECTS">
    <p:spTree>
      <p:nvGrpSpPr>
        <p:cNvPr id="1" name="Shape 33"/>
        <p:cNvGrpSpPr/>
        <p:nvPr/>
      </p:nvGrpSpPr>
      <p:grpSpPr>
        <a:xfrm>
          <a:off x="0" y="0"/>
          <a:ext cx="0" cy="0"/>
          <a:chOff x="0" y="0"/>
          <a:chExt cx="0" cy="0"/>
        </a:xfrm>
      </p:grpSpPr>
      <p:graphicFrame>
        <p:nvGraphicFramePr>
          <p:cNvPr id="34" name="Google Shape;34;p33"/>
          <p:cNvGraphicFramePr/>
          <p:nvPr/>
        </p:nvGraphicFramePr>
        <p:xfrm>
          <a:off x="381000" y="1143000"/>
          <a:ext cx="8382000" cy="76200"/>
        </p:xfrm>
        <a:graphic>
          <a:graphicData uri="http://schemas.openxmlformats.org/presentationml/2006/ole">
            <mc:AlternateContent xmlns:mc="http://schemas.openxmlformats.org/markup-compatibility/2006">
              <mc:Choice xmlns:v="urn:schemas-microsoft-com:vml" Requires="v">
                <p:oleObj r:id="rId2" imgW="8382000" imgH="76200" progId="">
                  <p:embed/>
                </p:oleObj>
              </mc:Choice>
              <mc:Fallback>
                <p:oleObj r:id="rId2" imgW="8382000" imgH="76200" progId="">
                  <p:embed/>
                  <p:pic>
                    <p:nvPicPr>
                      <p:cNvPr id="34" name="Google Shape;34;p33"/>
                      <p:cNvPicPr preferRelativeResize="0"/>
                      <p:nvPr/>
                    </p:nvPicPr>
                    <p:blipFill rotWithShape="1">
                      <a:blip r:embed="rId3">
                        <a:alphaModFix/>
                      </a:blip>
                      <a:srcRect/>
                      <a:stretch/>
                    </p:blipFill>
                    <p:spPr>
                      <a:xfrm>
                        <a:off x="381000" y="1143000"/>
                        <a:ext cx="8382000" cy="76200"/>
                      </a:xfrm>
                      <a:prstGeom prst="rect">
                        <a:avLst/>
                      </a:prstGeom>
                      <a:noFill/>
                      <a:ln>
                        <a:noFill/>
                      </a:ln>
                    </p:spPr>
                  </p:pic>
                </p:oleObj>
              </mc:Fallback>
            </mc:AlternateContent>
          </a:graphicData>
        </a:graphic>
      </p:graphicFrame>
      <p:sp>
        <p:nvSpPr>
          <p:cNvPr id="35" name="Google Shape;35;p33"/>
          <p:cNvSpPr txBox="1">
            <a:spLocks noGrp="1"/>
          </p:cNvSpPr>
          <p:nvPr>
            <p:ph type="title"/>
          </p:nvPr>
        </p:nvSpPr>
        <p:spPr>
          <a:xfrm>
            <a:off x="762000" y="762000"/>
            <a:ext cx="7924800" cy="838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33"/>
          <p:cNvSpPr txBox="1">
            <a:spLocks noGrp="1"/>
          </p:cNvSpPr>
          <p:nvPr>
            <p:ph type="body" idx="1"/>
          </p:nvPr>
        </p:nvSpPr>
        <p:spPr>
          <a:xfrm>
            <a:off x="838200" y="1905000"/>
            <a:ext cx="3770313" cy="4181475"/>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37" name="Google Shape;37;p33"/>
          <p:cNvSpPr txBox="1">
            <a:spLocks noGrp="1"/>
          </p:cNvSpPr>
          <p:nvPr>
            <p:ph type="body" idx="2"/>
          </p:nvPr>
        </p:nvSpPr>
        <p:spPr>
          <a:xfrm>
            <a:off x="4760913" y="1905000"/>
            <a:ext cx="3770312" cy="2014538"/>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38" name="Google Shape;38;p33"/>
          <p:cNvSpPr txBox="1">
            <a:spLocks noGrp="1"/>
          </p:cNvSpPr>
          <p:nvPr>
            <p:ph type="body" idx="3"/>
          </p:nvPr>
        </p:nvSpPr>
        <p:spPr>
          <a:xfrm>
            <a:off x="4760913" y="4071938"/>
            <a:ext cx="3770312" cy="2014537"/>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39" name="Google Shape;39;p33"/>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3"/>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3"/>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2"/>
        <p:cNvGrpSpPr/>
        <p:nvPr/>
      </p:nvGrpSpPr>
      <p:grpSpPr>
        <a:xfrm>
          <a:off x="0" y="0"/>
          <a:ext cx="0" cy="0"/>
          <a:chOff x="0" y="0"/>
          <a:chExt cx="0" cy="0"/>
        </a:xfrm>
      </p:grpSpPr>
      <p:sp>
        <p:nvSpPr>
          <p:cNvPr id="43" name="Google Shape;43;p34"/>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 name="Google Shape;44;p34"/>
          <p:cNvSpPr txBox="1">
            <a:spLocks noGrp="1"/>
          </p:cNvSpPr>
          <p:nvPr>
            <p:ph type="body" id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45" name="Google Shape;45;p34"/>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34"/>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4"/>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0" name="Google Shape;50;p3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80000"/>
              </a:lnSpc>
              <a:spcBef>
                <a:spcPts val="400"/>
              </a:spcBef>
              <a:spcAft>
                <a:spcPts val="0"/>
              </a:spcAft>
              <a:buSzPts val="1200"/>
              <a:buNone/>
              <a:defRPr sz="2000"/>
            </a:lvl1pPr>
            <a:lvl2pPr marL="914400" lvl="1" indent="-228600" algn="l">
              <a:lnSpc>
                <a:spcPct val="80000"/>
              </a:lnSpc>
              <a:spcBef>
                <a:spcPts val="360"/>
              </a:spcBef>
              <a:spcAft>
                <a:spcPts val="0"/>
              </a:spcAft>
              <a:buSzPts val="990"/>
              <a:buNone/>
              <a:defRPr sz="1800"/>
            </a:lvl2pPr>
            <a:lvl3pPr marL="1371600" lvl="2" indent="-228600" algn="l">
              <a:lnSpc>
                <a:spcPct val="80000"/>
              </a:lnSpc>
              <a:spcBef>
                <a:spcPts val="320"/>
              </a:spcBef>
              <a:spcAft>
                <a:spcPts val="0"/>
              </a:spcAft>
              <a:buSzPts val="800"/>
              <a:buNone/>
              <a:defRPr sz="1600"/>
            </a:lvl3pPr>
            <a:lvl4pPr marL="1828800" lvl="3" indent="-228600" algn="l">
              <a:lnSpc>
                <a:spcPct val="80000"/>
              </a:lnSpc>
              <a:spcBef>
                <a:spcPts val="280"/>
              </a:spcBef>
              <a:spcAft>
                <a:spcPts val="0"/>
              </a:spcAft>
              <a:buSzPts val="770"/>
              <a:buNone/>
              <a:defRPr sz="1400"/>
            </a:lvl4pPr>
            <a:lvl5pPr marL="2286000" lvl="4" indent="-228600" algn="l">
              <a:lnSpc>
                <a:spcPct val="80000"/>
              </a:lnSpc>
              <a:spcBef>
                <a:spcPts val="280"/>
              </a:spcBef>
              <a:spcAft>
                <a:spcPts val="0"/>
              </a:spcAft>
              <a:buSzPts val="700"/>
              <a:buNone/>
              <a:defRPr sz="1400"/>
            </a:lvl5pPr>
            <a:lvl6pPr marL="2743200" lvl="5" indent="-228600" algn="l">
              <a:lnSpc>
                <a:spcPct val="80000"/>
              </a:lnSpc>
              <a:spcBef>
                <a:spcPts val="280"/>
              </a:spcBef>
              <a:spcAft>
                <a:spcPts val="0"/>
              </a:spcAft>
              <a:buSzPts val="700"/>
              <a:buNone/>
              <a:defRPr sz="1400"/>
            </a:lvl6pPr>
            <a:lvl7pPr marL="3200400" lvl="6" indent="-228600" algn="l">
              <a:lnSpc>
                <a:spcPct val="80000"/>
              </a:lnSpc>
              <a:spcBef>
                <a:spcPts val="280"/>
              </a:spcBef>
              <a:spcAft>
                <a:spcPts val="0"/>
              </a:spcAft>
              <a:buSzPts val="700"/>
              <a:buNone/>
              <a:defRPr sz="1400"/>
            </a:lvl7pPr>
            <a:lvl8pPr marL="3657600" lvl="7" indent="-228600" algn="l">
              <a:lnSpc>
                <a:spcPct val="80000"/>
              </a:lnSpc>
              <a:spcBef>
                <a:spcPts val="280"/>
              </a:spcBef>
              <a:spcAft>
                <a:spcPts val="0"/>
              </a:spcAft>
              <a:buSzPts val="700"/>
              <a:buNone/>
              <a:defRPr sz="1400"/>
            </a:lvl8pPr>
            <a:lvl9pPr marL="4114800" lvl="8" indent="-228600" algn="l">
              <a:lnSpc>
                <a:spcPct val="80000"/>
              </a:lnSpc>
              <a:spcBef>
                <a:spcPts val="280"/>
              </a:spcBef>
              <a:spcAft>
                <a:spcPts val="0"/>
              </a:spcAft>
              <a:buSzPts val="700"/>
              <a:buNone/>
              <a:defRPr sz="1400"/>
            </a:lvl9pPr>
          </a:lstStyle>
          <a:p>
            <a:endParaRPr/>
          </a:p>
        </p:txBody>
      </p:sp>
      <p:sp>
        <p:nvSpPr>
          <p:cNvPr id="51" name="Google Shape;51;p35"/>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5"/>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5"/>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36"/>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6" name="Google Shape;56;p36"/>
          <p:cNvSpPr txBox="1">
            <a:spLocks noGrp="1"/>
          </p:cNvSpPr>
          <p:nvPr>
            <p:ph type="body" idx="1"/>
          </p:nvPr>
        </p:nvSpPr>
        <p:spPr>
          <a:xfrm>
            <a:off x="381000" y="1447800"/>
            <a:ext cx="4152900" cy="5105400"/>
          </a:xfrm>
          <a:prstGeom prst="rect">
            <a:avLst/>
          </a:prstGeom>
          <a:noFill/>
          <a:ln>
            <a:noFill/>
          </a:ln>
        </p:spPr>
        <p:txBody>
          <a:bodyPr spcFirstLastPara="1" wrap="square" lIns="91425" tIns="45700" rIns="91425" bIns="45700" anchor="t" anchorCtr="0">
            <a:noAutofit/>
          </a:bodyPr>
          <a:lstStyle>
            <a:lvl1pPr marL="457200" lvl="0" indent="-335280" algn="l">
              <a:lnSpc>
                <a:spcPct val="80000"/>
              </a:lnSpc>
              <a:spcBef>
                <a:spcPts val="560"/>
              </a:spcBef>
              <a:spcAft>
                <a:spcPts val="0"/>
              </a:spcAft>
              <a:buSzPts val="1680"/>
              <a:buChar char="■"/>
              <a:defRPr sz="2800"/>
            </a:lvl1pPr>
            <a:lvl2pPr marL="914400" lvl="1" indent="-312419" algn="l">
              <a:lnSpc>
                <a:spcPct val="80000"/>
              </a:lnSpc>
              <a:spcBef>
                <a:spcPts val="480"/>
              </a:spcBef>
              <a:spcAft>
                <a:spcPts val="0"/>
              </a:spcAft>
              <a:buSzPts val="1320"/>
              <a:buChar char="■"/>
              <a:defRPr sz="2400"/>
            </a:lvl2pPr>
            <a:lvl3pPr marL="1371600" lvl="2" indent="-292100" algn="l">
              <a:lnSpc>
                <a:spcPct val="80000"/>
              </a:lnSpc>
              <a:spcBef>
                <a:spcPts val="400"/>
              </a:spcBef>
              <a:spcAft>
                <a:spcPts val="0"/>
              </a:spcAft>
              <a:buSzPts val="1000"/>
              <a:buChar char="■"/>
              <a:defRPr sz="2000"/>
            </a:lvl3pPr>
            <a:lvl4pPr marL="1828800" lvl="3" indent="-291464" algn="l">
              <a:lnSpc>
                <a:spcPct val="80000"/>
              </a:lnSpc>
              <a:spcBef>
                <a:spcPts val="360"/>
              </a:spcBef>
              <a:spcAft>
                <a:spcPts val="0"/>
              </a:spcAft>
              <a:buSzPts val="990"/>
              <a:buChar char="■"/>
              <a:defRPr sz="1800"/>
            </a:lvl4pPr>
            <a:lvl5pPr marL="2286000" lvl="4" indent="-285750" algn="l">
              <a:lnSpc>
                <a:spcPct val="80000"/>
              </a:lnSpc>
              <a:spcBef>
                <a:spcPts val="360"/>
              </a:spcBef>
              <a:spcAft>
                <a:spcPts val="0"/>
              </a:spcAft>
              <a:buSzPts val="900"/>
              <a:buChar char="■"/>
              <a:defRPr sz="1800"/>
            </a:lvl5pPr>
            <a:lvl6pPr marL="2743200" lvl="5" indent="-285750" algn="l">
              <a:lnSpc>
                <a:spcPct val="80000"/>
              </a:lnSpc>
              <a:spcBef>
                <a:spcPts val="360"/>
              </a:spcBef>
              <a:spcAft>
                <a:spcPts val="0"/>
              </a:spcAft>
              <a:buSzPts val="900"/>
              <a:buChar char="■"/>
              <a:defRPr sz="1800"/>
            </a:lvl6pPr>
            <a:lvl7pPr marL="3200400" lvl="6" indent="-285750" algn="l">
              <a:lnSpc>
                <a:spcPct val="80000"/>
              </a:lnSpc>
              <a:spcBef>
                <a:spcPts val="360"/>
              </a:spcBef>
              <a:spcAft>
                <a:spcPts val="0"/>
              </a:spcAft>
              <a:buSzPts val="900"/>
              <a:buChar char="■"/>
              <a:defRPr sz="1800"/>
            </a:lvl7pPr>
            <a:lvl8pPr marL="3657600" lvl="7" indent="-285750" algn="l">
              <a:lnSpc>
                <a:spcPct val="80000"/>
              </a:lnSpc>
              <a:spcBef>
                <a:spcPts val="360"/>
              </a:spcBef>
              <a:spcAft>
                <a:spcPts val="0"/>
              </a:spcAft>
              <a:buSzPts val="900"/>
              <a:buChar char="■"/>
              <a:defRPr sz="1800"/>
            </a:lvl8pPr>
            <a:lvl9pPr marL="4114800" lvl="8" indent="-285750" algn="l">
              <a:lnSpc>
                <a:spcPct val="80000"/>
              </a:lnSpc>
              <a:spcBef>
                <a:spcPts val="360"/>
              </a:spcBef>
              <a:spcAft>
                <a:spcPts val="0"/>
              </a:spcAft>
              <a:buSzPts val="900"/>
              <a:buChar char="■"/>
              <a:defRPr sz="1800"/>
            </a:lvl9pPr>
          </a:lstStyle>
          <a:p>
            <a:endParaRPr/>
          </a:p>
        </p:txBody>
      </p:sp>
      <p:sp>
        <p:nvSpPr>
          <p:cNvPr id="57" name="Google Shape;57;p36"/>
          <p:cNvSpPr txBox="1">
            <a:spLocks noGrp="1"/>
          </p:cNvSpPr>
          <p:nvPr>
            <p:ph type="body" idx="2"/>
          </p:nvPr>
        </p:nvSpPr>
        <p:spPr>
          <a:xfrm>
            <a:off x="4686300" y="1447800"/>
            <a:ext cx="4152900" cy="5105400"/>
          </a:xfrm>
          <a:prstGeom prst="rect">
            <a:avLst/>
          </a:prstGeom>
          <a:noFill/>
          <a:ln>
            <a:noFill/>
          </a:ln>
        </p:spPr>
        <p:txBody>
          <a:bodyPr spcFirstLastPara="1" wrap="square" lIns="91425" tIns="45700" rIns="91425" bIns="45700" anchor="t" anchorCtr="0">
            <a:noAutofit/>
          </a:bodyPr>
          <a:lstStyle>
            <a:lvl1pPr marL="457200" lvl="0" indent="-335280" algn="l">
              <a:lnSpc>
                <a:spcPct val="80000"/>
              </a:lnSpc>
              <a:spcBef>
                <a:spcPts val="560"/>
              </a:spcBef>
              <a:spcAft>
                <a:spcPts val="0"/>
              </a:spcAft>
              <a:buSzPts val="1680"/>
              <a:buChar char="■"/>
              <a:defRPr sz="2800"/>
            </a:lvl1pPr>
            <a:lvl2pPr marL="914400" lvl="1" indent="-312419" algn="l">
              <a:lnSpc>
                <a:spcPct val="80000"/>
              </a:lnSpc>
              <a:spcBef>
                <a:spcPts val="480"/>
              </a:spcBef>
              <a:spcAft>
                <a:spcPts val="0"/>
              </a:spcAft>
              <a:buSzPts val="1320"/>
              <a:buChar char="■"/>
              <a:defRPr sz="2400"/>
            </a:lvl2pPr>
            <a:lvl3pPr marL="1371600" lvl="2" indent="-292100" algn="l">
              <a:lnSpc>
                <a:spcPct val="80000"/>
              </a:lnSpc>
              <a:spcBef>
                <a:spcPts val="400"/>
              </a:spcBef>
              <a:spcAft>
                <a:spcPts val="0"/>
              </a:spcAft>
              <a:buSzPts val="1000"/>
              <a:buChar char="■"/>
              <a:defRPr sz="2000"/>
            </a:lvl3pPr>
            <a:lvl4pPr marL="1828800" lvl="3" indent="-291464" algn="l">
              <a:lnSpc>
                <a:spcPct val="80000"/>
              </a:lnSpc>
              <a:spcBef>
                <a:spcPts val="360"/>
              </a:spcBef>
              <a:spcAft>
                <a:spcPts val="0"/>
              </a:spcAft>
              <a:buSzPts val="990"/>
              <a:buChar char="■"/>
              <a:defRPr sz="1800"/>
            </a:lvl4pPr>
            <a:lvl5pPr marL="2286000" lvl="4" indent="-285750" algn="l">
              <a:lnSpc>
                <a:spcPct val="80000"/>
              </a:lnSpc>
              <a:spcBef>
                <a:spcPts val="360"/>
              </a:spcBef>
              <a:spcAft>
                <a:spcPts val="0"/>
              </a:spcAft>
              <a:buSzPts val="900"/>
              <a:buChar char="■"/>
              <a:defRPr sz="1800"/>
            </a:lvl5pPr>
            <a:lvl6pPr marL="2743200" lvl="5" indent="-285750" algn="l">
              <a:lnSpc>
                <a:spcPct val="80000"/>
              </a:lnSpc>
              <a:spcBef>
                <a:spcPts val="360"/>
              </a:spcBef>
              <a:spcAft>
                <a:spcPts val="0"/>
              </a:spcAft>
              <a:buSzPts val="900"/>
              <a:buChar char="■"/>
              <a:defRPr sz="1800"/>
            </a:lvl6pPr>
            <a:lvl7pPr marL="3200400" lvl="6" indent="-285750" algn="l">
              <a:lnSpc>
                <a:spcPct val="80000"/>
              </a:lnSpc>
              <a:spcBef>
                <a:spcPts val="360"/>
              </a:spcBef>
              <a:spcAft>
                <a:spcPts val="0"/>
              </a:spcAft>
              <a:buSzPts val="900"/>
              <a:buChar char="■"/>
              <a:defRPr sz="1800"/>
            </a:lvl7pPr>
            <a:lvl8pPr marL="3657600" lvl="7" indent="-285750" algn="l">
              <a:lnSpc>
                <a:spcPct val="80000"/>
              </a:lnSpc>
              <a:spcBef>
                <a:spcPts val="360"/>
              </a:spcBef>
              <a:spcAft>
                <a:spcPts val="0"/>
              </a:spcAft>
              <a:buSzPts val="900"/>
              <a:buChar char="■"/>
              <a:defRPr sz="1800"/>
            </a:lvl8pPr>
            <a:lvl9pPr marL="4114800" lvl="8" indent="-285750" algn="l">
              <a:lnSpc>
                <a:spcPct val="80000"/>
              </a:lnSpc>
              <a:spcBef>
                <a:spcPts val="360"/>
              </a:spcBef>
              <a:spcAft>
                <a:spcPts val="0"/>
              </a:spcAft>
              <a:buSzPts val="900"/>
              <a:buChar char="■"/>
              <a:defRPr sz="1800"/>
            </a:lvl9pPr>
          </a:lstStyle>
          <a:p>
            <a:endParaRPr/>
          </a:p>
        </p:txBody>
      </p:sp>
      <p:sp>
        <p:nvSpPr>
          <p:cNvPr id="58" name="Google Shape;58;p36"/>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6"/>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6"/>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3" name="Google Shape;63;p3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80000"/>
              </a:lnSpc>
              <a:spcBef>
                <a:spcPts val="480"/>
              </a:spcBef>
              <a:spcAft>
                <a:spcPts val="0"/>
              </a:spcAft>
              <a:buSzPts val="1440"/>
              <a:buNone/>
              <a:defRPr sz="2400" b="1"/>
            </a:lvl1pPr>
            <a:lvl2pPr marL="914400" lvl="1" indent="-228600" algn="l">
              <a:lnSpc>
                <a:spcPct val="80000"/>
              </a:lnSpc>
              <a:spcBef>
                <a:spcPts val="400"/>
              </a:spcBef>
              <a:spcAft>
                <a:spcPts val="0"/>
              </a:spcAft>
              <a:buSzPts val="1100"/>
              <a:buNone/>
              <a:defRPr sz="2000" b="1"/>
            </a:lvl2pPr>
            <a:lvl3pPr marL="1371600" lvl="2" indent="-228600" algn="l">
              <a:lnSpc>
                <a:spcPct val="80000"/>
              </a:lnSpc>
              <a:spcBef>
                <a:spcPts val="360"/>
              </a:spcBef>
              <a:spcAft>
                <a:spcPts val="0"/>
              </a:spcAft>
              <a:buSzPts val="900"/>
              <a:buNone/>
              <a:defRPr sz="1800" b="1"/>
            </a:lvl3pPr>
            <a:lvl4pPr marL="1828800" lvl="3" indent="-228600" algn="l">
              <a:lnSpc>
                <a:spcPct val="80000"/>
              </a:lnSpc>
              <a:spcBef>
                <a:spcPts val="320"/>
              </a:spcBef>
              <a:spcAft>
                <a:spcPts val="0"/>
              </a:spcAft>
              <a:buSzPts val="880"/>
              <a:buNone/>
              <a:defRPr sz="1600" b="1"/>
            </a:lvl4pPr>
            <a:lvl5pPr marL="2286000" lvl="4" indent="-228600" algn="l">
              <a:lnSpc>
                <a:spcPct val="80000"/>
              </a:lnSpc>
              <a:spcBef>
                <a:spcPts val="320"/>
              </a:spcBef>
              <a:spcAft>
                <a:spcPts val="0"/>
              </a:spcAft>
              <a:buSzPts val="800"/>
              <a:buNone/>
              <a:defRPr sz="1600" b="1"/>
            </a:lvl5pPr>
            <a:lvl6pPr marL="2743200" lvl="5" indent="-228600" algn="l">
              <a:lnSpc>
                <a:spcPct val="80000"/>
              </a:lnSpc>
              <a:spcBef>
                <a:spcPts val="320"/>
              </a:spcBef>
              <a:spcAft>
                <a:spcPts val="0"/>
              </a:spcAft>
              <a:buSzPts val="800"/>
              <a:buNone/>
              <a:defRPr sz="1600" b="1"/>
            </a:lvl6pPr>
            <a:lvl7pPr marL="3200400" lvl="6" indent="-228600" algn="l">
              <a:lnSpc>
                <a:spcPct val="80000"/>
              </a:lnSpc>
              <a:spcBef>
                <a:spcPts val="320"/>
              </a:spcBef>
              <a:spcAft>
                <a:spcPts val="0"/>
              </a:spcAft>
              <a:buSzPts val="800"/>
              <a:buNone/>
              <a:defRPr sz="1600" b="1"/>
            </a:lvl7pPr>
            <a:lvl8pPr marL="3657600" lvl="7" indent="-228600" algn="l">
              <a:lnSpc>
                <a:spcPct val="80000"/>
              </a:lnSpc>
              <a:spcBef>
                <a:spcPts val="320"/>
              </a:spcBef>
              <a:spcAft>
                <a:spcPts val="0"/>
              </a:spcAft>
              <a:buSzPts val="800"/>
              <a:buNone/>
              <a:defRPr sz="1600" b="1"/>
            </a:lvl8pPr>
            <a:lvl9pPr marL="4114800" lvl="8" indent="-228600" algn="l">
              <a:lnSpc>
                <a:spcPct val="80000"/>
              </a:lnSpc>
              <a:spcBef>
                <a:spcPts val="320"/>
              </a:spcBef>
              <a:spcAft>
                <a:spcPts val="0"/>
              </a:spcAft>
              <a:buSzPts val="800"/>
              <a:buNone/>
              <a:defRPr sz="1600" b="1"/>
            </a:lvl9pPr>
          </a:lstStyle>
          <a:p>
            <a:endParaRPr/>
          </a:p>
        </p:txBody>
      </p:sp>
      <p:sp>
        <p:nvSpPr>
          <p:cNvPr id="64" name="Google Shape;64;p3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20040" algn="l">
              <a:lnSpc>
                <a:spcPct val="80000"/>
              </a:lnSpc>
              <a:spcBef>
                <a:spcPts val="480"/>
              </a:spcBef>
              <a:spcAft>
                <a:spcPts val="0"/>
              </a:spcAft>
              <a:buSzPts val="1440"/>
              <a:buChar char="■"/>
              <a:defRPr sz="2400"/>
            </a:lvl1pPr>
            <a:lvl2pPr marL="914400" lvl="1" indent="-298450" algn="l">
              <a:lnSpc>
                <a:spcPct val="80000"/>
              </a:lnSpc>
              <a:spcBef>
                <a:spcPts val="400"/>
              </a:spcBef>
              <a:spcAft>
                <a:spcPts val="0"/>
              </a:spcAft>
              <a:buSzPts val="1100"/>
              <a:buChar char="■"/>
              <a:defRPr sz="2000"/>
            </a:lvl2pPr>
            <a:lvl3pPr marL="1371600" lvl="2" indent="-285750" algn="l">
              <a:lnSpc>
                <a:spcPct val="80000"/>
              </a:lnSpc>
              <a:spcBef>
                <a:spcPts val="360"/>
              </a:spcBef>
              <a:spcAft>
                <a:spcPts val="0"/>
              </a:spcAft>
              <a:buSzPts val="900"/>
              <a:buChar char="■"/>
              <a:defRPr sz="1800"/>
            </a:lvl3pPr>
            <a:lvl4pPr marL="1828800" lvl="3" indent="-284480" algn="l">
              <a:lnSpc>
                <a:spcPct val="80000"/>
              </a:lnSpc>
              <a:spcBef>
                <a:spcPts val="320"/>
              </a:spcBef>
              <a:spcAft>
                <a:spcPts val="0"/>
              </a:spcAft>
              <a:buSzPts val="880"/>
              <a:buChar char="■"/>
              <a:defRPr sz="1600"/>
            </a:lvl4pPr>
            <a:lvl5pPr marL="2286000" lvl="4" indent="-279400" algn="l">
              <a:lnSpc>
                <a:spcPct val="80000"/>
              </a:lnSpc>
              <a:spcBef>
                <a:spcPts val="320"/>
              </a:spcBef>
              <a:spcAft>
                <a:spcPts val="0"/>
              </a:spcAft>
              <a:buSzPts val="800"/>
              <a:buChar char="■"/>
              <a:defRPr sz="1600"/>
            </a:lvl5pPr>
            <a:lvl6pPr marL="2743200" lvl="5" indent="-279400" algn="l">
              <a:lnSpc>
                <a:spcPct val="80000"/>
              </a:lnSpc>
              <a:spcBef>
                <a:spcPts val="320"/>
              </a:spcBef>
              <a:spcAft>
                <a:spcPts val="0"/>
              </a:spcAft>
              <a:buSzPts val="800"/>
              <a:buChar char="■"/>
              <a:defRPr sz="1600"/>
            </a:lvl6pPr>
            <a:lvl7pPr marL="3200400" lvl="6" indent="-279400" algn="l">
              <a:lnSpc>
                <a:spcPct val="80000"/>
              </a:lnSpc>
              <a:spcBef>
                <a:spcPts val="320"/>
              </a:spcBef>
              <a:spcAft>
                <a:spcPts val="0"/>
              </a:spcAft>
              <a:buSzPts val="800"/>
              <a:buChar char="■"/>
              <a:defRPr sz="1600"/>
            </a:lvl7pPr>
            <a:lvl8pPr marL="3657600" lvl="7" indent="-279400" algn="l">
              <a:lnSpc>
                <a:spcPct val="80000"/>
              </a:lnSpc>
              <a:spcBef>
                <a:spcPts val="320"/>
              </a:spcBef>
              <a:spcAft>
                <a:spcPts val="0"/>
              </a:spcAft>
              <a:buSzPts val="800"/>
              <a:buChar char="■"/>
              <a:defRPr sz="1600"/>
            </a:lvl8pPr>
            <a:lvl9pPr marL="4114800" lvl="8" indent="-279400" algn="l">
              <a:lnSpc>
                <a:spcPct val="80000"/>
              </a:lnSpc>
              <a:spcBef>
                <a:spcPts val="320"/>
              </a:spcBef>
              <a:spcAft>
                <a:spcPts val="0"/>
              </a:spcAft>
              <a:buSzPts val="800"/>
              <a:buChar char="■"/>
              <a:defRPr sz="1600"/>
            </a:lvl9pPr>
          </a:lstStyle>
          <a:p>
            <a:endParaRPr/>
          </a:p>
        </p:txBody>
      </p:sp>
      <p:sp>
        <p:nvSpPr>
          <p:cNvPr id="65" name="Google Shape;65;p3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80000"/>
              </a:lnSpc>
              <a:spcBef>
                <a:spcPts val="480"/>
              </a:spcBef>
              <a:spcAft>
                <a:spcPts val="0"/>
              </a:spcAft>
              <a:buSzPts val="1440"/>
              <a:buNone/>
              <a:defRPr sz="2400" b="1"/>
            </a:lvl1pPr>
            <a:lvl2pPr marL="914400" lvl="1" indent="-228600" algn="l">
              <a:lnSpc>
                <a:spcPct val="80000"/>
              </a:lnSpc>
              <a:spcBef>
                <a:spcPts val="400"/>
              </a:spcBef>
              <a:spcAft>
                <a:spcPts val="0"/>
              </a:spcAft>
              <a:buSzPts val="1100"/>
              <a:buNone/>
              <a:defRPr sz="2000" b="1"/>
            </a:lvl2pPr>
            <a:lvl3pPr marL="1371600" lvl="2" indent="-228600" algn="l">
              <a:lnSpc>
                <a:spcPct val="80000"/>
              </a:lnSpc>
              <a:spcBef>
                <a:spcPts val="360"/>
              </a:spcBef>
              <a:spcAft>
                <a:spcPts val="0"/>
              </a:spcAft>
              <a:buSzPts val="900"/>
              <a:buNone/>
              <a:defRPr sz="1800" b="1"/>
            </a:lvl3pPr>
            <a:lvl4pPr marL="1828800" lvl="3" indent="-228600" algn="l">
              <a:lnSpc>
                <a:spcPct val="80000"/>
              </a:lnSpc>
              <a:spcBef>
                <a:spcPts val="320"/>
              </a:spcBef>
              <a:spcAft>
                <a:spcPts val="0"/>
              </a:spcAft>
              <a:buSzPts val="880"/>
              <a:buNone/>
              <a:defRPr sz="1600" b="1"/>
            </a:lvl4pPr>
            <a:lvl5pPr marL="2286000" lvl="4" indent="-228600" algn="l">
              <a:lnSpc>
                <a:spcPct val="80000"/>
              </a:lnSpc>
              <a:spcBef>
                <a:spcPts val="320"/>
              </a:spcBef>
              <a:spcAft>
                <a:spcPts val="0"/>
              </a:spcAft>
              <a:buSzPts val="800"/>
              <a:buNone/>
              <a:defRPr sz="1600" b="1"/>
            </a:lvl5pPr>
            <a:lvl6pPr marL="2743200" lvl="5" indent="-228600" algn="l">
              <a:lnSpc>
                <a:spcPct val="80000"/>
              </a:lnSpc>
              <a:spcBef>
                <a:spcPts val="320"/>
              </a:spcBef>
              <a:spcAft>
                <a:spcPts val="0"/>
              </a:spcAft>
              <a:buSzPts val="800"/>
              <a:buNone/>
              <a:defRPr sz="1600" b="1"/>
            </a:lvl6pPr>
            <a:lvl7pPr marL="3200400" lvl="6" indent="-228600" algn="l">
              <a:lnSpc>
                <a:spcPct val="80000"/>
              </a:lnSpc>
              <a:spcBef>
                <a:spcPts val="320"/>
              </a:spcBef>
              <a:spcAft>
                <a:spcPts val="0"/>
              </a:spcAft>
              <a:buSzPts val="800"/>
              <a:buNone/>
              <a:defRPr sz="1600" b="1"/>
            </a:lvl7pPr>
            <a:lvl8pPr marL="3657600" lvl="7" indent="-228600" algn="l">
              <a:lnSpc>
                <a:spcPct val="80000"/>
              </a:lnSpc>
              <a:spcBef>
                <a:spcPts val="320"/>
              </a:spcBef>
              <a:spcAft>
                <a:spcPts val="0"/>
              </a:spcAft>
              <a:buSzPts val="800"/>
              <a:buNone/>
              <a:defRPr sz="1600" b="1"/>
            </a:lvl8pPr>
            <a:lvl9pPr marL="4114800" lvl="8" indent="-228600" algn="l">
              <a:lnSpc>
                <a:spcPct val="80000"/>
              </a:lnSpc>
              <a:spcBef>
                <a:spcPts val="320"/>
              </a:spcBef>
              <a:spcAft>
                <a:spcPts val="0"/>
              </a:spcAft>
              <a:buSzPts val="800"/>
              <a:buNone/>
              <a:defRPr sz="1600" b="1"/>
            </a:lvl9pPr>
          </a:lstStyle>
          <a:p>
            <a:endParaRPr/>
          </a:p>
        </p:txBody>
      </p:sp>
      <p:sp>
        <p:nvSpPr>
          <p:cNvPr id="66" name="Google Shape;66;p3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20040" algn="l">
              <a:lnSpc>
                <a:spcPct val="80000"/>
              </a:lnSpc>
              <a:spcBef>
                <a:spcPts val="480"/>
              </a:spcBef>
              <a:spcAft>
                <a:spcPts val="0"/>
              </a:spcAft>
              <a:buSzPts val="1440"/>
              <a:buChar char="■"/>
              <a:defRPr sz="2400"/>
            </a:lvl1pPr>
            <a:lvl2pPr marL="914400" lvl="1" indent="-298450" algn="l">
              <a:lnSpc>
                <a:spcPct val="80000"/>
              </a:lnSpc>
              <a:spcBef>
                <a:spcPts val="400"/>
              </a:spcBef>
              <a:spcAft>
                <a:spcPts val="0"/>
              </a:spcAft>
              <a:buSzPts val="1100"/>
              <a:buChar char="■"/>
              <a:defRPr sz="2000"/>
            </a:lvl2pPr>
            <a:lvl3pPr marL="1371600" lvl="2" indent="-285750" algn="l">
              <a:lnSpc>
                <a:spcPct val="80000"/>
              </a:lnSpc>
              <a:spcBef>
                <a:spcPts val="360"/>
              </a:spcBef>
              <a:spcAft>
                <a:spcPts val="0"/>
              </a:spcAft>
              <a:buSzPts val="900"/>
              <a:buChar char="■"/>
              <a:defRPr sz="1800"/>
            </a:lvl3pPr>
            <a:lvl4pPr marL="1828800" lvl="3" indent="-284480" algn="l">
              <a:lnSpc>
                <a:spcPct val="80000"/>
              </a:lnSpc>
              <a:spcBef>
                <a:spcPts val="320"/>
              </a:spcBef>
              <a:spcAft>
                <a:spcPts val="0"/>
              </a:spcAft>
              <a:buSzPts val="880"/>
              <a:buChar char="■"/>
              <a:defRPr sz="1600"/>
            </a:lvl4pPr>
            <a:lvl5pPr marL="2286000" lvl="4" indent="-279400" algn="l">
              <a:lnSpc>
                <a:spcPct val="80000"/>
              </a:lnSpc>
              <a:spcBef>
                <a:spcPts val="320"/>
              </a:spcBef>
              <a:spcAft>
                <a:spcPts val="0"/>
              </a:spcAft>
              <a:buSzPts val="800"/>
              <a:buChar char="■"/>
              <a:defRPr sz="1600"/>
            </a:lvl5pPr>
            <a:lvl6pPr marL="2743200" lvl="5" indent="-279400" algn="l">
              <a:lnSpc>
                <a:spcPct val="80000"/>
              </a:lnSpc>
              <a:spcBef>
                <a:spcPts val="320"/>
              </a:spcBef>
              <a:spcAft>
                <a:spcPts val="0"/>
              </a:spcAft>
              <a:buSzPts val="800"/>
              <a:buChar char="■"/>
              <a:defRPr sz="1600"/>
            </a:lvl6pPr>
            <a:lvl7pPr marL="3200400" lvl="6" indent="-279400" algn="l">
              <a:lnSpc>
                <a:spcPct val="80000"/>
              </a:lnSpc>
              <a:spcBef>
                <a:spcPts val="320"/>
              </a:spcBef>
              <a:spcAft>
                <a:spcPts val="0"/>
              </a:spcAft>
              <a:buSzPts val="800"/>
              <a:buChar char="■"/>
              <a:defRPr sz="1600"/>
            </a:lvl7pPr>
            <a:lvl8pPr marL="3657600" lvl="7" indent="-279400" algn="l">
              <a:lnSpc>
                <a:spcPct val="80000"/>
              </a:lnSpc>
              <a:spcBef>
                <a:spcPts val="320"/>
              </a:spcBef>
              <a:spcAft>
                <a:spcPts val="0"/>
              </a:spcAft>
              <a:buSzPts val="800"/>
              <a:buChar char="■"/>
              <a:defRPr sz="1600"/>
            </a:lvl8pPr>
            <a:lvl9pPr marL="4114800" lvl="8" indent="-279400" algn="l">
              <a:lnSpc>
                <a:spcPct val="80000"/>
              </a:lnSpc>
              <a:spcBef>
                <a:spcPts val="320"/>
              </a:spcBef>
              <a:spcAft>
                <a:spcPts val="0"/>
              </a:spcAft>
              <a:buSzPts val="800"/>
              <a:buChar char="■"/>
              <a:defRPr sz="1600"/>
            </a:lvl9pPr>
          </a:lstStyle>
          <a:p>
            <a:endParaRPr/>
          </a:p>
        </p:txBody>
      </p:sp>
      <p:sp>
        <p:nvSpPr>
          <p:cNvPr id="67" name="Google Shape;67;p37"/>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37"/>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7"/>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70"/>
        <p:cNvGrpSpPr/>
        <p:nvPr/>
      </p:nvGrpSpPr>
      <p:grpSpPr>
        <a:xfrm>
          <a:off x="0" y="0"/>
          <a:ext cx="0" cy="0"/>
          <a:chOff x="0" y="0"/>
          <a:chExt cx="0" cy="0"/>
        </a:xfrm>
      </p:grpSpPr>
      <p:graphicFrame>
        <p:nvGraphicFramePr>
          <p:cNvPr id="71" name="Google Shape;71;p38"/>
          <p:cNvGraphicFramePr/>
          <p:nvPr/>
        </p:nvGraphicFramePr>
        <p:xfrm>
          <a:off x="381000" y="1143000"/>
          <a:ext cx="8382000" cy="76200"/>
        </p:xfrm>
        <a:graphic>
          <a:graphicData uri="http://schemas.openxmlformats.org/presentationml/2006/ole">
            <mc:AlternateContent xmlns:mc="http://schemas.openxmlformats.org/markup-compatibility/2006">
              <mc:Choice xmlns:v="urn:schemas-microsoft-com:vml" Requires="v">
                <p:oleObj r:id="rId2" imgW="8382000" imgH="76200" progId="">
                  <p:embed/>
                </p:oleObj>
              </mc:Choice>
              <mc:Fallback>
                <p:oleObj r:id="rId2" imgW="8382000" imgH="76200" progId="">
                  <p:embed/>
                  <p:pic>
                    <p:nvPicPr>
                      <p:cNvPr id="71" name="Google Shape;71;p38"/>
                      <p:cNvPicPr preferRelativeResize="0"/>
                      <p:nvPr/>
                    </p:nvPicPr>
                    <p:blipFill rotWithShape="1">
                      <a:blip r:embed="rId3">
                        <a:alphaModFix/>
                      </a:blip>
                      <a:srcRect/>
                      <a:stretch/>
                    </p:blipFill>
                    <p:spPr>
                      <a:xfrm>
                        <a:off x="381000" y="1143000"/>
                        <a:ext cx="8382000" cy="76200"/>
                      </a:xfrm>
                      <a:prstGeom prst="rect">
                        <a:avLst/>
                      </a:prstGeom>
                      <a:noFill/>
                      <a:ln>
                        <a:noFill/>
                      </a:ln>
                    </p:spPr>
                  </p:pic>
                </p:oleObj>
              </mc:Fallback>
            </mc:AlternateContent>
          </a:graphicData>
        </a:graphic>
      </p:graphicFrame>
      <p:sp>
        <p:nvSpPr>
          <p:cNvPr id="72" name="Google Shape;72;p38"/>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3" name="Google Shape;73;p38"/>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39"/>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9"/>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9"/>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4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4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350520" algn="l">
              <a:lnSpc>
                <a:spcPct val="80000"/>
              </a:lnSpc>
              <a:spcBef>
                <a:spcPts val="640"/>
              </a:spcBef>
              <a:spcAft>
                <a:spcPts val="0"/>
              </a:spcAft>
              <a:buSzPts val="1920"/>
              <a:buChar char="■"/>
              <a:defRPr sz="3200"/>
            </a:lvl1pPr>
            <a:lvl2pPr marL="914400" lvl="1" indent="-326390" algn="l">
              <a:lnSpc>
                <a:spcPct val="80000"/>
              </a:lnSpc>
              <a:spcBef>
                <a:spcPts val="560"/>
              </a:spcBef>
              <a:spcAft>
                <a:spcPts val="0"/>
              </a:spcAft>
              <a:buSzPts val="1540"/>
              <a:buChar char="■"/>
              <a:defRPr sz="2800"/>
            </a:lvl2pPr>
            <a:lvl3pPr marL="1371600" lvl="2" indent="-304800" algn="l">
              <a:lnSpc>
                <a:spcPct val="80000"/>
              </a:lnSpc>
              <a:spcBef>
                <a:spcPts val="480"/>
              </a:spcBef>
              <a:spcAft>
                <a:spcPts val="0"/>
              </a:spcAft>
              <a:buSzPts val="1200"/>
              <a:buChar char="■"/>
              <a:defRPr sz="2400"/>
            </a:lvl3pPr>
            <a:lvl4pPr marL="1828800" lvl="3" indent="-298450" algn="l">
              <a:lnSpc>
                <a:spcPct val="80000"/>
              </a:lnSpc>
              <a:spcBef>
                <a:spcPts val="400"/>
              </a:spcBef>
              <a:spcAft>
                <a:spcPts val="0"/>
              </a:spcAft>
              <a:buSzPts val="1100"/>
              <a:buChar char="■"/>
              <a:defRPr sz="2000"/>
            </a:lvl4pPr>
            <a:lvl5pPr marL="2286000" lvl="4" indent="-292100" algn="l">
              <a:lnSpc>
                <a:spcPct val="80000"/>
              </a:lnSpc>
              <a:spcBef>
                <a:spcPts val="400"/>
              </a:spcBef>
              <a:spcAft>
                <a:spcPts val="0"/>
              </a:spcAft>
              <a:buSzPts val="1000"/>
              <a:buChar char="■"/>
              <a:defRPr sz="2000"/>
            </a:lvl5pPr>
            <a:lvl6pPr marL="2743200" lvl="5" indent="-292100" algn="l">
              <a:lnSpc>
                <a:spcPct val="80000"/>
              </a:lnSpc>
              <a:spcBef>
                <a:spcPts val="400"/>
              </a:spcBef>
              <a:spcAft>
                <a:spcPts val="0"/>
              </a:spcAft>
              <a:buSzPts val="1000"/>
              <a:buChar char="■"/>
              <a:defRPr sz="2000"/>
            </a:lvl6pPr>
            <a:lvl7pPr marL="3200400" lvl="6" indent="-292100" algn="l">
              <a:lnSpc>
                <a:spcPct val="80000"/>
              </a:lnSpc>
              <a:spcBef>
                <a:spcPts val="400"/>
              </a:spcBef>
              <a:spcAft>
                <a:spcPts val="0"/>
              </a:spcAft>
              <a:buSzPts val="1000"/>
              <a:buChar char="■"/>
              <a:defRPr sz="2000"/>
            </a:lvl7pPr>
            <a:lvl8pPr marL="3657600" lvl="7" indent="-292100" algn="l">
              <a:lnSpc>
                <a:spcPct val="80000"/>
              </a:lnSpc>
              <a:spcBef>
                <a:spcPts val="400"/>
              </a:spcBef>
              <a:spcAft>
                <a:spcPts val="0"/>
              </a:spcAft>
              <a:buSzPts val="1000"/>
              <a:buChar char="■"/>
              <a:defRPr sz="2000"/>
            </a:lvl8pPr>
            <a:lvl9pPr marL="4114800" lvl="8" indent="-292100" algn="l">
              <a:lnSpc>
                <a:spcPct val="80000"/>
              </a:lnSpc>
              <a:spcBef>
                <a:spcPts val="400"/>
              </a:spcBef>
              <a:spcAft>
                <a:spcPts val="0"/>
              </a:spcAft>
              <a:buSzPts val="1000"/>
              <a:buChar char="■"/>
              <a:defRPr sz="2000"/>
            </a:lvl9pPr>
          </a:lstStyle>
          <a:p>
            <a:endParaRPr/>
          </a:p>
        </p:txBody>
      </p:sp>
      <p:sp>
        <p:nvSpPr>
          <p:cNvPr id="82" name="Google Shape;82;p4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80000"/>
              </a:lnSpc>
              <a:spcBef>
                <a:spcPts val="280"/>
              </a:spcBef>
              <a:spcAft>
                <a:spcPts val="0"/>
              </a:spcAft>
              <a:buSzPts val="840"/>
              <a:buNone/>
              <a:defRPr sz="1400"/>
            </a:lvl1pPr>
            <a:lvl2pPr marL="914400" lvl="1" indent="-228600" algn="l">
              <a:lnSpc>
                <a:spcPct val="80000"/>
              </a:lnSpc>
              <a:spcBef>
                <a:spcPts val="240"/>
              </a:spcBef>
              <a:spcAft>
                <a:spcPts val="0"/>
              </a:spcAft>
              <a:buSzPts val="660"/>
              <a:buNone/>
              <a:defRPr sz="1200"/>
            </a:lvl2pPr>
            <a:lvl3pPr marL="1371600" lvl="2" indent="-228600" algn="l">
              <a:lnSpc>
                <a:spcPct val="80000"/>
              </a:lnSpc>
              <a:spcBef>
                <a:spcPts val="200"/>
              </a:spcBef>
              <a:spcAft>
                <a:spcPts val="0"/>
              </a:spcAft>
              <a:buSzPts val="500"/>
              <a:buNone/>
              <a:defRPr sz="1000"/>
            </a:lvl3pPr>
            <a:lvl4pPr marL="1828800" lvl="3" indent="-228600" algn="l">
              <a:lnSpc>
                <a:spcPct val="80000"/>
              </a:lnSpc>
              <a:spcBef>
                <a:spcPts val="180"/>
              </a:spcBef>
              <a:spcAft>
                <a:spcPts val="0"/>
              </a:spcAft>
              <a:buSzPts val="495"/>
              <a:buNone/>
              <a:defRPr sz="900"/>
            </a:lvl4pPr>
            <a:lvl5pPr marL="2286000" lvl="4" indent="-228600" algn="l">
              <a:lnSpc>
                <a:spcPct val="80000"/>
              </a:lnSpc>
              <a:spcBef>
                <a:spcPts val="180"/>
              </a:spcBef>
              <a:spcAft>
                <a:spcPts val="0"/>
              </a:spcAft>
              <a:buSzPts val="450"/>
              <a:buNone/>
              <a:defRPr sz="900"/>
            </a:lvl5pPr>
            <a:lvl6pPr marL="2743200" lvl="5" indent="-228600" algn="l">
              <a:lnSpc>
                <a:spcPct val="80000"/>
              </a:lnSpc>
              <a:spcBef>
                <a:spcPts val="180"/>
              </a:spcBef>
              <a:spcAft>
                <a:spcPts val="0"/>
              </a:spcAft>
              <a:buSzPts val="450"/>
              <a:buNone/>
              <a:defRPr sz="900"/>
            </a:lvl6pPr>
            <a:lvl7pPr marL="3200400" lvl="6" indent="-228600" algn="l">
              <a:lnSpc>
                <a:spcPct val="80000"/>
              </a:lnSpc>
              <a:spcBef>
                <a:spcPts val="180"/>
              </a:spcBef>
              <a:spcAft>
                <a:spcPts val="0"/>
              </a:spcAft>
              <a:buSzPts val="450"/>
              <a:buNone/>
              <a:defRPr sz="900"/>
            </a:lvl7pPr>
            <a:lvl8pPr marL="3657600" lvl="7" indent="-228600" algn="l">
              <a:lnSpc>
                <a:spcPct val="80000"/>
              </a:lnSpc>
              <a:spcBef>
                <a:spcPts val="180"/>
              </a:spcBef>
              <a:spcAft>
                <a:spcPts val="0"/>
              </a:spcAft>
              <a:buSzPts val="450"/>
              <a:buNone/>
              <a:defRPr sz="900"/>
            </a:lvl8pPr>
            <a:lvl9pPr marL="4114800" lvl="8" indent="-228600" algn="l">
              <a:lnSpc>
                <a:spcPct val="80000"/>
              </a:lnSpc>
              <a:spcBef>
                <a:spcPts val="180"/>
              </a:spcBef>
              <a:spcAft>
                <a:spcPts val="0"/>
              </a:spcAft>
              <a:buSzPts val="450"/>
              <a:buNone/>
              <a:defRPr sz="900"/>
            </a:lvl9pPr>
          </a:lstStyle>
          <a:p>
            <a:endParaRPr/>
          </a:p>
        </p:txBody>
      </p:sp>
      <p:sp>
        <p:nvSpPr>
          <p:cNvPr id="83" name="Google Shape;83;p40"/>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40"/>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40"/>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6"/>
        <p:cNvGrpSpPr/>
        <p:nvPr/>
      </p:nvGrpSpPr>
      <p:grpSpPr>
        <a:xfrm>
          <a:off x="0" y="0"/>
          <a:ext cx="0" cy="0"/>
          <a:chOff x="0" y="0"/>
          <a:chExt cx="0" cy="0"/>
        </a:xfrm>
      </p:grpSpPr>
      <p:sp>
        <p:nvSpPr>
          <p:cNvPr id="87" name="Google Shape;87;p4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8" name="Google Shape;88;p41"/>
          <p:cNvSpPr>
            <a:spLocks noGrp="1"/>
          </p:cNvSpPr>
          <p:nvPr>
            <p:ph type="pic" idx="2"/>
          </p:nvPr>
        </p:nvSpPr>
        <p:spPr>
          <a:xfrm>
            <a:off x="1792288" y="612775"/>
            <a:ext cx="5486400" cy="4114800"/>
          </a:xfrm>
          <a:prstGeom prst="rect">
            <a:avLst/>
          </a:prstGeom>
          <a:noFill/>
          <a:ln>
            <a:noFill/>
          </a:ln>
        </p:spPr>
      </p:sp>
      <p:sp>
        <p:nvSpPr>
          <p:cNvPr id="89" name="Google Shape;89;p4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80000"/>
              </a:lnSpc>
              <a:spcBef>
                <a:spcPts val="280"/>
              </a:spcBef>
              <a:spcAft>
                <a:spcPts val="0"/>
              </a:spcAft>
              <a:buSzPts val="840"/>
              <a:buNone/>
              <a:defRPr sz="1400"/>
            </a:lvl1pPr>
            <a:lvl2pPr marL="914400" lvl="1" indent="-228600" algn="l">
              <a:lnSpc>
                <a:spcPct val="80000"/>
              </a:lnSpc>
              <a:spcBef>
                <a:spcPts val="240"/>
              </a:spcBef>
              <a:spcAft>
                <a:spcPts val="0"/>
              </a:spcAft>
              <a:buSzPts val="660"/>
              <a:buNone/>
              <a:defRPr sz="1200"/>
            </a:lvl2pPr>
            <a:lvl3pPr marL="1371600" lvl="2" indent="-228600" algn="l">
              <a:lnSpc>
                <a:spcPct val="80000"/>
              </a:lnSpc>
              <a:spcBef>
                <a:spcPts val="200"/>
              </a:spcBef>
              <a:spcAft>
                <a:spcPts val="0"/>
              </a:spcAft>
              <a:buSzPts val="500"/>
              <a:buNone/>
              <a:defRPr sz="1000"/>
            </a:lvl3pPr>
            <a:lvl4pPr marL="1828800" lvl="3" indent="-228600" algn="l">
              <a:lnSpc>
                <a:spcPct val="80000"/>
              </a:lnSpc>
              <a:spcBef>
                <a:spcPts val="180"/>
              </a:spcBef>
              <a:spcAft>
                <a:spcPts val="0"/>
              </a:spcAft>
              <a:buSzPts val="495"/>
              <a:buNone/>
              <a:defRPr sz="900"/>
            </a:lvl4pPr>
            <a:lvl5pPr marL="2286000" lvl="4" indent="-228600" algn="l">
              <a:lnSpc>
                <a:spcPct val="80000"/>
              </a:lnSpc>
              <a:spcBef>
                <a:spcPts val="180"/>
              </a:spcBef>
              <a:spcAft>
                <a:spcPts val="0"/>
              </a:spcAft>
              <a:buSzPts val="450"/>
              <a:buNone/>
              <a:defRPr sz="900"/>
            </a:lvl5pPr>
            <a:lvl6pPr marL="2743200" lvl="5" indent="-228600" algn="l">
              <a:lnSpc>
                <a:spcPct val="80000"/>
              </a:lnSpc>
              <a:spcBef>
                <a:spcPts val="180"/>
              </a:spcBef>
              <a:spcAft>
                <a:spcPts val="0"/>
              </a:spcAft>
              <a:buSzPts val="450"/>
              <a:buNone/>
              <a:defRPr sz="900"/>
            </a:lvl6pPr>
            <a:lvl7pPr marL="3200400" lvl="6" indent="-228600" algn="l">
              <a:lnSpc>
                <a:spcPct val="80000"/>
              </a:lnSpc>
              <a:spcBef>
                <a:spcPts val="180"/>
              </a:spcBef>
              <a:spcAft>
                <a:spcPts val="0"/>
              </a:spcAft>
              <a:buSzPts val="450"/>
              <a:buNone/>
              <a:defRPr sz="900"/>
            </a:lvl7pPr>
            <a:lvl8pPr marL="3657600" lvl="7" indent="-228600" algn="l">
              <a:lnSpc>
                <a:spcPct val="80000"/>
              </a:lnSpc>
              <a:spcBef>
                <a:spcPts val="180"/>
              </a:spcBef>
              <a:spcAft>
                <a:spcPts val="0"/>
              </a:spcAft>
              <a:buSzPts val="450"/>
              <a:buNone/>
              <a:defRPr sz="900"/>
            </a:lvl8pPr>
            <a:lvl9pPr marL="4114800" lvl="8" indent="-228600" algn="l">
              <a:lnSpc>
                <a:spcPct val="80000"/>
              </a:lnSpc>
              <a:spcBef>
                <a:spcPts val="180"/>
              </a:spcBef>
              <a:spcAft>
                <a:spcPts val="0"/>
              </a:spcAft>
              <a:buSzPts val="450"/>
              <a:buNone/>
              <a:defRPr sz="900"/>
            </a:lvl9pPr>
          </a:lstStyle>
          <a:p>
            <a:endParaRPr/>
          </a:p>
        </p:txBody>
      </p:sp>
      <p:sp>
        <p:nvSpPr>
          <p:cNvPr id="90" name="Google Shape;90;p41"/>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41"/>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41"/>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3"/>
        <p:cNvGrpSpPr/>
        <p:nvPr/>
      </p:nvGrpSpPr>
      <p:grpSpPr>
        <a:xfrm>
          <a:off x="0" y="0"/>
          <a:ext cx="0" cy="0"/>
          <a:chOff x="0" y="0"/>
          <a:chExt cx="0" cy="0"/>
        </a:xfrm>
      </p:grpSpPr>
      <p:sp>
        <p:nvSpPr>
          <p:cNvPr id="94" name="Google Shape;94;p42"/>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5" name="Google Shape;95;p42"/>
          <p:cNvSpPr txBox="1">
            <a:spLocks noGrp="1"/>
          </p:cNvSpPr>
          <p:nvPr>
            <p:ph type="body" idx="1"/>
          </p:nvPr>
        </p:nvSpPr>
        <p:spPr>
          <a:xfrm rot="5400000">
            <a:off x="2057400" y="-228600"/>
            <a:ext cx="5105400" cy="8458200"/>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96" name="Google Shape;96;p42"/>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42"/>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42"/>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9"/>
        <p:cNvGrpSpPr/>
        <p:nvPr/>
      </p:nvGrpSpPr>
      <p:grpSpPr>
        <a:xfrm>
          <a:off x="0" y="0"/>
          <a:ext cx="0" cy="0"/>
          <a:chOff x="0" y="0"/>
          <a:chExt cx="0" cy="0"/>
        </a:xfrm>
      </p:grpSpPr>
      <p:sp>
        <p:nvSpPr>
          <p:cNvPr id="100" name="Google Shape;100;p43"/>
          <p:cNvSpPr txBox="1">
            <a:spLocks noGrp="1"/>
          </p:cNvSpPr>
          <p:nvPr>
            <p:ph type="title"/>
          </p:nvPr>
        </p:nvSpPr>
        <p:spPr>
          <a:xfrm rot="5400000">
            <a:off x="4619625" y="2333625"/>
            <a:ext cx="6324600" cy="21145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1" name="Google Shape;101;p43"/>
          <p:cNvSpPr txBox="1">
            <a:spLocks noGrp="1"/>
          </p:cNvSpPr>
          <p:nvPr>
            <p:ph type="body" idx="1"/>
          </p:nvPr>
        </p:nvSpPr>
        <p:spPr>
          <a:xfrm rot="5400000">
            <a:off x="314325" y="295275"/>
            <a:ext cx="6324600" cy="6191250"/>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102" name="Google Shape;102;p43"/>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43"/>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43"/>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1"/>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4000" b="0" i="0" u="none" strike="noStrike" cap="none">
                <a:solidFill>
                  <a:schemeClr val="dk2"/>
                </a:solidFill>
                <a:latin typeface="Tahoma"/>
                <a:ea typeface="Tahoma"/>
                <a:cs typeface="Tahoma"/>
                <a:sym typeface="Tahoma"/>
              </a:defRPr>
            </a:lvl1pPr>
            <a:lvl2pPr marR="0" lvl="1" algn="ctr" rtl="0">
              <a:spcBef>
                <a:spcPts val="0"/>
              </a:spcBef>
              <a:spcAft>
                <a:spcPts val="0"/>
              </a:spcAft>
              <a:buSzPts val="1400"/>
              <a:buNone/>
              <a:defRPr sz="4000" b="0" i="0" u="none" strike="noStrike" cap="none">
                <a:solidFill>
                  <a:schemeClr val="dk2"/>
                </a:solidFill>
                <a:latin typeface="Tahoma"/>
                <a:ea typeface="Tahoma"/>
                <a:cs typeface="Tahoma"/>
                <a:sym typeface="Tahoma"/>
              </a:defRPr>
            </a:lvl2pPr>
            <a:lvl3pPr marR="0" lvl="2" algn="ctr" rtl="0">
              <a:spcBef>
                <a:spcPts val="0"/>
              </a:spcBef>
              <a:spcAft>
                <a:spcPts val="0"/>
              </a:spcAft>
              <a:buSzPts val="1400"/>
              <a:buNone/>
              <a:defRPr sz="4000" b="0" i="0" u="none" strike="noStrike" cap="none">
                <a:solidFill>
                  <a:schemeClr val="dk2"/>
                </a:solidFill>
                <a:latin typeface="Tahoma"/>
                <a:ea typeface="Tahoma"/>
                <a:cs typeface="Tahoma"/>
                <a:sym typeface="Tahoma"/>
              </a:defRPr>
            </a:lvl3pPr>
            <a:lvl4pPr marR="0" lvl="3" algn="ctr" rtl="0">
              <a:spcBef>
                <a:spcPts val="0"/>
              </a:spcBef>
              <a:spcAft>
                <a:spcPts val="0"/>
              </a:spcAft>
              <a:buSzPts val="1400"/>
              <a:buNone/>
              <a:defRPr sz="4000" b="0" i="0" u="none" strike="noStrike" cap="none">
                <a:solidFill>
                  <a:schemeClr val="dk2"/>
                </a:solidFill>
                <a:latin typeface="Tahoma"/>
                <a:ea typeface="Tahoma"/>
                <a:cs typeface="Tahoma"/>
                <a:sym typeface="Tahoma"/>
              </a:defRPr>
            </a:lvl4pPr>
            <a:lvl5pPr marR="0" lvl="4" algn="ctr" rtl="0">
              <a:spcBef>
                <a:spcPts val="0"/>
              </a:spcBef>
              <a:spcAft>
                <a:spcPts val="0"/>
              </a:spcAft>
              <a:buSzPts val="1400"/>
              <a:buNone/>
              <a:defRPr sz="4000" b="0" i="0" u="none" strike="noStrike" cap="none">
                <a:solidFill>
                  <a:schemeClr val="dk2"/>
                </a:solidFill>
                <a:latin typeface="Tahoma"/>
                <a:ea typeface="Tahoma"/>
                <a:cs typeface="Tahoma"/>
                <a:sym typeface="Tahoma"/>
              </a:defRPr>
            </a:lvl5pPr>
            <a:lvl6pPr marR="0" lvl="5" algn="ctr" rtl="0">
              <a:spcBef>
                <a:spcPts val="0"/>
              </a:spcBef>
              <a:spcAft>
                <a:spcPts val="0"/>
              </a:spcAft>
              <a:buSzPts val="1400"/>
              <a:buNone/>
              <a:defRPr sz="4000" b="0" i="0" u="none" strike="noStrike" cap="none">
                <a:solidFill>
                  <a:schemeClr val="dk2"/>
                </a:solidFill>
                <a:latin typeface="Tahoma"/>
                <a:ea typeface="Tahoma"/>
                <a:cs typeface="Tahoma"/>
                <a:sym typeface="Tahoma"/>
              </a:defRPr>
            </a:lvl6pPr>
            <a:lvl7pPr marR="0" lvl="6" algn="ctr" rtl="0">
              <a:spcBef>
                <a:spcPts val="0"/>
              </a:spcBef>
              <a:spcAft>
                <a:spcPts val="0"/>
              </a:spcAft>
              <a:buSzPts val="1400"/>
              <a:buNone/>
              <a:defRPr sz="4000" b="0" i="0" u="none" strike="noStrike" cap="none">
                <a:solidFill>
                  <a:schemeClr val="dk2"/>
                </a:solidFill>
                <a:latin typeface="Tahoma"/>
                <a:ea typeface="Tahoma"/>
                <a:cs typeface="Tahoma"/>
                <a:sym typeface="Tahoma"/>
              </a:defRPr>
            </a:lvl7pPr>
            <a:lvl8pPr marR="0" lvl="7" algn="ctr" rtl="0">
              <a:spcBef>
                <a:spcPts val="0"/>
              </a:spcBef>
              <a:spcAft>
                <a:spcPts val="0"/>
              </a:spcAft>
              <a:buSzPts val="1400"/>
              <a:buNone/>
              <a:defRPr sz="4000" b="0" i="0" u="none" strike="noStrike" cap="none">
                <a:solidFill>
                  <a:schemeClr val="dk2"/>
                </a:solidFill>
                <a:latin typeface="Tahoma"/>
                <a:ea typeface="Tahoma"/>
                <a:cs typeface="Tahoma"/>
                <a:sym typeface="Tahoma"/>
              </a:defRPr>
            </a:lvl8pPr>
            <a:lvl9pPr marR="0" lvl="8" algn="ctr" rtl="0">
              <a:spcBef>
                <a:spcPts val="0"/>
              </a:spcBef>
              <a:spcAft>
                <a:spcPts val="0"/>
              </a:spcAft>
              <a:buSzPts val="1400"/>
              <a:buNone/>
              <a:defRPr sz="4000" b="0" i="0" u="none" strike="noStrike" cap="none">
                <a:solidFill>
                  <a:schemeClr val="dk2"/>
                </a:solidFill>
                <a:latin typeface="Tahoma"/>
                <a:ea typeface="Tahoma"/>
                <a:cs typeface="Tahoma"/>
                <a:sym typeface="Tahoma"/>
              </a:defRPr>
            </a:lvl9pPr>
          </a:lstStyle>
          <a:p>
            <a:endParaRPr/>
          </a:p>
        </p:txBody>
      </p:sp>
      <p:sp>
        <p:nvSpPr>
          <p:cNvPr id="11" name="Google Shape;11;p31"/>
          <p:cNvSpPr txBox="1">
            <a:spLocks noGrp="1"/>
          </p:cNvSpPr>
          <p:nvPr>
            <p:ph type="body" id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lvl1pPr marL="457200" marR="0" lvl="0" indent="-335280" algn="l" rtl="0">
              <a:lnSpc>
                <a:spcPct val="80000"/>
              </a:lnSpc>
              <a:spcBef>
                <a:spcPts val="560"/>
              </a:spcBef>
              <a:spcAft>
                <a:spcPts val="0"/>
              </a:spcAft>
              <a:buClr>
                <a:schemeClr val="folHlink"/>
              </a:buClr>
              <a:buSzPts val="1680"/>
              <a:buFont typeface="Noto Sans Symbols"/>
              <a:buChar char="■"/>
              <a:defRPr sz="2800" b="0" i="0" u="none" strike="noStrike" cap="none">
                <a:solidFill>
                  <a:schemeClr val="dk1"/>
                </a:solidFill>
                <a:latin typeface="Tahoma"/>
                <a:ea typeface="Tahoma"/>
                <a:cs typeface="Tahoma"/>
                <a:sym typeface="Tahoma"/>
              </a:defRPr>
            </a:lvl1pPr>
            <a:lvl2pPr marL="914400" marR="0" lvl="1" indent="-312419" algn="l" rtl="0">
              <a:lnSpc>
                <a:spcPct val="80000"/>
              </a:lnSpc>
              <a:spcBef>
                <a:spcPts val="480"/>
              </a:spcBef>
              <a:spcAft>
                <a:spcPts val="0"/>
              </a:spcAft>
              <a:buClr>
                <a:schemeClr val="hlink"/>
              </a:buClr>
              <a:buSzPts val="1320"/>
              <a:buFont typeface="Noto Sans Symbols"/>
              <a:buChar char="■"/>
              <a:defRPr sz="2400" b="0" i="0" u="none" strike="noStrike" cap="none">
                <a:solidFill>
                  <a:schemeClr val="dk1"/>
                </a:solidFill>
                <a:latin typeface="Tahoma"/>
                <a:ea typeface="Tahoma"/>
                <a:cs typeface="Tahoma"/>
                <a:sym typeface="Tahoma"/>
              </a:defRPr>
            </a:lvl2pPr>
            <a:lvl3pPr marL="1371600" marR="0" lvl="2" indent="-304800" algn="l" rtl="0">
              <a:lnSpc>
                <a:spcPct val="80000"/>
              </a:lnSpc>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lnSpc>
                <a:spcPct val="80000"/>
              </a:lnSpc>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lnSpc>
                <a:spcPct val="80000"/>
              </a:lnSpc>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lnSpc>
                <a:spcPct val="80000"/>
              </a:lnSpc>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lnSpc>
                <a:spcPct val="80000"/>
              </a:lnSpc>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lnSpc>
                <a:spcPct val="80000"/>
              </a:lnSpc>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lnSpc>
                <a:spcPct val="80000"/>
              </a:lnSpc>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12" name="Google Shape;12;p31"/>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800" b="0" i="0" u="none" strike="noStrike" cap="none">
                <a:solidFill>
                  <a:schemeClr val="dk1"/>
                </a:solidFill>
                <a:latin typeface="Tahoma"/>
                <a:ea typeface="Tahoma"/>
                <a:cs typeface="Tahoma"/>
                <a:sym typeface="Tahoma"/>
              </a:defRPr>
            </a:lvl9pPr>
          </a:lstStyle>
          <a:p>
            <a:endParaRPr/>
          </a:p>
        </p:txBody>
      </p:sp>
      <p:sp>
        <p:nvSpPr>
          <p:cNvPr id="13" name="Google Shape;13;p31"/>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800" b="0" i="0" u="none" strike="noStrike" cap="none">
                <a:solidFill>
                  <a:schemeClr val="dk1"/>
                </a:solidFill>
                <a:latin typeface="Tahoma"/>
                <a:ea typeface="Tahoma"/>
                <a:cs typeface="Tahoma"/>
                <a:sym typeface="Tahoma"/>
              </a:defRPr>
            </a:lvl9pPr>
          </a:lstStyle>
          <a:p>
            <a:endParaRPr/>
          </a:p>
        </p:txBody>
      </p:sp>
      <p:sp>
        <p:nvSpPr>
          <p:cNvPr id="14" name="Google Shape;14;p31"/>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spcAft>
                <a:spcPts val="0"/>
              </a:spcAft>
              <a:buNone/>
              <a:defRPr sz="1400" b="0" i="0" u="none" strike="noStrike" cap="none">
                <a:solidFill>
                  <a:schemeClr val="dk1"/>
                </a:solidFill>
                <a:latin typeface="Tahoma"/>
                <a:ea typeface="Tahoma"/>
                <a:cs typeface="Tahoma"/>
                <a:sym typeface="Tahoma"/>
              </a:defRPr>
            </a:lvl1pPr>
            <a:lvl2pPr marL="0" marR="0" lvl="1" indent="0" algn="r" rtl="0">
              <a:spcBef>
                <a:spcPts val="0"/>
              </a:spcBef>
              <a:spcAft>
                <a:spcPts val="0"/>
              </a:spcAft>
              <a:buNone/>
              <a:defRPr sz="1400" b="0" i="0" u="none" strike="noStrike" cap="none">
                <a:solidFill>
                  <a:schemeClr val="dk1"/>
                </a:solidFill>
                <a:latin typeface="Tahoma"/>
                <a:ea typeface="Tahoma"/>
                <a:cs typeface="Tahoma"/>
                <a:sym typeface="Tahoma"/>
              </a:defRPr>
            </a:lvl2pPr>
            <a:lvl3pPr marL="0" marR="0" lvl="2" indent="0" algn="r" rtl="0">
              <a:spcBef>
                <a:spcPts val="0"/>
              </a:spcBef>
              <a:spcAft>
                <a:spcPts val="0"/>
              </a:spcAft>
              <a:buNone/>
              <a:defRPr sz="1400" b="0" i="0" u="none" strike="noStrike" cap="none">
                <a:solidFill>
                  <a:schemeClr val="dk1"/>
                </a:solidFill>
                <a:latin typeface="Tahoma"/>
                <a:ea typeface="Tahoma"/>
                <a:cs typeface="Tahoma"/>
                <a:sym typeface="Tahoma"/>
              </a:defRPr>
            </a:lvl3pPr>
            <a:lvl4pPr marL="0" marR="0" lvl="3" indent="0" algn="r" rtl="0">
              <a:spcBef>
                <a:spcPts val="0"/>
              </a:spcBef>
              <a:spcAft>
                <a:spcPts val="0"/>
              </a:spcAft>
              <a:buNone/>
              <a:defRPr sz="1400" b="0" i="0" u="none" strike="noStrike" cap="none">
                <a:solidFill>
                  <a:schemeClr val="dk1"/>
                </a:solidFill>
                <a:latin typeface="Tahoma"/>
                <a:ea typeface="Tahoma"/>
                <a:cs typeface="Tahoma"/>
                <a:sym typeface="Tahoma"/>
              </a:defRPr>
            </a:lvl4pPr>
            <a:lvl5pPr marL="0" marR="0" lvl="4" indent="0" algn="r" rtl="0">
              <a:spcBef>
                <a:spcPts val="0"/>
              </a:spcBef>
              <a:spcAft>
                <a:spcPts val="0"/>
              </a:spcAft>
              <a:buNone/>
              <a:defRPr sz="1400" b="0" i="0" u="none" strike="noStrike" cap="none">
                <a:solidFill>
                  <a:schemeClr val="dk1"/>
                </a:solidFill>
                <a:latin typeface="Tahoma"/>
                <a:ea typeface="Tahoma"/>
                <a:cs typeface="Tahoma"/>
                <a:sym typeface="Tahoma"/>
              </a:defRPr>
            </a:lvl5pPr>
            <a:lvl6pPr marL="0" marR="0" lvl="5" indent="0" algn="r" rtl="0">
              <a:spcBef>
                <a:spcPts val="0"/>
              </a:spcBef>
              <a:spcAft>
                <a:spcPts val="0"/>
              </a:spcAft>
              <a:buNone/>
              <a:defRPr sz="1400" b="0" i="0" u="none" strike="noStrike" cap="none">
                <a:solidFill>
                  <a:schemeClr val="dk1"/>
                </a:solidFill>
                <a:latin typeface="Tahoma"/>
                <a:ea typeface="Tahoma"/>
                <a:cs typeface="Tahoma"/>
                <a:sym typeface="Tahoma"/>
              </a:defRPr>
            </a:lvl6pPr>
            <a:lvl7pPr marL="0" marR="0" lvl="6" indent="0" algn="r" rtl="0">
              <a:spcBef>
                <a:spcPts val="0"/>
              </a:spcBef>
              <a:spcAft>
                <a:spcPts val="0"/>
              </a:spcAft>
              <a:buNone/>
              <a:defRPr sz="1400" b="0" i="0" u="none" strike="noStrike" cap="none">
                <a:solidFill>
                  <a:schemeClr val="dk1"/>
                </a:solidFill>
                <a:latin typeface="Tahoma"/>
                <a:ea typeface="Tahoma"/>
                <a:cs typeface="Tahoma"/>
                <a:sym typeface="Tahoma"/>
              </a:defRPr>
            </a:lvl7pPr>
            <a:lvl8pPr marL="0" marR="0" lvl="7" indent="0" algn="r" rtl="0">
              <a:spcBef>
                <a:spcPts val="0"/>
              </a:spcBef>
              <a:spcAft>
                <a:spcPts val="0"/>
              </a:spcAft>
              <a:buNone/>
              <a:defRPr sz="1400" b="0" i="0" u="none" strike="noStrike" cap="none">
                <a:solidFill>
                  <a:schemeClr val="dk1"/>
                </a:solidFill>
                <a:latin typeface="Tahoma"/>
                <a:ea typeface="Tahoma"/>
                <a:cs typeface="Tahoma"/>
                <a:sym typeface="Tahoma"/>
              </a:defRPr>
            </a:lvl8pPr>
            <a:lvl9pPr marL="0" marR="0" lvl="8" indent="0" algn="r" rtl="0">
              <a:spcBef>
                <a:spcPts val="0"/>
              </a:spcBef>
              <a:spcAft>
                <a:spcPts val="0"/>
              </a:spcAft>
              <a:buNone/>
              <a:defRPr sz="14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graphicFrame>
        <p:nvGraphicFramePr>
          <p:cNvPr id="15" name="Google Shape;15;p31"/>
          <p:cNvGraphicFramePr/>
          <p:nvPr/>
        </p:nvGraphicFramePr>
        <p:xfrm>
          <a:off x="381000" y="1143000"/>
          <a:ext cx="8382000" cy="76200"/>
        </p:xfrm>
        <a:graphic>
          <a:graphicData uri="http://schemas.openxmlformats.org/presentationml/2006/ole">
            <mc:AlternateContent xmlns:mc="http://schemas.openxmlformats.org/markup-compatibility/2006">
              <mc:Choice xmlns:v="urn:schemas-microsoft-com:vml" Requires="v">
                <p:oleObj r:id="rId14" imgW="8382000" imgH="76200" progId="">
                  <p:embed/>
                </p:oleObj>
              </mc:Choice>
              <mc:Fallback>
                <p:oleObj r:id="rId14" imgW="8382000" imgH="76200" progId="">
                  <p:embed/>
                  <p:pic>
                    <p:nvPicPr>
                      <p:cNvPr id="15" name="Google Shape;15;p31"/>
                      <p:cNvPicPr preferRelativeResize="0"/>
                      <p:nvPr/>
                    </p:nvPicPr>
                    <p:blipFill rotWithShape="1">
                      <a:blip r:embed="rId15">
                        <a:alphaModFix/>
                      </a:blip>
                      <a:srcRect/>
                      <a:stretch/>
                    </p:blipFill>
                    <p:spPr>
                      <a:xfrm>
                        <a:off x="381000" y="1143000"/>
                        <a:ext cx="8382000" cy="76200"/>
                      </a:xfrm>
                      <a:prstGeom prst="rect">
                        <a:avLst/>
                      </a:prstGeom>
                      <a:noFill/>
                      <a:ln>
                        <a:noFill/>
                      </a:ln>
                    </p:spPr>
                  </p:pic>
                </p:oleObj>
              </mc:Fallback>
            </mc:AlternateContent>
          </a:graphicData>
        </a:graphic>
      </p:graphicFrame>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zoom/>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 descr="elearning-graphic[1]"/>
          <p:cNvPicPr preferRelativeResize="0"/>
          <p:nvPr/>
        </p:nvPicPr>
        <p:blipFill rotWithShape="1">
          <a:blip r:embed="rId3">
            <a:alphaModFix/>
          </a:blip>
          <a:srcRect/>
          <a:stretch/>
        </p:blipFill>
        <p:spPr>
          <a:xfrm>
            <a:off x="838200" y="3581400"/>
            <a:ext cx="2819400" cy="2778125"/>
          </a:xfrm>
          <a:prstGeom prst="rect">
            <a:avLst/>
          </a:prstGeom>
          <a:noFill/>
          <a:ln>
            <a:noFill/>
          </a:ln>
        </p:spPr>
      </p:pic>
      <p:sp>
        <p:nvSpPr>
          <p:cNvPr id="111" name="Google Shape;111;p1"/>
          <p:cNvSpPr txBox="1">
            <a:spLocks noGrp="1"/>
          </p:cNvSpPr>
          <p:nvPr>
            <p:ph type="ctrTitle"/>
          </p:nvPr>
        </p:nvSpPr>
        <p:spPr>
          <a:xfrm>
            <a:off x="990600" y="1828800"/>
            <a:ext cx="7772400" cy="1143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solidFill>
                  <a:srgbClr val="000099"/>
                </a:solidFill>
                <a:latin typeface="Times New Roman"/>
                <a:ea typeface="Times New Roman"/>
                <a:cs typeface="Times New Roman"/>
                <a:sym typeface="Times New Roman"/>
              </a:rPr>
              <a:t>BÀI GIẢNG</a:t>
            </a:r>
            <a:r>
              <a:rPr lang="en-US" sz="3200" b="1">
                <a:solidFill>
                  <a:srgbClr val="000099"/>
                </a:solidFill>
                <a:latin typeface="Times New Roman"/>
                <a:ea typeface="Times New Roman"/>
                <a:cs typeface="Times New Roman"/>
                <a:sym typeface="Times New Roman"/>
              </a:rPr>
              <a:t> </a:t>
            </a:r>
            <a:br>
              <a:rPr lang="en-US" sz="3200" b="1">
                <a:solidFill>
                  <a:srgbClr val="000099"/>
                </a:solidFill>
                <a:latin typeface="Times New Roman"/>
                <a:ea typeface="Times New Roman"/>
                <a:cs typeface="Times New Roman"/>
                <a:sym typeface="Times New Roman"/>
              </a:rPr>
            </a:br>
            <a:br>
              <a:rPr lang="en-US" sz="3200" b="1">
                <a:solidFill>
                  <a:srgbClr val="000099"/>
                </a:solidFill>
                <a:latin typeface="Times New Roman"/>
                <a:ea typeface="Times New Roman"/>
                <a:cs typeface="Times New Roman"/>
                <a:sym typeface="Times New Roman"/>
              </a:rPr>
            </a:br>
            <a:r>
              <a:rPr lang="en-US" b="1">
                <a:solidFill>
                  <a:srgbClr val="000099"/>
                </a:solidFill>
                <a:latin typeface="Times New Roman"/>
                <a:ea typeface="Times New Roman"/>
                <a:cs typeface="Times New Roman"/>
                <a:sym typeface="Times New Roman"/>
              </a:rPr>
              <a:t>QUẢN TRỊ DỰ ÁN </a:t>
            </a:r>
            <a:br>
              <a:rPr lang="en-US" b="1">
                <a:solidFill>
                  <a:srgbClr val="000099"/>
                </a:solidFill>
                <a:latin typeface="Times New Roman"/>
                <a:ea typeface="Times New Roman"/>
                <a:cs typeface="Times New Roman"/>
                <a:sym typeface="Times New Roman"/>
              </a:rPr>
            </a:br>
            <a:r>
              <a:rPr lang="en-US" b="1">
                <a:solidFill>
                  <a:srgbClr val="000099"/>
                </a:solidFill>
                <a:latin typeface="Times New Roman"/>
                <a:ea typeface="Times New Roman"/>
                <a:cs typeface="Times New Roman"/>
                <a:sym typeface="Times New Roman"/>
              </a:rPr>
              <a:t>CÔNG NGHỆ THÔNG TIN</a:t>
            </a:r>
            <a:endParaRPr/>
          </a:p>
        </p:txBody>
      </p:sp>
      <p:sp>
        <p:nvSpPr>
          <p:cNvPr id="112" name="Google Shape;112;p1"/>
          <p:cNvSpPr txBox="1">
            <a:spLocks noGrp="1"/>
          </p:cNvSpPr>
          <p:nvPr>
            <p:ph type="sldNum" idx="12"/>
          </p:nvPr>
        </p:nvSpPr>
        <p:spPr>
          <a:xfrm>
            <a:off x="68580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endParaRPr sz="1400" b="0" i="0" u="none" strike="noStrike" cap="none">
              <a:solidFill>
                <a:schemeClr val="lt2"/>
              </a:solidFill>
              <a:latin typeface="Tahoma"/>
              <a:ea typeface="Tahoma"/>
              <a:cs typeface="Tahoma"/>
              <a:sym typeface="Tahoma"/>
            </a:endParaRP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
          <p:cNvSpPr txBox="1">
            <a:spLocks noGrp="1"/>
          </p:cNvSpPr>
          <p:nvPr>
            <p:ph type="ctrTitle"/>
          </p:nvPr>
        </p:nvSpPr>
        <p:spPr>
          <a:xfrm>
            <a:off x="381000" y="609600"/>
            <a:ext cx="8229600" cy="1219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200" b="1">
                <a:latin typeface="Arial"/>
                <a:ea typeface="Arial"/>
                <a:cs typeface="Arial"/>
                <a:sym typeface="Arial"/>
              </a:rPr>
              <a:t>Chương 6 </a:t>
            </a:r>
            <a:br>
              <a:rPr lang="en-US" b="1">
                <a:latin typeface="Arial"/>
                <a:ea typeface="Arial"/>
                <a:cs typeface="Arial"/>
                <a:sym typeface="Arial"/>
              </a:rPr>
            </a:br>
            <a:r>
              <a:rPr lang="en-US" sz="3200" b="1">
                <a:latin typeface="Arial"/>
                <a:ea typeface="Arial"/>
                <a:cs typeface="Arial"/>
                <a:sym typeface="Arial"/>
              </a:rPr>
              <a:t>QUẢN LÝ CHẤT LƯỢNG DỰ ÁN</a:t>
            </a:r>
            <a:endParaRPr b="1">
              <a:latin typeface="Arial"/>
              <a:ea typeface="Arial"/>
              <a:cs typeface="Arial"/>
              <a:sym typeface="Arial"/>
            </a:endParaRPr>
          </a:p>
        </p:txBody>
      </p:sp>
      <p:grpSp>
        <p:nvGrpSpPr>
          <p:cNvPr id="119" name="Google Shape;119;p2"/>
          <p:cNvGrpSpPr/>
          <p:nvPr/>
        </p:nvGrpSpPr>
        <p:grpSpPr>
          <a:xfrm>
            <a:off x="462252" y="3356825"/>
            <a:ext cx="3728748" cy="546838"/>
            <a:chOff x="291" y="2115"/>
            <a:chExt cx="2349" cy="344"/>
          </a:xfrm>
        </p:grpSpPr>
        <p:cxnSp>
          <p:nvCxnSpPr>
            <p:cNvPr id="120" name="Google Shape;120;p2"/>
            <p:cNvCxnSpPr/>
            <p:nvPr/>
          </p:nvCxnSpPr>
          <p:spPr>
            <a:xfrm>
              <a:off x="474" y="2434"/>
              <a:ext cx="2166" cy="0"/>
            </a:xfrm>
            <a:prstGeom prst="straightConnector1">
              <a:avLst/>
            </a:prstGeom>
            <a:noFill/>
            <a:ln w="25400" cap="flat" cmpd="sng">
              <a:solidFill>
                <a:srgbClr val="969696"/>
              </a:solidFill>
              <a:prstDash val="dot"/>
              <a:round/>
              <a:headEnd type="none" w="med" len="med"/>
              <a:tailEnd type="oval" w="med" len="med"/>
            </a:ln>
          </p:spPr>
        </p:cxnSp>
        <p:sp>
          <p:nvSpPr>
            <p:cNvPr id="121" name="Google Shape;121;p2"/>
            <p:cNvSpPr/>
            <p:nvPr/>
          </p:nvSpPr>
          <p:spPr>
            <a:xfrm rot="3419336">
              <a:off x="336" y="2160"/>
              <a:ext cx="236" cy="235"/>
            </a:xfrm>
            <a:prstGeom prst="rect">
              <a:avLst/>
            </a:prstGeom>
            <a:gradFill>
              <a:gsLst>
                <a:gs pos="0">
                  <a:srgbClr val="99CC00"/>
                </a:gs>
                <a:gs pos="100000">
                  <a:srgbClr val="475E00"/>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122" name="Google Shape;122;p2"/>
            <p:cNvSpPr txBox="1"/>
            <p:nvPr/>
          </p:nvSpPr>
          <p:spPr>
            <a:xfrm>
              <a:off x="672" y="2160"/>
              <a:ext cx="1486" cy="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u="none">
                  <a:solidFill>
                    <a:srgbClr val="000000"/>
                  </a:solidFill>
                  <a:latin typeface="Arial"/>
                  <a:ea typeface="Arial"/>
                  <a:cs typeface="Arial"/>
                  <a:sym typeface="Arial"/>
                </a:rPr>
                <a:t>Tầm quan trọng</a:t>
              </a:r>
              <a:endParaRPr sz="2400" b="0" u="none">
                <a:solidFill>
                  <a:srgbClr val="000000"/>
                </a:solidFill>
                <a:latin typeface="Arial"/>
                <a:ea typeface="Arial"/>
                <a:cs typeface="Arial"/>
                <a:sym typeface="Arial"/>
              </a:endParaRPr>
            </a:p>
          </p:txBody>
        </p:sp>
        <p:sp>
          <p:nvSpPr>
            <p:cNvPr id="123" name="Google Shape;123;p2"/>
            <p:cNvSpPr txBox="1"/>
            <p:nvPr/>
          </p:nvSpPr>
          <p:spPr>
            <a:xfrm>
              <a:off x="341" y="2171"/>
              <a:ext cx="223" cy="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u="none">
                  <a:solidFill>
                    <a:srgbClr val="FFFFFF"/>
                  </a:solidFill>
                  <a:latin typeface="Tahoma"/>
                  <a:ea typeface="Tahoma"/>
                  <a:cs typeface="Tahoma"/>
                  <a:sym typeface="Tahoma"/>
                </a:rPr>
                <a:t>1</a:t>
              </a:r>
              <a:endParaRPr/>
            </a:p>
          </p:txBody>
        </p:sp>
      </p:grpSp>
      <p:grpSp>
        <p:nvGrpSpPr>
          <p:cNvPr id="124" name="Google Shape;124;p2"/>
          <p:cNvGrpSpPr/>
          <p:nvPr/>
        </p:nvGrpSpPr>
        <p:grpSpPr>
          <a:xfrm>
            <a:off x="462251" y="4066437"/>
            <a:ext cx="4255801" cy="546838"/>
            <a:chOff x="291" y="2562"/>
            <a:chExt cx="2681" cy="344"/>
          </a:xfrm>
        </p:grpSpPr>
        <p:cxnSp>
          <p:nvCxnSpPr>
            <p:cNvPr id="125" name="Google Shape;125;p2"/>
            <p:cNvCxnSpPr/>
            <p:nvPr/>
          </p:nvCxnSpPr>
          <p:spPr>
            <a:xfrm>
              <a:off x="474" y="2881"/>
              <a:ext cx="2167" cy="0"/>
            </a:xfrm>
            <a:prstGeom prst="straightConnector1">
              <a:avLst/>
            </a:prstGeom>
            <a:noFill/>
            <a:ln w="25400" cap="flat" cmpd="sng">
              <a:solidFill>
                <a:srgbClr val="969696"/>
              </a:solidFill>
              <a:prstDash val="dot"/>
              <a:round/>
              <a:headEnd type="none" w="med" len="med"/>
              <a:tailEnd type="oval" w="med" len="med"/>
            </a:ln>
          </p:spPr>
        </p:cxnSp>
        <p:sp>
          <p:nvSpPr>
            <p:cNvPr id="126" name="Google Shape;126;p2"/>
            <p:cNvSpPr/>
            <p:nvPr/>
          </p:nvSpPr>
          <p:spPr>
            <a:xfrm rot="3419336">
              <a:off x="336" y="2607"/>
              <a:ext cx="236" cy="235"/>
            </a:xfrm>
            <a:prstGeom prst="rect">
              <a:avLst/>
            </a:prstGeom>
            <a:gradFill>
              <a:gsLst>
                <a:gs pos="0">
                  <a:srgbClr val="006699"/>
                </a:gs>
                <a:gs pos="100000">
                  <a:srgbClr val="002F47"/>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127" name="Google Shape;127;p2"/>
            <p:cNvSpPr txBox="1"/>
            <p:nvPr/>
          </p:nvSpPr>
          <p:spPr>
            <a:xfrm>
              <a:off x="624" y="2592"/>
              <a:ext cx="2348" cy="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u="none">
                  <a:solidFill>
                    <a:schemeClr val="dk1"/>
                  </a:solidFill>
                  <a:latin typeface="Tahoma"/>
                  <a:ea typeface="Tahoma"/>
                  <a:cs typeface="Tahoma"/>
                  <a:sym typeface="Tahoma"/>
                </a:rPr>
                <a:t> Lập kế hoạch chất lượng </a:t>
              </a:r>
              <a:endParaRPr sz="2400" b="0" u="none">
                <a:solidFill>
                  <a:srgbClr val="000000"/>
                </a:solidFill>
                <a:latin typeface="Arial"/>
                <a:ea typeface="Arial"/>
                <a:cs typeface="Arial"/>
                <a:sym typeface="Arial"/>
              </a:endParaRPr>
            </a:p>
          </p:txBody>
        </p:sp>
        <p:sp>
          <p:nvSpPr>
            <p:cNvPr id="128" name="Google Shape;128;p2"/>
            <p:cNvSpPr txBox="1"/>
            <p:nvPr/>
          </p:nvSpPr>
          <p:spPr>
            <a:xfrm>
              <a:off x="341" y="2618"/>
              <a:ext cx="223" cy="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u="none">
                  <a:solidFill>
                    <a:srgbClr val="FFFFFF"/>
                  </a:solidFill>
                  <a:latin typeface="Tahoma"/>
                  <a:ea typeface="Tahoma"/>
                  <a:cs typeface="Tahoma"/>
                  <a:sym typeface="Tahoma"/>
                </a:rPr>
                <a:t>2</a:t>
              </a:r>
              <a:endParaRPr/>
            </a:p>
          </p:txBody>
        </p:sp>
      </p:grpSp>
      <p:sp>
        <p:nvSpPr>
          <p:cNvPr id="129" name="Google Shape;129;p2"/>
          <p:cNvSpPr/>
          <p:nvPr/>
        </p:nvSpPr>
        <p:spPr>
          <a:xfrm>
            <a:off x="1752600" y="2514600"/>
            <a:ext cx="2286000" cy="685800"/>
          </a:xfrm>
          <a:prstGeom prst="ellipse">
            <a:avLst/>
          </a:prstGeom>
          <a:solidFill>
            <a:srgbClr val="FFCC00"/>
          </a:solidFill>
          <a:ln w="9525" cap="flat" cmpd="sng">
            <a:solidFill>
              <a:srgbClr val="FFFFFF"/>
            </a:solidFill>
            <a:prstDash val="solid"/>
            <a:round/>
            <a:headEnd type="none" w="sm" len="sm"/>
            <a:tailEnd type="none" w="sm" len="sm"/>
          </a:ln>
          <a:effectLst>
            <a:outerShdw dist="35921"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2B5481"/>
                </a:solidFill>
                <a:latin typeface="Tahoma"/>
                <a:ea typeface="Tahoma"/>
                <a:cs typeface="Tahoma"/>
                <a:sym typeface="Tahoma"/>
              </a:rPr>
              <a:t>Nội dung</a:t>
            </a:r>
            <a:endParaRPr/>
          </a:p>
        </p:txBody>
      </p:sp>
      <p:sp>
        <p:nvSpPr>
          <p:cNvPr id="130" name="Google Shape;130;p2"/>
          <p:cNvSpPr txBox="1">
            <a:spLocks noGrp="1"/>
          </p:cNvSpPr>
          <p:nvPr>
            <p:ph type="sldNum" idx="12"/>
          </p:nvPr>
        </p:nvSpPr>
        <p:spPr>
          <a:xfrm>
            <a:off x="68580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lt2"/>
                </a:solidFill>
                <a:latin typeface="Tahoma"/>
                <a:ea typeface="Tahoma"/>
                <a:cs typeface="Tahoma"/>
                <a:sym typeface="Tahoma"/>
              </a:rPr>
              <a:t>2</a:t>
            </a:fld>
            <a:endParaRPr sz="1400" b="0" i="0" u="none" strike="noStrike" cap="none">
              <a:solidFill>
                <a:schemeClr val="lt2"/>
              </a:solidFill>
              <a:latin typeface="Tahoma"/>
              <a:ea typeface="Tahoma"/>
              <a:cs typeface="Tahoma"/>
              <a:sym typeface="Tahoma"/>
            </a:endParaRPr>
          </a:p>
        </p:txBody>
      </p:sp>
      <p:sp>
        <p:nvSpPr>
          <p:cNvPr id="131" name="Google Shape;131;p2"/>
          <p:cNvSpPr/>
          <p:nvPr/>
        </p:nvSpPr>
        <p:spPr>
          <a:xfrm rot="3419336">
            <a:off x="533400" y="4800600"/>
            <a:ext cx="374650" cy="373063"/>
          </a:xfrm>
          <a:prstGeom prst="rect">
            <a:avLst/>
          </a:prstGeom>
          <a:gradFill>
            <a:gsLst>
              <a:gs pos="0">
                <a:srgbClr val="FF9933"/>
              </a:gs>
              <a:gs pos="100000">
                <a:srgbClr val="764718"/>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132" name="Google Shape;132;p2"/>
          <p:cNvSpPr txBox="1"/>
          <p:nvPr/>
        </p:nvSpPr>
        <p:spPr>
          <a:xfrm>
            <a:off x="1143000" y="4800600"/>
            <a:ext cx="436529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u="none">
                <a:solidFill>
                  <a:schemeClr val="dk1"/>
                </a:solidFill>
                <a:latin typeface="Tahoma"/>
                <a:ea typeface="Tahoma"/>
                <a:cs typeface="Tahoma"/>
                <a:sym typeface="Tahoma"/>
              </a:rPr>
              <a:t>Thực hiện đảm bảo chất lượng</a:t>
            </a:r>
            <a:endParaRPr sz="2400" b="0" u="none">
              <a:solidFill>
                <a:schemeClr val="dk1"/>
              </a:solidFill>
              <a:latin typeface="Arial"/>
              <a:ea typeface="Arial"/>
              <a:cs typeface="Arial"/>
              <a:sym typeface="Arial"/>
            </a:endParaRPr>
          </a:p>
        </p:txBody>
      </p:sp>
      <p:sp>
        <p:nvSpPr>
          <p:cNvPr id="133" name="Google Shape;133;p2"/>
          <p:cNvSpPr txBox="1"/>
          <p:nvPr/>
        </p:nvSpPr>
        <p:spPr>
          <a:xfrm>
            <a:off x="541338" y="4818063"/>
            <a:ext cx="354013"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u="none">
                <a:solidFill>
                  <a:srgbClr val="FFFFFF"/>
                </a:solidFill>
                <a:latin typeface="Tahoma"/>
                <a:ea typeface="Tahoma"/>
                <a:cs typeface="Tahoma"/>
                <a:sym typeface="Tahoma"/>
              </a:rPr>
              <a:t>3</a:t>
            </a:r>
            <a:endParaRPr/>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3"/>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1. TẦM QUAN TRỌNG </a:t>
            </a:r>
            <a:endParaRPr/>
          </a:p>
        </p:txBody>
      </p:sp>
      <p:sp>
        <p:nvSpPr>
          <p:cNvPr id="139" name="Google Shape;139;p3"/>
          <p:cNvSpPr txBox="1">
            <a:spLocks noGrp="1"/>
          </p:cNvSpPr>
          <p:nvPr>
            <p:ph type="body" idx="1"/>
          </p:nvPr>
        </p:nvSpPr>
        <p:spPr>
          <a:xfrm>
            <a:off x="152400" y="2057400"/>
            <a:ext cx="86106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440"/>
              <a:buChar char="■"/>
            </a:pPr>
            <a:r>
              <a:rPr lang="en-US" sz="2400"/>
              <a:t>Dự án CNTT của bạn hoàn thành đúng thời hạn và đúng ngân sách, Khi kết quả chuyển giao không đáp ứng được yêu cầu? Dự án CNTT của bạn đã chuyển giao một ứng dụng ổn định, mạnh mẽ và hiệu suất xử lý cao nhưng doanh nghiệp đã phá sản trong khi chờ đợi sản phẩm hoàn thành?</a:t>
            </a:r>
            <a:endParaRPr/>
          </a:p>
          <a:p>
            <a:pPr marL="342900" lvl="0" indent="-342900" algn="l" rtl="0">
              <a:lnSpc>
                <a:spcPct val="150000"/>
              </a:lnSpc>
              <a:spcBef>
                <a:spcPts val="0"/>
              </a:spcBef>
              <a:spcAft>
                <a:spcPts val="0"/>
              </a:spcAft>
              <a:buSzPts val="1440"/>
              <a:buChar char="■"/>
            </a:pPr>
            <a:r>
              <a:rPr lang="en-US" sz="2400"/>
              <a:t>🡺  Hiểu cách thức quản lý và duy trì chất lượng trong điều kiện ràng buộc về thời gian, ngân sách và tài nguyên</a:t>
            </a:r>
            <a:endParaRPr sz="2400"/>
          </a:p>
        </p:txBody>
      </p:sp>
      <p:pic>
        <p:nvPicPr>
          <p:cNvPr id="140" name="Google Shape;140;p3" descr="j0283618"/>
          <p:cNvPicPr preferRelativeResize="0"/>
          <p:nvPr/>
        </p:nvPicPr>
        <p:blipFill rotWithShape="1">
          <a:blip r:embed="rId3">
            <a:alphaModFix/>
          </a:blip>
          <a:srcRect/>
          <a:stretch/>
        </p:blipFill>
        <p:spPr>
          <a:xfrm>
            <a:off x="7831138" y="5791200"/>
            <a:ext cx="1312862" cy="1066800"/>
          </a:xfrm>
          <a:prstGeom prst="rect">
            <a:avLst/>
          </a:prstGeom>
          <a:noFill/>
          <a:ln>
            <a:noFill/>
          </a:ln>
        </p:spPr>
      </p:pic>
      <p:sp>
        <p:nvSpPr>
          <p:cNvPr id="141" name="Google Shape;141;p3"/>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3</a:t>
            </a:fld>
            <a:endParaRPr sz="1400">
              <a:solidFill>
                <a:schemeClr val="dk1"/>
              </a:solidFill>
              <a:latin typeface="Tahoma"/>
              <a:ea typeface="Tahoma"/>
              <a:cs typeface="Tahoma"/>
              <a:sym typeface="Tahoma"/>
            </a:endParaRPr>
          </a:p>
        </p:txBody>
      </p:sp>
      <p:sp>
        <p:nvSpPr>
          <p:cNvPr id="142" name="Google Shape;142;p3"/>
          <p:cNvSpPr/>
          <p:nvPr/>
        </p:nvSpPr>
        <p:spPr>
          <a:xfrm>
            <a:off x="609600" y="1371600"/>
            <a:ext cx="41910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Quản ly Chất lượng dự án</a:t>
            </a:r>
            <a:endParaRPr sz="2400" b="1">
              <a:solidFill>
                <a:srgbClr val="CCFF33"/>
              </a:solidFill>
              <a:latin typeface="Tahoma"/>
              <a:ea typeface="Tahoma"/>
              <a:cs typeface="Tahoma"/>
              <a:sym typeface="Tahoma"/>
            </a:endParaRP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4"/>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4</a:t>
            </a:fld>
            <a:endParaRPr sz="1400">
              <a:solidFill>
                <a:schemeClr val="dk1"/>
              </a:solidFill>
              <a:latin typeface="Tahoma"/>
              <a:ea typeface="Tahoma"/>
              <a:cs typeface="Tahoma"/>
              <a:sym typeface="Tahoma"/>
            </a:endParaRPr>
          </a:p>
        </p:txBody>
      </p:sp>
      <p:sp>
        <p:nvSpPr>
          <p:cNvPr id="149" name="Google Shape;149;p4"/>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1. TẦM QUAN TRỌNG </a:t>
            </a:r>
            <a:endParaRPr/>
          </a:p>
        </p:txBody>
      </p:sp>
      <p:sp>
        <p:nvSpPr>
          <p:cNvPr id="150" name="Google Shape;150;p4"/>
          <p:cNvSpPr txBox="1"/>
          <p:nvPr/>
        </p:nvSpPr>
        <p:spPr>
          <a:xfrm>
            <a:off x="152400" y="2057400"/>
            <a:ext cx="8839200" cy="4572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Tổ chức quốc tế về tiêu chuẩn hóa (ISO=Internetional Standart Organisation) xác định chất lượng như tổng thể các chi tiết nhỏ của sản phẩm mà nó thỏa mãn những quy định đã được đề ra.</a:t>
            </a:r>
            <a:endParaRPr sz="2400">
              <a:solidFill>
                <a:schemeClr val="dk1"/>
              </a:solidFill>
              <a:latin typeface="Tahoma"/>
              <a:ea typeface="Tahoma"/>
              <a:cs typeface="Tahoma"/>
              <a:sym typeface="Tahoma"/>
            </a:endParaRPr>
          </a:p>
          <a:p>
            <a:pPr marL="342900" marR="0" lvl="0" indent="-342900" algn="l" rtl="0">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Một số chuyên gia khác lại định nghĩa theo nguyên tắc cơ bản:</a:t>
            </a:r>
            <a:endParaRPr/>
          </a:p>
          <a:p>
            <a:pPr marL="742950" marR="0" lvl="1" indent="-285750" algn="l" rtl="0">
              <a:lnSpc>
                <a:spcPct val="150000"/>
              </a:lnSpc>
              <a:spcBef>
                <a:spcPts val="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Yêu cầu phù hơp: thỏa mãn các yêu cầu đòi hỏi</a:t>
            </a:r>
            <a:endParaRPr sz="2000" b="0" i="0" u="none" strike="noStrike" cap="none">
              <a:solidFill>
                <a:schemeClr val="dk1"/>
              </a:solidFill>
              <a:latin typeface="Tahoma"/>
              <a:ea typeface="Tahoma"/>
              <a:cs typeface="Tahoma"/>
              <a:sym typeface="Tahoma"/>
            </a:endParaRPr>
          </a:p>
          <a:p>
            <a:pPr marL="742950" marR="0" lvl="1" indent="-285750" algn="l" rtl="0">
              <a:lnSpc>
                <a:spcPct val="150000"/>
              </a:lnSpc>
              <a:spcBef>
                <a:spcPts val="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Tiện lợi cho sử dụng: Chắc chắn rằng một sản phẩm có thể được sử dụng ngay từ khi có ý định sản xuất nó.</a:t>
            </a:r>
            <a:endParaRPr/>
          </a:p>
        </p:txBody>
      </p:sp>
      <p:sp>
        <p:nvSpPr>
          <p:cNvPr id="151" name="Google Shape;151;p4"/>
          <p:cNvSpPr/>
          <p:nvPr/>
        </p:nvSpPr>
        <p:spPr>
          <a:xfrm>
            <a:off x="609600" y="1371600"/>
            <a:ext cx="41910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Chất lượng </a:t>
            </a:r>
            <a:endParaRPr sz="2400" b="1">
              <a:solidFill>
                <a:srgbClr val="CCFF33"/>
              </a:solidFill>
              <a:latin typeface="Tahoma"/>
              <a:ea typeface="Tahoma"/>
              <a:cs typeface="Tahoma"/>
              <a:sym typeface="Tahoma"/>
            </a:endParaRPr>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5"/>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
        <p:nvSpPr>
          <p:cNvPr id="157" name="Google Shape;157;p5"/>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1. TẦM QUAN TRỌNG </a:t>
            </a:r>
            <a:endParaRPr/>
          </a:p>
        </p:txBody>
      </p:sp>
      <p:sp>
        <p:nvSpPr>
          <p:cNvPr id="158" name="Google Shape;158;p5"/>
          <p:cNvSpPr/>
          <p:nvPr/>
        </p:nvSpPr>
        <p:spPr>
          <a:xfrm>
            <a:off x="609600" y="1371600"/>
            <a:ext cx="47244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Quy trình quản lý chất lượng </a:t>
            </a:r>
            <a:endParaRPr sz="2400" b="1">
              <a:solidFill>
                <a:srgbClr val="CCFF33"/>
              </a:solidFill>
              <a:latin typeface="Tahoma"/>
              <a:ea typeface="Tahoma"/>
              <a:cs typeface="Tahoma"/>
              <a:sym typeface="Tahoma"/>
            </a:endParaRPr>
          </a:p>
        </p:txBody>
      </p:sp>
      <p:sp>
        <p:nvSpPr>
          <p:cNvPr id="159" name="Google Shape;159;p5"/>
          <p:cNvSpPr/>
          <p:nvPr/>
        </p:nvSpPr>
        <p:spPr>
          <a:xfrm>
            <a:off x="914400" y="3810000"/>
            <a:ext cx="2667000" cy="12192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ahoma"/>
              <a:buNone/>
            </a:pPr>
            <a:r>
              <a:rPr lang="en-US" sz="2800" b="0" i="0" u="none" strike="noStrike" cap="none">
                <a:solidFill>
                  <a:schemeClr val="dk1"/>
                </a:solidFill>
                <a:latin typeface="Tahoma"/>
                <a:ea typeface="Tahoma"/>
                <a:cs typeface="Tahoma"/>
                <a:sym typeface="Tahoma"/>
              </a:rPr>
              <a:t>Lập kế hoạch</a:t>
            </a:r>
            <a:endParaRPr sz="2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2800"/>
              <a:buFont typeface="Tahoma"/>
              <a:buNone/>
            </a:pPr>
            <a:r>
              <a:rPr lang="en-US" sz="2800" b="0" i="0" u="none" strike="noStrike" cap="none">
                <a:solidFill>
                  <a:schemeClr val="dk1"/>
                </a:solidFill>
                <a:latin typeface="Tahoma"/>
                <a:ea typeface="Tahoma"/>
                <a:cs typeface="Tahoma"/>
                <a:sym typeface="Tahoma"/>
              </a:rPr>
              <a:t> chất lượng</a:t>
            </a:r>
            <a:endParaRPr sz="2800" b="0" i="0" u="none" strike="noStrike" cap="none">
              <a:solidFill>
                <a:schemeClr val="dk1"/>
              </a:solidFill>
              <a:latin typeface="Tahoma"/>
              <a:ea typeface="Tahoma"/>
              <a:cs typeface="Tahoma"/>
              <a:sym typeface="Tahoma"/>
            </a:endParaRPr>
          </a:p>
        </p:txBody>
      </p:sp>
      <p:sp>
        <p:nvSpPr>
          <p:cNvPr id="160" name="Google Shape;160;p5"/>
          <p:cNvSpPr/>
          <p:nvPr/>
        </p:nvSpPr>
        <p:spPr>
          <a:xfrm>
            <a:off x="5326039" y="2590800"/>
            <a:ext cx="2667000" cy="12192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ahoma"/>
              <a:buNone/>
            </a:pPr>
            <a:r>
              <a:rPr lang="en-US" sz="2800">
                <a:solidFill>
                  <a:schemeClr val="dk1"/>
                </a:solidFill>
                <a:latin typeface="Tahoma"/>
                <a:ea typeface="Tahoma"/>
                <a:cs typeface="Tahoma"/>
                <a:sym typeface="Tahoma"/>
              </a:rPr>
              <a:t>Đảm bảo </a:t>
            </a:r>
            <a:endParaRPr/>
          </a:p>
          <a:p>
            <a:pPr marL="0" marR="0" lvl="0" indent="0" algn="l" rtl="0">
              <a:lnSpc>
                <a:spcPct val="100000"/>
              </a:lnSpc>
              <a:spcBef>
                <a:spcPts val="0"/>
              </a:spcBef>
              <a:spcAft>
                <a:spcPts val="0"/>
              </a:spcAft>
              <a:buClr>
                <a:schemeClr val="dk1"/>
              </a:buClr>
              <a:buSzPts val="2800"/>
              <a:buFont typeface="Tahoma"/>
              <a:buNone/>
            </a:pPr>
            <a:r>
              <a:rPr lang="en-US" sz="2800">
                <a:solidFill>
                  <a:schemeClr val="dk1"/>
                </a:solidFill>
                <a:latin typeface="Tahoma"/>
                <a:ea typeface="Tahoma"/>
                <a:cs typeface="Tahoma"/>
                <a:sym typeface="Tahoma"/>
              </a:rPr>
              <a:t>c</a:t>
            </a:r>
            <a:r>
              <a:rPr lang="en-US" sz="2800" b="0" i="0" u="none" strike="noStrike" cap="none">
                <a:solidFill>
                  <a:schemeClr val="dk1"/>
                </a:solidFill>
                <a:latin typeface="Tahoma"/>
                <a:ea typeface="Tahoma"/>
                <a:cs typeface="Tahoma"/>
                <a:sym typeface="Tahoma"/>
              </a:rPr>
              <a:t>hất lượng</a:t>
            </a:r>
            <a:endParaRPr sz="2800" b="0" i="0" u="none" strike="noStrike" cap="none">
              <a:solidFill>
                <a:schemeClr val="dk1"/>
              </a:solidFill>
              <a:latin typeface="Tahoma"/>
              <a:ea typeface="Tahoma"/>
              <a:cs typeface="Tahoma"/>
              <a:sym typeface="Tahoma"/>
            </a:endParaRPr>
          </a:p>
        </p:txBody>
      </p:sp>
      <p:sp>
        <p:nvSpPr>
          <p:cNvPr id="161" name="Google Shape;161;p5"/>
          <p:cNvSpPr/>
          <p:nvPr/>
        </p:nvSpPr>
        <p:spPr>
          <a:xfrm>
            <a:off x="5334000" y="4876800"/>
            <a:ext cx="2667000" cy="12192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ahoma"/>
              <a:buNone/>
            </a:pPr>
            <a:r>
              <a:rPr lang="en-US" sz="2800" b="0" i="0" u="none" strike="noStrike" cap="none">
                <a:solidFill>
                  <a:schemeClr val="dk1"/>
                </a:solidFill>
                <a:latin typeface="Tahoma"/>
                <a:ea typeface="Tahoma"/>
                <a:cs typeface="Tahoma"/>
                <a:sym typeface="Tahoma"/>
              </a:rPr>
              <a:t>Kiểm soát </a:t>
            </a:r>
            <a:endParaRPr/>
          </a:p>
          <a:p>
            <a:pPr marL="0" marR="0" lvl="0" indent="0" algn="l" rtl="0">
              <a:lnSpc>
                <a:spcPct val="100000"/>
              </a:lnSpc>
              <a:spcBef>
                <a:spcPts val="0"/>
              </a:spcBef>
              <a:spcAft>
                <a:spcPts val="0"/>
              </a:spcAft>
              <a:buClr>
                <a:schemeClr val="dk1"/>
              </a:buClr>
              <a:buSzPts val="2800"/>
              <a:buFont typeface="Tahoma"/>
              <a:buNone/>
            </a:pPr>
            <a:r>
              <a:rPr lang="en-US" sz="2800">
                <a:solidFill>
                  <a:schemeClr val="dk1"/>
                </a:solidFill>
                <a:latin typeface="Tahoma"/>
                <a:ea typeface="Tahoma"/>
                <a:cs typeface="Tahoma"/>
                <a:sym typeface="Tahoma"/>
              </a:rPr>
              <a:t>chất lượng</a:t>
            </a:r>
            <a:endParaRPr sz="2800" b="0" i="0" u="none" strike="noStrike" cap="none">
              <a:solidFill>
                <a:schemeClr val="dk1"/>
              </a:solidFill>
              <a:latin typeface="Tahoma"/>
              <a:ea typeface="Tahoma"/>
              <a:cs typeface="Tahoma"/>
              <a:sym typeface="Tahoma"/>
            </a:endParaRPr>
          </a:p>
        </p:txBody>
      </p:sp>
      <p:sp>
        <p:nvSpPr>
          <p:cNvPr id="162" name="Google Shape;162;p5"/>
          <p:cNvSpPr/>
          <p:nvPr/>
        </p:nvSpPr>
        <p:spPr>
          <a:xfrm>
            <a:off x="1143000" y="2971800"/>
            <a:ext cx="2438400" cy="533400"/>
          </a:xfrm>
          <a:prstGeom prst="rect">
            <a:avLst/>
          </a:prstGeom>
          <a:solidFill>
            <a:srgbClr val="C6C6C6"/>
          </a:solidFill>
          <a:ln w="9525" cap="flat" cmpd="sng">
            <a:solidFill>
              <a:srgbClr val="00AB7E"/>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Tahoma"/>
              <a:buNone/>
            </a:pPr>
            <a:r>
              <a:rPr lang="en-US" sz="2800" b="0" i="0" u="none" strike="noStrike" cap="none">
                <a:solidFill>
                  <a:schemeClr val="dk1"/>
                </a:solidFill>
                <a:latin typeface="Tahoma"/>
                <a:ea typeface="Tahoma"/>
                <a:cs typeface="Tahoma"/>
                <a:sym typeface="Tahoma"/>
              </a:rPr>
              <a:t>Lập kế hoạch</a:t>
            </a:r>
            <a:endParaRPr sz="2800" b="0" i="0" u="none" strike="noStrike" cap="none">
              <a:solidFill>
                <a:schemeClr val="dk1"/>
              </a:solidFill>
              <a:latin typeface="Tahoma"/>
              <a:ea typeface="Tahoma"/>
              <a:cs typeface="Tahoma"/>
              <a:sym typeface="Tahoma"/>
            </a:endParaRPr>
          </a:p>
        </p:txBody>
      </p:sp>
      <p:sp>
        <p:nvSpPr>
          <p:cNvPr id="163" name="Google Shape;163;p5"/>
          <p:cNvSpPr/>
          <p:nvPr/>
        </p:nvSpPr>
        <p:spPr>
          <a:xfrm>
            <a:off x="5334000" y="1841310"/>
            <a:ext cx="2438400" cy="533400"/>
          </a:xfrm>
          <a:prstGeom prst="rect">
            <a:avLst/>
          </a:prstGeom>
          <a:solidFill>
            <a:srgbClr val="C6C6C6"/>
          </a:solidFill>
          <a:ln w="9525" cap="flat" cmpd="sng">
            <a:solidFill>
              <a:srgbClr val="00AB7E"/>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Tahoma"/>
              <a:buNone/>
            </a:pPr>
            <a:r>
              <a:rPr lang="en-US" sz="2800" b="0" i="0" u="none" strike="noStrike" cap="none">
                <a:solidFill>
                  <a:schemeClr val="dk1"/>
                </a:solidFill>
                <a:latin typeface="Tahoma"/>
                <a:ea typeface="Tahoma"/>
                <a:cs typeface="Tahoma"/>
                <a:sym typeface="Tahoma"/>
              </a:rPr>
              <a:t>Thực hiện</a:t>
            </a:r>
            <a:endParaRPr sz="2800" b="0" i="0" u="none" strike="noStrike" cap="none">
              <a:solidFill>
                <a:schemeClr val="dk1"/>
              </a:solidFill>
              <a:latin typeface="Tahoma"/>
              <a:ea typeface="Tahoma"/>
              <a:cs typeface="Tahoma"/>
              <a:sym typeface="Tahoma"/>
            </a:endParaRPr>
          </a:p>
        </p:txBody>
      </p:sp>
      <p:sp>
        <p:nvSpPr>
          <p:cNvPr id="164" name="Google Shape;164;p5"/>
          <p:cNvSpPr/>
          <p:nvPr/>
        </p:nvSpPr>
        <p:spPr>
          <a:xfrm>
            <a:off x="5562600" y="6324600"/>
            <a:ext cx="2438400" cy="533400"/>
          </a:xfrm>
          <a:prstGeom prst="rect">
            <a:avLst/>
          </a:prstGeom>
          <a:solidFill>
            <a:srgbClr val="C6C6C6"/>
          </a:solidFill>
          <a:ln w="9525" cap="flat" cmpd="sng">
            <a:solidFill>
              <a:srgbClr val="00AB7E"/>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Tahoma"/>
              <a:buNone/>
            </a:pPr>
            <a:r>
              <a:rPr lang="en-US" sz="2800" b="0" i="0" u="none" strike="noStrike" cap="none">
                <a:solidFill>
                  <a:schemeClr val="dk1"/>
                </a:solidFill>
                <a:latin typeface="Tahoma"/>
                <a:ea typeface="Tahoma"/>
                <a:cs typeface="Tahoma"/>
                <a:sym typeface="Tahoma"/>
              </a:rPr>
              <a:t>Kiểm soát</a:t>
            </a:r>
            <a:endParaRPr sz="2800" b="0" i="0" u="none" strike="noStrike" cap="none">
              <a:solidFill>
                <a:schemeClr val="dk1"/>
              </a:solidFill>
              <a:latin typeface="Tahoma"/>
              <a:ea typeface="Tahoma"/>
              <a:cs typeface="Tahoma"/>
              <a:sym typeface="Tahoma"/>
            </a:endParaRPr>
          </a:p>
        </p:txBody>
      </p:sp>
      <p:cxnSp>
        <p:nvCxnSpPr>
          <p:cNvPr id="165" name="Google Shape;165;p5"/>
          <p:cNvCxnSpPr/>
          <p:nvPr/>
        </p:nvCxnSpPr>
        <p:spPr>
          <a:xfrm rot="10800000" flipH="1">
            <a:off x="3581400" y="3352800"/>
            <a:ext cx="1752600" cy="838200"/>
          </a:xfrm>
          <a:prstGeom prst="straightConnector1">
            <a:avLst/>
          </a:prstGeom>
          <a:solidFill>
            <a:schemeClr val="accent1"/>
          </a:solidFill>
          <a:ln w="38100" cap="flat" cmpd="sng">
            <a:solidFill>
              <a:schemeClr val="dk1"/>
            </a:solidFill>
            <a:prstDash val="solid"/>
            <a:miter lim="800000"/>
            <a:headEnd type="none" w="sm" len="sm"/>
            <a:tailEnd type="stealth" w="med" len="med"/>
          </a:ln>
        </p:spPr>
      </p:cxnSp>
      <p:cxnSp>
        <p:nvCxnSpPr>
          <p:cNvPr id="166" name="Google Shape;166;p5"/>
          <p:cNvCxnSpPr/>
          <p:nvPr/>
        </p:nvCxnSpPr>
        <p:spPr>
          <a:xfrm>
            <a:off x="3352800" y="4724400"/>
            <a:ext cx="1973239" cy="762000"/>
          </a:xfrm>
          <a:prstGeom prst="straightConnector1">
            <a:avLst/>
          </a:prstGeom>
          <a:solidFill>
            <a:schemeClr val="accent1"/>
          </a:solidFill>
          <a:ln w="38100" cap="flat" cmpd="sng">
            <a:solidFill>
              <a:schemeClr val="dk1"/>
            </a:solidFill>
            <a:prstDash val="solid"/>
            <a:miter lim="800000"/>
            <a:headEnd type="none" w="sm" len="sm"/>
            <a:tailEnd type="stealth" w="med" len="med"/>
          </a:ln>
        </p:spPr>
      </p:cxnSp>
      <p:cxnSp>
        <p:nvCxnSpPr>
          <p:cNvPr id="167" name="Google Shape;167;p5"/>
          <p:cNvCxnSpPr>
            <a:stCxn id="160" idx="4"/>
            <a:endCxn id="161" idx="0"/>
          </p:cNvCxnSpPr>
          <p:nvPr/>
        </p:nvCxnSpPr>
        <p:spPr>
          <a:xfrm>
            <a:off x="6659539" y="3810000"/>
            <a:ext cx="8100" cy="1066800"/>
          </a:xfrm>
          <a:prstGeom prst="straightConnector1">
            <a:avLst/>
          </a:prstGeom>
          <a:solidFill>
            <a:schemeClr val="accent1"/>
          </a:solidFill>
          <a:ln w="38100" cap="flat" cmpd="sng">
            <a:solidFill>
              <a:schemeClr val="dk1"/>
            </a:solidFill>
            <a:prstDash val="solid"/>
            <a:miter lim="800000"/>
            <a:headEnd type="stealth" w="med" len="med"/>
            <a:tailEnd type="stealth" w="med" len="med"/>
          </a:ln>
        </p:spPr>
      </p:cxn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6"/>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6</a:t>
            </a:fld>
            <a:endParaRPr sz="1400">
              <a:solidFill>
                <a:schemeClr val="dk1"/>
              </a:solidFill>
              <a:latin typeface="Tahoma"/>
              <a:ea typeface="Tahoma"/>
              <a:cs typeface="Tahoma"/>
              <a:sym typeface="Tahoma"/>
            </a:endParaRPr>
          </a:p>
        </p:txBody>
      </p:sp>
      <p:sp>
        <p:nvSpPr>
          <p:cNvPr id="174" name="Google Shape;174;p6"/>
          <p:cNvSpPr txBox="1">
            <a:spLocks noGrp="1"/>
          </p:cNvSpPr>
          <p:nvPr>
            <p:ph type="body" id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Kế hoạch quản lý chất lượng (quality management plan) là một tài liệu dự án định ra những tiêu chuẩn chất lượng áp dụng cho dự án và cách thức đạt được những tiêu chuẩn này.</a:t>
            </a:r>
            <a:endParaRPr/>
          </a:p>
          <a:p>
            <a:pPr marL="342900" lvl="0" indent="-342900" algn="l" rtl="0">
              <a:lnSpc>
                <a:spcPct val="150000"/>
              </a:lnSpc>
              <a:spcBef>
                <a:spcPts val="0"/>
              </a:spcBef>
              <a:spcAft>
                <a:spcPts val="0"/>
              </a:spcAft>
              <a:buSzPts val="1680"/>
              <a:buChar char="■"/>
            </a:pPr>
            <a:r>
              <a:rPr lang="en-US"/>
              <a:t>Kế hoạch quản lý chất lượng được hợp nhất trong kế hoạch tổng thể của dự án. </a:t>
            </a:r>
            <a:endParaRPr>
              <a:latin typeface="Arial"/>
              <a:ea typeface="Arial"/>
              <a:cs typeface="Arial"/>
              <a:sym typeface="Arial"/>
            </a:endParaRPr>
          </a:p>
        </p:txBody>
      </p:sp>
      <p:sp>
        <p:nvSpPr>
          <p:cNvPr id="175" name="Google Shape;175;p6"/>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2. LẬP KẾ HOẠCH</a:t>
            </a:r>
            <a:endParaRPr/>
          </a:p>
        </p:txBody>
      </p: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7</a:t>
            </a:fld>
            <a:endParaRPr sz="1400">
              <a:solidFill>
                <a:schemeClr val="dk1"/>
              </a:solidFill>
              <a:latin typeface="Tahoma"/>
              <a:ea typeface="Tahoma"/>
              <a:cs typeface="Tahoma"/>
              <a:sym typeface="Tahoma"/>
            </a:endParaRPr>
          </a:p>
        </p:txBody>
      </p:sp>
      <p:sp>
        <p:nvSpPr>
          <p:cNvPr id="182" name="Google Shape;182;p7"/>
          <p:cNvSpPr txBox="1">
            <a:spLocks noGrp="1"/>
          </p:cNvSpPr>
          <p:nvPr>
            <p:ph type="body" id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xây dựng trong quá trình lập kế hoạch chất lượng và phải bao gồm các kế hoạch cho đảm bảo chất lượng, kiểm soát chất lượng, nâng cao chất lương trong vòng đời của dự án.</a:t>
            </a:r>
            <a:endParaRPr/>
          </a:p>
          <a:p>
            <a:pPr marL="342900" lvl="0" indent="-342900" algn="l" rtl="0">
              <a:lnSpc>
                <a:spcPct val="150000"/>
              </a:lnSpc>
              <a:spcBef>
                <a:spcPts val="0"/>
              </a:spcBef>
              <a:spcAft>
                <a:spcPts val="0"/>
              </a:spcAft>
              <a:buSzPts val="1680"/>
              <a:buChar char="■"/>
            </a:pPr>
            <a:r>
              <a:rPr lang="en-US"/>
              <a:t>Phải bao gồm cả phương thức trao đổi thông tin được dùng để báo cáo ma trận hiệu quả hoạt động cho nhà tài trợ, đội dự án, những người có liên quan và nhà cung cấp.</a:t>
            </a:r>
            <a:endParaRPr>
              <a:latin typeface="Arial"/>
              <a:ea typeface="Arial"/>
              <a:cs typeface="Arial"/>
              <a:sym typeface="Arial"/>
            </a:endParaRPr>
          </a:p>
        </p:txBody>
      </p:sp>
      <p:sp>
        <p:nvSpPr>
          <p:cNvPr id="183" name="Google Shape;183;p7"/>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2. LẬP KẾ HOẠCH</a:t>
            </a:r>
            <a:endParaRPr/>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body" id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Kế hoạch quản lý chất lượng theo chiều sâu có vai trò rất quan trọng đối các dự án phát triển ứng dụng.</a:t>
            </a:r>
            <a:endParaRPr/>
          </a:p>
          <a:p>
            <a:pPr marL="342900" lvl="0" indent="-342900" algn="l" rtl="0">
              <a:lnSpc>
                <a:spcPct val="150000"/>
              </a:lnSpc>
              <a:spcBef>
                <a:spcPts val="560"/>
              </a:spcBef>
              <a:spcAft>
                <a:spcPts val="0"/>
              </a:spcAft>
              <a:buSzPts val="1680"/>
              <a:buChar char="■"/>
            </a:pPr>
            <a:r>
              <a:rPr lang="en-US"/>
              <a:t>Cần phải duyệt và cập nhật kế hoạch quản lý chất lượng thường xuyên nhằm đảm bảo kế hoạch phản ánh được yêu cầu của những người liên quan đến dự án. </a:t>
            </a:r>
            <a:endParaRPr/>
          </a:p>
          <a:p>
            <a:pPr marL="342900" lvl="0" indent="-236220" algn="l" rtl="0">
              <a:lnSpc>
                <a:spcPct val="80000"/>
              </a:lnSpc>
              <a:spcBef>
                <a:spcPts val="560"/>
              </a:spcBef>
              <a:spcAft>
                <a:spcPts val="0"/>
              </a:spcAft>
              <a:buSzPts val="1680"/>
              <a:buNone/>
            </a:pPr>
            <a:endParaRPr/>
          </a:p>
        </p:txBody>
      </p:sp>
      <p:sp>
        <p:nvSpPr>
          <p:cNvPr id="189" name="Google Shape;189;p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8</a:t>
            </a:fld>
            <a:endParaRPr sz="1400">
              <a:solidFill>
                <a:schemeClr val="dk1"/>
              </a:solidFill>
              <a:latin typeface="Tahoma"/>
              <a:ea typeface="Tahoma"/>
              <a:cs typeface="Tahoma"/>
              <a:sym typeface="Tahoma"/>
            </a:endParaRPr>
          </a:p>
        </p:txBody>
      </p:sp>
      <p:sp>
        <p:nvSpPr>
          <p:cNvPr id="190" name="Google Shape;190;p8"/>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2. LẬP KẾ HOẠCH</a:t>
            </a:r>
            <a:endParaRPr/>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9"/>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9</a:t>
            </a:fld>
            <a:endParaRPr sz="1400">
              <a:solidFill>
                <a:schemeClr val="dk1"/>
              </a:solidFill>
              <a:latin typeface="Tahoma"/>
              <a:ea typeface="Tahoma"/>
              <a:cs typeface="Tahoma"/>
              <a:sym typeface="Tahoma"/>
            </a:endParaRPr>
          </a:p>
        </p:txBody>
      </p:sp>
      <p:sp>
        <p:nvSpPr>
          <p:cNvPr id="196" name="Google Shape;196;p9"/>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XÂY DỰNG BẢN KẾ HOẠCH (1/3)</a:t>
            </a:r>
            <a:endParaRPr/>
          </a:p>
        </p:txBody>
      </p:sp>
      <p:sp>
        <p:nvSpPr>
          <p:cNvPr id="197" name="Google Shape;197;p9"/>
          <p:cNvSpPr/>
          <p:nvPr/>
        </p:nvSpPr>
        <p:spPr>
          <a:xfrm>
            <a:off x="609600" y="1371600"/>
            <a:ext cx="53340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Các bước xây dựng bản kế hoạch</a:t>
            </a:r>
            <a:endParaRPr sz="2400" b="1">
              <a:solidFill>
                <a:srgbClr val="CCFF33"/>
              </a:solidFill>
              <a:latin typeface="Tahoma"/>
              <a:ea typeface="Tahoma"/>
              <a:cs typeface="Tahoma"/>
              <a:sym typeface="Tahoma"/>
            </a:endParaRPr>
          </a:p>
        </p:txBody>
      </p:sp>
      <p:sp>
        <p:nvSpPr>
          <p:cNvPr id="198" name="Google Shape;198;p9"/>
          <p:cNvSpPr txBox="1"/>
          <p:nvPr/>
        </p:nvSpPr>
        <p:spPr>
          <a:xfrm>
            <a:off x="152400" y="2057400"/>
            <a:ext cx="8839200" cy="457200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50000"/>
              </a:lnSpc>
              <a:spcBef>
                <a:spcPts val="0"/>
              </a:spcBef>
              <a:spcAft>
                <a:spcPts val="0"/>
              </a:spcAft>
              <a:buClr>
                <a:schemeClr val="folHlink"/>
              </a:buClr>
              <a:buSzPts val="1440"/>
              <a:buFont typeface="Noto Sans Symbols"/>
              <a:buAutoNum type="arabicPeriod"/>
            </a:pPr>
            <a:r>
              <a:rPr lang="en-US" sz="2400">
                <a:solidFill>
                  <a:schemeClr val="dk1"/>
                </a:solidFill>
                <a:latin typeface="Tahoma"/>
                <a:ea typeface="Tahoma"/>
                <a:cs typeface="Tahoma"/>
                <a:sym typeface="Tahoma"/>
              </a:rPr>
              <a:t>Kiểm duyệt các tài liệu về yêu cầu và hỏi lại nhà tài trợ nếu cần, nhằm đảm bảo tất cả các yêu cầu của nhà tài trợ đã được định nghĩa rõ ràng.</a:t>
            </a:r>
            <a:endParaRPr/>
          </a:p>
          <a:p>
            <a:pPr marL="457200" marR="0" lvl="0" indent="-457200" algn="l" rtl="0">
              <a:lnSpc>
                <a:spcPct val="150000"/>
              </a:lnSpc>
              <a:spcBef>
                <a:spcPts val="0"/>
              </a:spcBef>
              <a:spcAft>
                <a:spcPts val="0"/>
              </a:spcAft>
              <a:buClr>
                <a:schemeClr val="folHlink"/>
              </a:buClr>
              <a:buSzPts val="1440"/>
              <a:buFont typeface="Noto Sans Symbols"/>
              <a:buAutoNum type="arabicPeriod"/>
            </a:pPr>
            <a:r>
              <a:rPr lang="en-US" sz="2400">
                <a:solidFill>
                  <a:schemeClr val="dk1"/>
                </a:solidFill>
                <a:latin typeface="Tahoma"/>
                <a:ea typeface="Tahoma"/>
                <a:cs typeface="Tahoma"/>
                <a:sym typeface="Tahoma"/>
              </a:rPr>
              <a:t>Xác định thước đo (metric) chất lượng dùng cho dự án, đặt ra những tiêu chuẩn chất lượng và mục tiêu về hiệu quả tuân theo những tiêu chuẩn và quy tắc công nghiệp.</a:t>
            </a:r>
            <a:endParaRPr/>
          </a:p>
          <a:p>
            <a:pPr marL="457200" marR="0" lvl="0" indent="-457200" algn="l" rtl="0">
              <a:lnSpc>
                <a:spcPct val="150000"/>
              </a:lnSpc>
              <a:spcBef>
                <a:spcPts val="0"/>
              </a:spcBef>
              <a:spcAft>
                <a:spcPts val="0"/>
              </a:spcAft>
              <a:buClr>
                <a:schemeClr val="folHlink"/>
              </a:buClr>
              <a:buSzPts val="1440"/>
              <a:buFont typeface="Noto Sans Symbols"/>
              <a:buAutoNum type="arabicPeriod"/>
            </a:pPr>
            <a:r>
              <a:rPr lang="en-US" sz="2400">
                <a:solidFill>
                  <a:schemeClr val="dk1"/>
                </a:solidFill>
                <a:latin typeface="Tahoma"/>
                <a:ea typeface="Tahoma"/>
                <a:cs typeface="Tahoma"/>
                <a:sym typeface="Tahoma"/>
              </a:rPr>
              <a:t>Thiết lập lịch trình kiểm định, kiểm thử dựa trên những phụ thuộc và đặc điểm kỹ thuật của dự án.</a:t>
            </a:r>
            <a:endParaRPr sz="2000">
              <a:solidFill>
                <a:schemeClr val="dk1"/>
              </a:solidFill>
              <a:latin typeface="Tahoma"/>
              <a:ea typeface="Tahoma"/>
              <a:cs typeface="Tahoma"/>
              <a:sym typeface="Tahoma"/>
            </a:endParaRPr>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0"/>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
        <p:nvSpPr>
          <p:cNvPr id="204" name="Google Shape;204;p10"/>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XÂY DỰNG BẢN KẾ HOẠCH (2/3)</a:t>
            </a:r>
            <a:endParaRPr/>
          </a:p>
        </p:txBody>
      </p:sp>
      <p:sp>
        <p:nvSpPr>
          <p:cNvPr id="205" name="Google Shape;205;p10"/>
          <p:cNvSpPr/>
          <p:nvPr/>
        </p:nvSpPr>
        <p:spPr>
          <a:xfrm>
            <a:off x="609600" y="1371600"/>
            <a:ext cx="53340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Các bước xây dựng bản kế hoạch</a:t>
            </a:r>
            <a:endParaRPr sz="2400" b="1">
              <a:solidFill>
                <a:srgbClr val="CCFF33"/>
              </a:solidFill>
              <a:latin typeface="Tahoma"/>
              <a:ea typeface="Tahoma"/>
              <a:cs typeface="Tahoma"/>
              <a:sym typeface="Tahoma"/>
            </a:endParaRPr>
          </a:p>
        </p:txBody>
      </p:sp>
      <p:sp>
        <p:nvSpPr>
          <p:cNvPr id="206" name="Google Shape;206;p10"/>
          <p:cNvSpPr txBox="1"/>
          <p:nvPr/>
        </p:nvSpPr>
        <p:spPr>
          <a:xfrm>
            <a:off x="152400" y="2057400"/>
            <a:ext cx="8839200" cy="4572000"/>
          </a:xfrm>
          <a:prstGeom prst="rect">
            <a:avLst/>
          </a:prstGeom>
          <a:noFill/>
          <a:ln>
            <a:noFill/>
          </a:ln>
        </p:spPr>
        <p:txBody>
          <a:bodyPr spcFirstLastPara="1" wrap="square" lIns="91425" tIns="45700" rIns="91425" bIns="45700" anchor="t" anchorCtr="0">
            <a:noAutofit/>
          </a:bodyPr>
          <a:lstStyle/>
          <a:p>
            <a:pPr marL="0" marR="0" lvl="0" indent="0" algn="l" rtl="0">
              <a:lnSpc>
                <a:spcPct val="136666"/>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4. Thiết lập vai trò và trách nhiệm quản lý chất lượng, đưa các công việc vào lịch trình dự án</a:t>
            </a:r>
            <a:endParaRPr sz="2400">
              <a:solidFill>
                <a:schemeClr val="dk1"/>
              </a:solidFill>
              <a:latin typeface="Tahoma"/>
              <a:ea typeface="Tahoma"/>
              <a:cs typeface="Tahoma"/>
              <a:sym typeface="Tahoma"/>
            </a:endParaRPr>
          </a:p>
          <a:p>
            <a:pPr marL="0" marR="0" lvl="0" indent="0" algn="l" rtl="0">
              <a:lnSpc>
                <a:spcPct val="136666"/>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5. Điều hòa báo cáo hiệu quả hoạt động và kết quả kiểm định thực tế với tiêu chuẩn chất lượng và mục tiêu về hiệu quả hoạt động</a:t>
            </a:r>
            <a:endParaRPr sz="2400">
              <a:solidFill>
                <a:schemeClr val="dk1"/>
              </a:solidFill>
              <a:latin typeface="Tahoma"/>
              <a:ea typeface="Tahoma"/>
              <a:cs typeface="Tahoma"/>
              <a:sym typeface="Tahoma"/>
            </a:endParaRPr>
          </a:p>
          <a:p>
            <a:pPr marL="0" marR="0" lvl="0" indent="0" algn="l" rtl="0">
              <a:lnSpc>
                <a:spcPct val="136666"/>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6. Xây dựng vòng lặp cho hành động hiệu chỉnh trong việc xử lý biến động chất lượng.</a:t>
            </a:r>
            <a:endParaRPr/>
          </a:p>
          <a:p>
            <a:pPr marL="0" marR="0" lvl="0" indent="0" algn="l" rtl="0">
              <a:lnSpc>
                <a:spcPct val="136666"/>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7. Xây dựng các phương pháp giải quyết bất đồng giữa các thành viên trong đội về sự phù hợp của các kết quả chuyển giao.</a:t>
            </a:r>
            <a:endParaRPr/>
          </a:p>
          <a:p>
            <a:pPr marL="0" marR="0" lvl="0" indent="0" algn="l" rtl="0">
              <a:lnSpc>
                <a:spcPct val="100000"/>
              </a:lnSpc>
              <a:spcBef>
                <a:spcPts val="0"/>
              </a:spcBef>
              <a:spcAft>
                <a:spcPts val="0"/>
              </a:spcAft>
              <a:buClr>
                <a:schemeClr val="folHlink"/>
              </a:buClr>
              <a:buSzPts val="1440"/>
              <a:buFont typeface="Noto Sans Symbols"/>
              <a:buNone/>
            </a:pPr>
            <a:endParaRPr sz="2400">
              <a:solidFill>
                <a:schemeClr val="dk1"/>
              </a:solidFill>
              <a:latin typeface="Tahoma"/>
              <a:ea typeface="Tahoma"/>
              <a:cs typeface="Tahoma"/>
              <a:sym typeface="Tahoma"/>
            </a:endParaRPr>
          </a:p>
          <a:p>
            <a:pPr marL="0" marR="0" lvl="0" indent="0" algn="l" rtl="0">
              <a:lnSpc>
                <a:spcPct val="100000"/>
              </a:lnSpc>
              <a:spcBef>
                <a:spcPts val="0"/>
              </a:spcBef>
              <a:spcAft>
                <a:spcPts val="0"/>
              </a:spcAft>
              <a:buClr>
                <a:schemeClr val="folHlink"/>
              </a:buClr>
              <a:buSzPts val="1200"/>
              <a:buFont typeface="Noto Sans Symbols"/>
              <a:buNone/>
            </a:pPr>
            <a:endParaRPr sz="2000">
              <a:solidFill>
                <a:schemeClr val="dk1"/>
              </a:solidFill>
              <a:latin typeface="Tahoma"/>
              <a:ea typeface="Tahoma"/>
              <a:cs typeface="Tahoma"/>
              <a:sym typeface="Tahoma"/>
            </a:endParaRPr>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1"/>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11</a:t>
            </a:fld>
            <a:endParaRPr sz="1400">
              <a:solidFill>
                <a:schemeClr val="dk1"/>
              </a:solidFill>
              <a:latin typeface="Tahoma"/>
              <a:ea typeface="Tahoma"/>
              <a:cs typeface="Tahoma"/>
              <a:sym typeface="Tahoma"/>
            </a:endParaRPr>
          </a:p>
        </p:txBody>
      </p:sp>
      <p:sp>
        <p:nvSpPr>
          <p:cNvPr id="213" name="Google Shape;213;p11"/>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XÂY DỰNG BẢN KẾ HOẠCH (3/3)</a:t>
            </a:r>
            <a:endParaRPr/>
          </a:p>
        </p:txBody>
      </p:sp>
      <p:sp>
        <p:nvSpPr>
          <p:cNvPr id="214" name="Google Shape;214;p11"/>
          <p:cNvSpPr/>
          <p:nvPr/>
        </p:nvSpPr>
        <p:spPr>
          <a:xfrm>
            <a:off x="609600" y="1371600"/>
            <a:ext cx="53340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Các bước xây dựng bản kế hoạch</a:t>
            </a:r>
            <a:endParaRPr sz="2400" b="1">
              <a:solidFill>
                <a:srgbClr val="CCFF33"/>
              </a:solidFill>
              <a:latin typeface="Tahoma"/>
              <a:ea typeface="Tahoma"/>
              <a:cs typeface="Tahoma"/>
              <a:sym typeface="Tahoma"/>
            </a:endParaRPr>
          </a:p>
        </p:txBody>
      </p:sp>
      <p:sp>
        <p:nvSpPr>
          <p:cNvPr id="215" name="Google Shape;215;p11"/>
          <p:cNvSpPr txBox="1"/>
          <p:nvPr/>
        </p:nvSpPr>
        <p:spPr>
          <a:xfrm>
            <a:off x="152400" y="2057400"/>
            <a:ext cx="8839200" cy="45720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8. Lập kế hoạch báo cáo hiệu quả hoạt động bằng cách xác định cơ chế phản hồi cho nhà tài trợ, người có liên quan đến dự án, các nhà cung cấp về tiêu chuẩn chất lượng và mục tiêu hiệu quả công việc.</a:t>
            </a:r>
            <a:endParaRPr/>
          </a:p>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9. Bảo đảm kế hoạch tuân thủ của nhà tài trợ và định nghĩa được các tiêu chí, bao gồm kiểm thử chấp nhận cho việc ký kết hoàn tất của nhà tài trợ khi dự án kết thúc</a:t>
            </a:r>
            <a:endParaRPr sz="2000">
              <a:solidFill>
                <a:schemeClr val="dk1"/>
              </a:solidFill>
              <a:latin typeface="Tahoma"/>
              <a:ea typeface="Tahoma"/>
              <a:cs typeface="Tahoma"/>
              <a:sym typeface="Tahoma"/>
            </a:endParaRPr>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2"/>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12</a:t>
            </a:fld>
            <a:endParaRPr sz="1400">
              <a:solidFill>
                <a:schemeClr val="dk1"/>
              </a:solidFill>
              <a:latin typeface="Tahoma"/>
              <a:ea typeface="Tahoma"/>
              <a:cs typeface="Tahoma"/>
              <a:sym typeface="Tahoma"/>
            </a:endParaRPr>
          </a:p>
        </p:txBody>
      </p:sp>
      <p:sp>
        <p:nvSpPr>
          <p:cNvPr id="222" name="Google Shape;222;p12"/>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Bài tập 1/5</a:t>
            </a:r>
            <a:endParaRPr/>
          </a:p>
        </p:txBody>
      </p:sp>
      <p:sp>
        <p:nvSpPr>
          <p:cNvPr id="223" name="Google Shape;223;p12"/>
          <p:cNvSpPr txBox="1">
            <a:spLocks noGrp="1"/>
          </p:cNvSpPr>
          <p:nvPr>
            <p:ph type="body" id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Thời gian: 15’</a:t>
            </a:r>
            <a:endParaRPr/>
          </a:p>
          <a:p>
            <a:pPr marL="342900" lvl="0" indent="-342900" algn="l" rtl="0">
              <a:lnSpc>
                <a:spcPct val="150000"/>
              </a:lnSpc>
              <a:spcBef>
                <a:spcPts val="0"/>
              </a:spcBef>
              <a:spcAft>
                <a:spcPts val="0"/>
              </a:spcAft>
              <a:buSzPts val="1680"/>
              <a:buChar char="■"/>
            </a:pPr>
            <a:r>
              <a:rPr lang="en-US"/>
              <a:t>Muc tiêu: Xây dựng một bản kế hoạch quản lý chất lượng</a:t>
            </a:r>
            <a:endParaRPr/>
          </a:p>
          <a:p>
            <a:pPr marL="342900" lvl="0" indent="-342900" algn="l" rtl="0">
              <a:lnSpc>
                <a:spcPct val="150000"/>
              </a:lnSpc>
              <a:spcBef>
                <a:spcPts val="0"/>
              </a:spcBef>
              <a:spcAft>
                <a:spcPts val="0"/>
              </a:spcAft>
              <a:buSzPts val="1680"/>
              <a:buChar char="■"/>
            </a:pPr>
            <a:r>
              <a:rPr lang="en-US"/>
              <a:t>Kịch bản: Bạn có trách nhiệm lập một bản kế hoạch quản lý chất lượng cho dự án Ứng dụng chăm sóc khách hàng được phát triển nội bộ cho Công ty XYZ.</a:t>
            </a:r>
            <a:endParaRPr/>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4"/>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13</a:t>
            </a:fld>
            <a:endParaRPr sz="1400">
              <a:solidFill>
                <a:schemeClr val="dk1"/>
              </a:solidFill>
              <a:latin typeface="Tahoma"/>
              <a:ea typeface="Tahoma"/>
              <a:cs typeface="Tahoma"/>
              <a:sym typeface="Tahoma"/>
            </a:endParaRPr>
          </a:p>
        </p:txBody>
      </p:sp>
      <p:sp>
        <p:nvSpPr>
          <p:cNvPr id="237" name="Google Shape;237;p14"/>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Bài tập 2/5</a:t>
            </a:r>
            <a:endParaRPr/>
          </a:p>
        </p:txBody>
      </p:sp>
      <p:sp>
        <p:nvSpPr>
          <p:cNvPr id="238" name="Google Shape;238;p14"/>
          <p:cNvSpPr txBox="1">
            <a:spLocks noGrp="1"/>
          </p:cNvSpPr>
          <p:nvPr>
            <p:ph type="body" id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SzPts val="1680"/>
              <a:buNone/>
            </a:pPr>
            <a:r>
              <a:rPr lang="en-US" b="1" i="1"/>
              <a:t>1. Bạn sẽ sử dụng metric có thể dùng ?</a:t>
            </a:r>
            <a:endParaRPr/>
          </a:p>
          <a:p>
            <a:pPr marL="0" lvl="0" indent="0" algn="l" rtl="0">
              <a:lnSpc>
                <a:spcPct val="150000"/>
              </a:lnSpc>
              <a:spcBef>
                <a:spcPts val="0"/>
              </a:spcBef>
              <a:spcAft>
                <a:spcPts val="0"/>
              </a:spcAft>
              <a:buSzPts val="1560"/>
              <a:buNone/>
            </a:pPr>
            <a:r>
              <a:rPr lang="en-US" sz="2600"/>
              <a:t>Các metric có thể dùng cho dự án này là:</a:t>
            </a:r>
            <a:endParaRPr/>
          </a:p>
          <a:p>
            <a:pPr marL="342900" lvl="0" indent="-342900" algn="l" rtl="0">
              <a:lnSpc>
                <a:spcPct val="150000"/>
              </a:lnSpc>
              <a:spcBef>
                <a:spcPts val="0"/>
              </a:spcBef>
              <a:spcAft>
                <a:spcPts val="0"/>
              </a:spcAft>
              <a:buSzPts val="1560"/>
              <a:buFont typeface="Noto Sans Symbols"/>
              <a:buChar char="✔"/>
            </a:pPr>
            <a:r>
              <a:rPr lang="en-US" sz="2600"/>
              <a:t>Tính khả dụng của giao diện</a:t>
            </a:r>
            <a:endParaRPr sz="2600"/>
          </a:p>
          <a:p>
            <a:pPr marL="342900" lvl="0" indent="-342900" algn="l" rtl="0">
              <a:lnSpc>
                <a:spcPct val="150000"/>
              </a:lnSpc>
              <a:spcBef>
                <a:spcPts val="0"/>
              </a:spcBef>
              <a:spcAft>
                <a:spcPts val="0"/>
              </a:spcAft>
              <a:buSzPts val="1560"/>
              <a:buFont typeface="Noto Sans Symbols"/>
              <a:buChar char="✔"/>
            </a:pPr>
            <a:r>
              <a:rPr lang="en-US" sz="2600"/>
              <a:t>Tính toàn vẹn của dữ liệu</a:t>
            </a:r>
            <a:endParaRPr sz="2600"/>
          </a:p>
          <a:p>
            <a:pPr marL="342900" lvl="0" indent="-342900" algn="l" rtl="0">
              <a:lnSpc>
                <a:spcPct val="150000"/>
              </a:lnSpc>
              <a:spcBef>
                <a:spcPts val="0"/>
              </a:spcBef>
              <a:spcAft>
                <a:spcPts val="0"/>
              </a:spcAft>
              <a:buSzPts val="1560"/>
              <a:buFont typeface="Noto Sans Symbols"/>
              <a:buChar char="✔"/>
            </a:pPr>
            <a:r>
              <a:rPr lang="en-US" sz="2600"/>
              <a:t>Tính ổn định của ứng dụng</a:t>
            </a:r>
            <a:endParaRPr sz="2600"/>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5"/>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14</a:t>
            </a:fld>
            <a:endParaRPr sz="1400">
              <a:solidFill>
                <a:schemeClr val="dk1"/>
              </a:solidFill>
              <a:latin typeface="Tahoma"/>
              <a:ea typeface="Tahoma"/>
              <a:cs typeface="Tahoma"/>
              <a:sym typeface="Tahoma"/>
            </a:endParaRPr>
          </a:p>
        </p:txBody>
      </p:sp>
      <p:sp>
        <p:nvSpPr>
          <p:cNvPr id="245" name="Google Shape;245;p15"/>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Bài tập 3/5</a:t>
            </a:r>
            <a:endParaRPr/>
          </a:p>
        </p:txBody>
      </p:sp>
      <p:sp>
        <p:nvSpPr>
          <p:cNvPr id="246" name="Google Shape;246;p15"/>
          <p:cNvSpPr txBo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680"/>
              <a:buFont typeface="Noto Sans Symbols"/>
              <a:buNone/>
            </a:pPr>
            <a:r>
              <a:rPr lang="en-US" sz="2800" b="1" i="1">
                <a:solidFill>
                  <a:schemeClr val="dk1"/>
                </a:solidFill>
                <a:latin typeface="Tahoma"/>
                <a:ea typeface="Tahoma"/>
                <a:cs typeface="Tahoma"/>
                <a:sym typeface="Tahoma"/>
              </a:rPr>
              <a:t>2. Bạn sẽ dùng những loại kiểm thử nào ?</a:t>
            </a:r>
            <a:endParaRPr/>
          </a:p>
          <a:p>
            <a:pPr marL="0" marR="0" lvl="0" indent="0" algn="l" rtl="0">
              <a:lnSpc>
                <a:spcPct val="150000"/>
              </a:lnSpc>
              <a:spcBef>
                <a:spcPts val="0"/>
              </a:spcBef>
              <a:spcAft>
                <a:spcPts val="0"/>
              </a:spcAft>
              <a:buClr>
                <a:schemeClr val="folHlink"/>
              </a:buClr>
              <a:buSzPts val="1560"/>
              <a:buFont typeface="Noto Sans Symbols"/>
              <a:buNone/>
            </a:pPr>
            <a:r>
              <a:rPr lang="en-US" sz="2600">
                <a:solidFill>
                  <a:schemeClr val="dk1"/>
                </a:solidFill>
                <a:latin typeface="Tahoma"/>
                <a:ea typeface="Tahoma"/>
                <a:cs typeface="Tahoma"/>
                <a:sym typeface="Tahoma"/>
              </a:rPr>
              <a:t>Các loại kiểm thử có thể dùng:</a:t>
            </a:r>
            <a:endParaRPr/>
          </a:p>
          <a:p>
            <a:pPr marL="342900" marR="0" lvl="0" indent="-342900" algn="l" rtl="0">
              <a:lnSpc>
                <a:spcPct val="150000"/>
              </a:lnSpc>
              <a:spcBef>
                <a:spcPts val="0"/>
              </a:spcBef>
              <a:spcAft>
                <a:spcPts val="0"/>
              </a:spcAft>
              <a:buClr>
                <a:schemeClr val="folHlink"/>
              </a:buClr>
              <a:buSzPts val="1560"/>
              <a:buFont typeface="Noto Sans Symbols"/>
              <a:buChar char="✔"/>
            </a:pPr>
            <a:r>
              <a:rPr lang="en-US" sz="2600">
                <a:solidFill>
                  <a:schemeClr val="dk1"/>
                </a:solidFill>
                <a:latin typeface="Tahoma"/>
                <a:ea typeface="Tahoma"/>
                <a:cs typeface="Tahoma"/>
                <a:sym typeface="Tahoma"/>
              </a:rPr>
              <a:t>Kiểm thử chức năng định kỳ nhằm đảm bảo chức năng tuân thủ đúng yêu cầu.</a:t>
            </a:r>
            <a:endParaRPr/>
          </a:p>
          <a:p>
            <a:pPr marL="342900" marR="0" lvl="0" indent="-342900" algn="l" rtl="0">
              <a:lnSpc>
                <a:spcPct val="150000"/>
              </a:lnSpc>
              <a:spcBef>
                <a:spcPts val="0"/>
              </a:spcBef>
              <a:spcAft>
                <a:spcPts val="0"/>
              </a:spcAft>
              <a:buClr>
                <a:schemeClr val="folHlink"/>
              </a:buClr>
              <a:buSzPts val="1560"/>
              <a:buFont typeface="Noto Sans Symbols"/>
              <a:buChar char="✔"/>
            </a:pPr>
            <a:r>
              <a:rPr lang="en-US" sz="2600">
                <a:solidFill>
                  <a:schemeClr val="dk1"/>
                </a:solidFill>
                <a:latin typeface="Tahoma"/>
                <a:ea typeface="Tahoma"/>
                <a:cs typeface="Tahoma"/>
                <a:sym typeface="Tahoma"/>
              </a:rPr>
              <a:t>Lập trình viên có kinh nghiệm kiểm tra code đột xuất xem có tuân thủ đúng chuẩn không.</a:t>
            </a:r>
            <a:endParaRPr/>
          </a:p>
          <a:p>
            <a:pPr marL="342900" marR="0" lvl="0" indent="-342900" algn="l" rtl="0">
              <a:lnSpc>
                <a:spcPct val="150000"/>
              </a:lnSpc>
              <a:spcBef>
                <a:spcPts val="0"/>
              </a:spcBef>
              <a:spcAft>
                <a:spcPts val="0"/>
              </a:spcAft>
              <a:buClr>
                <a:schemeClr val="folHlink"/>
              </a:buClr>
              <a:buSzPts val="1560"/>
              <a:buFont typeface="Noto Sans Symbols"/>
              <a:buChar char="✔"/>
            </a:pPr>
            <a:r>
              <a:rPr lang="en-US" sz="2600">
                <a:solidFill>
                  <a:schemeClr val="dk1"/>
                </a:solidFill>
                <a:latin typeface="Tahoma"/>
                <a:ea typeface="Tahoma"/>
                <a:cs typeface="Tahoma"/>
                <a:sym typeface="Tahoma"/>
              </a:rPr>
              <a:t>Kiểm tra tính toàn vẹn dữ liệu của ứng dụng trên một tập hợp dữ liệu mẫu.</a:t>
            </a:r>
            <a:endParaRPr/>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6"/>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
        <p:nvSpPr>
          <p:cNvPr id="252" name="Google Shape;252;p16"/>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Bài tập 4/5</a:t>
            </a:r>
            <a:endParaRPr/>
          </a:p>
        </p:txBody>
      </p:sp>
      <p:sp>
        <p:nvSpPr>
          <p:cNvPr id="253" name="Google Shape;253;p16"/>
          <p:cNvSpPr txBo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680"/>
              <a:buFont typeface="Noto Sans Symbols"/>
              <a:buNone/>
            </a:pPr>
            <a:r>
              <a:rPr lang="en-US" sz="2800" b="1" i="1">
                <a:solidFill>
                  <a:schemeClr val="dk1"/>
                </a:solidFill>
                <a:latin typeface="Tahoma"/>
                <a:ea typeface="Tahoma"/>
                <a:cs typeface="Tahoma"/>
                <a:sym typeface="Tahoma"/>
              </a:rPr>
              <a:t>3. Làm thế nào để giám sát được chất lượng trên cơ sở liên tục ?</a:t>
            </a:r>
            <a:endParaRPr/>
          </a:p>
          <a:p>
            <a:pPr marL="342900" marR="0" lvl="0" indent="-342900" algn="l" rtl="0">
              <a:lnSpc>
                <a:spcPct val="150000"/>
              </a:lnSpc>
              <a:spcBef>
                <a:spcPts val="0"/>
              </a:spcBef>
              <a:spcAft>
                <a:spcPts val="0"/>
              </a:spcAft>
              <a:buClr>
                <a:schemeClr val="folHlink"/>
              </a:buClr>
              <a:buSzPts val="1560"/>
              <a:buFont typeface="Noto Sans Symbols"/>
              <a:buChar char="✔"/>
            </a:pPr>
            <a:r>
              <a:rPr lang="en-US" sz="2600">
                <a:solidFill>
                  <a:schemeClr val="dk1"/>
                </a:solidFill>
                <a:latin typeface="Tahoma"/>
                <a:ea typeface="Tahoma"/>
                <a:cs typeface="Tahoma"/>
                <a:sym typeface="Tahoma"/>
              </a:rPr>
              <a:t>Thiết lập lịch trình kiểm định / kiểm thử dựa trên các phụ thuộc và đặc điểm kỹ thuật của dự án;</a:t>
            </a:r>
            <a:endParaRPr/>
          </a:p>
          <a:p>
            <a:pPr marL="342900" marR="0" lvl="0" indent="-342900" algn="l" rtl="0">
              <a:lnSpc>
                <a:spcPct val="150000"/>
              </a:lnSpc>
              <a:spcBef>
                <a:spcPts val="0"/>
              </a:spcBef>
              <a:spcAft>
                <a:spcPts val="0"/>
              </a:spcAft>
              <a:buClr>
                <a:schemeClr val="folHlink"/>
              </a:buClr>
              <a:buSzPts val="1560"/>
              <a:buFont typeface="Noto Sans Symbols"/>
              <a:buChar char="✔"/>
            </a:pPr>
            <a:r>
              <a:rPr lang="en-US" sz="2600">
                <a:solidFill>
                  <a:schemeClr val="dk1"/>
                </a:solidFill>
                <a:latin typeface="Tahoma"/>
                <a:ea typeface="Tahoma"/>
                <a:cs typeface="Tahoma"/>
                <a:sym typeface="Tahoma"/>
              </a:rPr>
              <a:t>Điều hòa báo cáo hiệu quả hoạt động và những kết quả kiểm định thực tế với các tiêu chuẩn chất lượng và các mục tiêu hiệu quả hoạt động.</a:t>
            </a:r>
            <a:endParaRPr/>
          </a:p>
          <a:p>
            <a:pPr marL="0" marR="0" lvl="0" indent="0" algn="l" rtl="0">
              <a:lnSpc>
                <a:spcPct val="150000"/>
              </a:lnSpc>
              <a:spcBef>
                <a:spcPts val="0"/>
              </a:spcBef>
              <a:spcAft>
                <a:spcPts val="0"/>
              </a:spcAft>
              <a:buClr>
                <a:schemeClr val="folHlink"/>
              </a:buClr>
              <a:buSzPts val="1560"/>
              <a:buFont typeface="Noto Sans Symbols"/>
              <a:buNone/>
            </a:pPr>
            <a:endParaRPr sz="2600">
              <a:solidFill>
                <a:schemeClr val="dk1"/>
              </a:solidFill>
              <a:latin typeface="Tahoma"/>
              <a:ea typeface="Tahoma"/>
              <a:cs typeface="Tahoma"/>
              <a:sym typeface="Tahoma"/>
            </a:endParaRPr>
          </a:p>
        </p:txBody>
      </p:sp>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7"/>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
        <p:nvSpPr>
          <p:cNvPr id="259" name="Google Shape;259;p17"/>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Bài tập 5/5</a:t>
            </a:r>
            <a:endParaRPr/>
          </a:p>
        </p:txBody>
      </p:sp>
      <p:sp>
        <p:nvSpPr>
          <p:cNvPr id="260" name="Google Shape;260;p17"/>
          <p:cNvSpPr txBo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680"/>
              <a:buFont typeface="Noto Sans Symbols"/>
              <a:buNone/>
            </a:pPr>
            <a:r>
              <a:rPr lang="en-US" sz="2800" b="1" i="1">
                <a:solidFill>
                  <a:schemeClr val="dk1"/>
                </a:solidFill>
                <a:latin typeface="Tahoma"/>
                <a:ea typeface="Tahoma"/>
                <a:cs typeface="Tahoma"/>
                <a:sym typeface="Tahoma"/>
              </a:rPr>
              <a:t>4. Lập kế hoạch báo cáo hiệu quả hoạt động bằng cách xác định các cơ chế phản hồi trong bảng sau:</a:t>
            </a:r>
            <a:endParaRPr/>
          </a:p>
          <a:p>
            <a:pPr marL="0" marR="0" lvl="0" indent="0" algn="l" rtl="0">
              <a:lnSpc>
                <a:spcPct val="150000"/>
              </a:lnSpc>
              <a:spcBef>
                <a:spcPts val="0"/>
              </a:spcBef>
              <a:spcAft>
                <a:spcPts val="0"/>
              </a:spcAft>
              <a:buClr>
                <a:schemeClr val="folHlink"/>
              </a:buClr>
              <a:buSzPts val="1560"/>
              <a:buFont typeface="Noto Sans Symbols"/>
              <a:buNone/>
            </a:pPr>
            <a:endParaRPr sz="2600">
              <a:solidFill>
                <a:schemeClr val="dk1"/>
              </a:solidFill>
              <a:latin typeface="Tahoma"/>
              <a:ea typeface="Tahoma"/>
              <a:cs typeface="Tahoma"/>
              <a:sym typeface="Tahoma"/>
            </a:endParaRPr>
          </a:p>
        </p:txBody>
      </p:sp>
      <p:graphicFrame>
        <p:nvGraphicFramePr>
          <p:cNvPr id="261" name="Google Shape;261;p17"/>
          <p:cNvGraphicFramePr/>
          <p:nvPr/>
        </p:nvGraphicFramePr>
        <p:xfrm>
          <a:off x="381000" y="3505200"/>
          <a:ext cx="8458200" cy="2392730"/>
        </p:xfrm>
        <a:graphic>
          <a:graphicData uri="http://schemas.openxmlformats.org/drawingml/2006/table">
            <a:tbl>
              <a:tblPr firstRow="1" bandRow="1">
                <a:noFill/>
                <a:tableStyleId>{61EA5B55-58F1-4398-83A3-24AB12F7899D}</a:tableStyleId>
              </a:tblPr>
              <a:tblGrid>
                <a:gridCol w="25908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u="none" strike="noStrike" cap="none"/>
                        <a:t>Nhóm</a:t>
                      </a:r>
                      <a:endParaRPr sz="1800"/>
                    </a:p>
                  </a:txBody>
                  <a:tcPr marL="91450" marR="91450" marT="45725" marB="45725"/>
                </a:tc>
                <a:tc>
                  <a:txBody>
                    <a:bodyPr/>
                    <a:lstStyle/>
                    <a:p>
                      <a:pPr marL="0" marR="0" lvl="0" indent="0" algn="l" rtl="0">
                        <a:spcBef>
                          <a:spcPts val="0"/>
                        </a:spcBef>
                        <a:spcAft>
                          <a:spcPts val="0"/>
                        </a:spcAft>
                        <a:buNone/>
                      </a:pPr>
                      <a:r>
                        <a:rPr lang="en-US" sz="1800"/>
                        <a:t>Cơ chế phản hồi</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Đội dự án</a:t>
                      </a:r>
                      <a:endParaRPr sz="1800"/>
                    </a:p>
                  </a:txBody>
                  <a:tcPr marL="91450" marR="91450" marT="45725" marB="45725"/>
                </a:tc>
                <a:tc>
                  <a:txBody>
                    <a:bodyPr/>
                    <a:lstStyle/>
                    <a:p>
                      <a:pPr marL="0" marR="0" lvl="0" indent="0" algn="l" rtl="0">
                        <a:spcBef>
                          <a:spcPts val="0"/>
                        </a:spcBef>
                        <a:spcAft>
                          <a:spcPts val="0"/>
                        </a:spcAft>
                        <a:buNone/>
                      </a:pPr>
                      <a:r>
                        <a:rPr lang="en-US" sz="1800"/>
                        <a:t>Họp hàng tuần, thông báo nhanh đến đội dự án những biến động quan trọng</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Nhà tài trợ</a:t>
                      </a:r>
                      <a:endParaRPr sz="1800"/>
                    </a:p>
                  </a:txBody>
                  <a:tcPr marL="91450" marR="91450" marT="45725" marB="45725"/>
                </a:tc>
                <a:tc>
                  <a:txBody>
                    <a:bodyPr/>
                    <a:lstStyle/>
                    <a:p>
                      <a:pPr marL="0" marR="0" lvl="0" indent="0" algn="l" rtl="0">
                        <a:spcBef>
                          <a:spcPts val="0"/>
                        </a:spcBef>
                        <a:spcAft>
                          <a:spcPts val="0"/>
                        </a:spcAft>
                        <a:buNone/>
                      </a:pPr>
                      <a:r>
                        <a:rPr lang="en-US" sz="1800"/>
                        <a:t>Báo cáo thực hiện hàng tháng</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Những người liên quan đến dự án</a:t>
                      </a:r>
                      <a:endParaRPr sz="1800"/>
                    </a:p>
                  </a:txBody>
                  <a:tcPr marL="91450" marR="91450" marT="45725" marB="45725"/>
                </a:tc>
                <a:tc>
                  <a:txBody>
                    <a:bodyPr/>
                    <a:lstStyle/>
                    <a:p>
                      <a:pPr marL="0" marR="0" lvl="0" indent="0" algn="l" rtl="0">
                        <a:spcBef>
                          <a:spcPts val="0"/>
                        </a:spcBef>
                        <a:spcAft>
                          <a:spcPts val="0"/>
                        </a:spcAft>
                        <a:buNone/>
                      </a:pPr>
                      <a:r>
                        <a:rPr lang="en-US" sz="1800"/>
                        <a:t>Ở mọi lĩnh vực chức năng cần có người đại diện trong đội kiểm thử và có mặt trong các cuộc họp</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Nhà cung cấp</a:t>
                      </a:r>
                      <a:endParaRPr sz="1800"/>
                    </a:p>
                  </a:txBody>
                  <a:tcPr marL="91450" marR="91450" marT="45725" marB="45725"/>
                </a:tc>
                <a:tc>
                  <a:txBody>
                    <a:bodyPr/>
                    <a:lstStyle/>
                    <a:p>
                      <a:pPr marL="0" marR="0" lvl="0" indent="0" algn="l" rtl="0">
                        <a:spcBef>
                          <a:spcPts val="0"/>
                        </a:spcBef>
                        <a:spcAft>
                          <a:spcPts val="0"/>
                        </a:spcAft>
                        <a:buNone/>
                      </a:pPr>
                      <a:r>
                        <a:rPr lang="en-US" sz="1800"/>
                        <a:t>Không ứng dụng được trong dự án này</a:t>
                      </a:r>
                      <a:endParaRPr sz="1800"/>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
        <p:nvSpPr>
          <p:cNvPr id="268" name="Google Shape;268;p18"/>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ĐẢM BẢO CHẤT LƯỢNG</a:t>
            </a:r>
            <a:endParaRPr/>
          </a:p>
        </p:txBody>
      </p:sp>
      <p:sp>
        <p:nvSpPr>
          <p:cNvPr id="269" name="Google Shape;269;p18"/>
          <p:cNvSpPr txBox="1"/>
          <p:nvPr/>
        </p:nvSpPr>
        <p:spPr>
          <a:xfrm>
            <a:off x="152400" y="2057400"/>
            <a:ext cx="8610600" cy="4572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Đảm bảo chất lượng là hoạt động thường xuyên đánh giá một cách có hệ thống chất lượng tổng thể của dự án. Trong quá trình thực hiện để các cổ đông tin rằng dự án sẽ đạt được những tiêu chuẩn chất lượng đã đề ra cũng như các tiêu chuẩn ngành, tiêu chuẩn quốc gia.</a:t>
            </a:r>
            <a:endParaRPr/>
          </a:p>
          <a:p>
            <a:pPr marL="342900" marR="0" lvl="0" indent="-342900" algn="l" rtl="0">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 Đảm bảo chất lượng là hoạt động theo hướng phòng ngừa</a:t>
            </a:r>
            <a:endParaRPr sz="2400">
              <a:solidFill>
                <a:schemeClr val="dk1"/>
              </a:solidFill>
              <a:latin typeface="Tahoma"/>
              <a:ea typeface="Tahoma"/>
              <a:cs typeface="Tahoma"/>
              <a:sym typeface="Tahoma"/>
            </a:endParaRPr>
          </a:p>
        </p:txBody>
      </p: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9"/>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
        <p:nvSpPr>
          <p:cNvPr id="275" name="Google Shape;275;p19"/>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ĐẢM BẢO CHẤT LƯỢNG</a:t>
            </a:r>
            <a:endParaRPr/>
          </a:p>
        </p:txBody>
      </p:sp>
      <p:sp>
        <p:nvSpPr>
          <p:cNvPr id="276" name="Google Shape;276;p19"/>
          <p:cNvSpPr/>
          <p:nvPr/>
        </p:nvSpPr>
        <p:spPr>
          <a:xfrm>
            <a:off x="609600" y="1371600"/>
            <a:ext cx="7467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Chu trình quản lý chất lượng phát triển liên tục</a:t>
            </a:r>
            <a:endParaRPr sz="2400" b="1">
              <a:solidFill>
                <a:srgbClr val="CCFF33"/>
              </a:solidFill>
              <a:latin typeface="Tahoma"/>
              <a:ea typeface="Tahoma"/>
              <a:cs typeface="Tahoma"/>
              <a:sym typeface="Tahoma"/>
            </a:endParaRPr>
          </a:p>
        </p:txBody>
      </p:sp>
      <p:sp>
        <p:nvSpPr>
          <p:cNvPr id="277" name="Google Shape;277;p19"/>
          <p:cNvSpPr/>
          <p:nvPr/>
        </p:nvSpPr>
        <p:spPr>
          <a:xfrm>
            <a:off x="4343400" y="2057400"/>
            <a:ext cx="1676400" cy="609600"/>
          </a:xfrm>
          <a:prstGeom prst="rect">
            <a:avLst/>
          </a:prstGeom>
          <a:solidFill>
            <a:schemeClr val="accent1"/>
          </a:solidFill>
          <a:ln w="9525" cap="flat" cmpd="sng">
            <a:solidFill>
              <a:schemeClr val="dk1"/>
            </a:solidFill>
            <a:prstDash val="solid"/>
            <a:miter lim="800000"/>
            <a:headEnd type="none" w="sm" len="sm"/>
            <a:tailEnd type="none" w="sm" len="sm"/>
          </a:ln>
          <a:effectLst>
            <a:outerShdw blurRad="50800" dist="38100" algn="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Lập kế hoạch</a:t>
            </a:r>
            <a:endParaRPr sz="2000" b="0" i="0" u="none" strike="noStrike" cap="none">
              <a:solidFill>
                <a:schemeClr val="dk1"/>
              </a:solidFill>
              <a:latin typeface="Tahoma"/>
              <a:ea typeface="Tahoma"/>
              <a:cs typeface="Tahoma"/>
              <a:sym typeface="Tahoma"/>
            </a:endParaRPr>
          </a:p>
        </p:txBody>
      </p:sp>
      <p:sp>
        <p:nvSpPr>
          <p:cNvPr id="278" name="Google Shape;278;p19"/>
          <p:cNvSpPr/>
          <p:nvPr/>
        </p:nvSpPr>
        <p:spPr>
          <a:xfrm>
            <a:off x="6838950" y="2895600"/>
            <a:ext cx="1181100" cy="609600"/>
          </a:xfrm>
          <a:prstGeom prst="rect">
            <a:avLst/>
          </a:prstGeom>
          <a:solidFill>
            <a:schemeClr val="accent1"/>
          </a:solidFill>
          <a:ln w="9525" cap="flat" cmpd="sng">
            <a:solidFill>
              <a:schemeClr val="dk1"/>
            </a:solidFill>
            <a:prstDash val="solid"/>
            <a:miter lim="800000"/>
            <a:headEnd type="none" w="sm" len="sm"/>
            <a:tailEnd type="none" w="sm" len="sm"/>
          </a:ln>
          <a:effectLst>
            <a:outerShdw blurRad="50800"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Thực hiện</a:t>
            </a:r>
            <a:endParaRPr sz="2000" b="0" i="0" u="none" strike="noStrike" cap="none">
              <a:solidFill>
                <a:schemeClr val="dk1"/>
              </a:solidFill>
              <a:latin typeface="Tahoma"/>
              <a:ea typeface="Tahoma"/>
              <a:cs typeface="Tahoma"/>
              <a:sym typeface="Tahoma"/>
            </a:endParaRPr>
          </a:p>
        </p:txBody>
      </p:sp>
      <p:sp>
        <p:nvSpPr>
          <p:cNvPr id="279" name="Google Shape;279;p19"/>
          <p:cNvSpPr/>
          <p:nvPr/>
        </p:nvSpPr>
        <p:spPr>
          <a:xfrm>
            <a:off x="1371600" y="2819400"/>
            <a:ext cx="1828800" cy="1066800"/>
          </a:xfrm>
          <a:prstGeom prst="rect">
            <a:avLst/>
          </a:prstGeom>
          <a:solidFill>
            <a:schemeClr val="accent1"/>
          </a:solidFill>
          <a:ln w="9525" cap="flat" cmpd="sng">
            <a:solidFill>
              <a:schemeClr val="dk1"/>
            </a:solidFill>
            <a:prstDash val="solid"/>
            <a:miter lim="800000"/>
            <a:headEnd type="none" w="sm" len="sm"/>
            <a:tailEnd type="none" w="sm" len="sm"/>
          </a:ln>
          <a:effectLst>
            <a:outerShdw blurRad="50800" dist="38100" algn="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Hiệu chỉnh </a:t>
            </a:r>
            <a:endParaRPr/>
          </a:p>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Các ngưỡng bị </a:t>
            </a:r>
            <a:endParaRPr/>
          </a:p>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vượt qua</a:t>
            </a:r>
            <a:endParaRPr sz="2000" b="0" i="0" u="none" strike="noStrike" cap="none">
              <a:solidFill>
                <a:schemeClr val="dk1"/>
              </a:solidFill>
              <a:latin typeface="Tahoma"/>
              <a:ea typeface="Tahoma"/>
              <a:cs typeface="Tahoma"/>
              <a:sym typeface="Tahoma"/>
            </a:endParaRPr>
          </a:p>
        </p:txBody>
      </p:sp>
      <p:sp>
        <p:nvSpPr>
          <p:cNvPr id="280" name="Google Shape;280;p19"/>
          <p:cNvSpPr/>
          <p:nvPr/>
        </p:nvSpPr>
        <p:spPr>
          <a:xfrm>
            <a:off x="4360460" y="4038600"/>
            <a:ext cx="1735540" cy="609600"/>
          </a:xfrm>
          <a:prstGeom prst="rect">
            <a:avLst/>
          </a:prstGeom>
          <a:solidFill>
            <a:schemeClr val="accent1"/>
          </a:solidFill>
          <a:ln w="9525" cap="flat" cmpd="sng">
            <a:solidFill>
              <a:schemeClr val="dk1"/>
            </a:solidFill>
            <a:prstDash val="solid"/>
            <a:miter lim="800000"/>
            <a:headEnd type="none" w="sm" len="sm"/>
            <a:tailEnd type="none" w="sm" len="sm"/>
          </a:ln>
          <a:effectLst>
            <a:outerShdw blurRad="50800" dist="38100" algn="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Kiểm tra</a:t>
            </a:r>
            <a:endParaRPr sz="2000" b="0" i="0" u="none" strike="noStrike" cap="none">
              <a:solidFill>
                <a:schemeClr val="dk1"/>
              </a:solidFill>
              <a:latin typeface="Tahoma"/>
              <a:ea typeface="Tahoma"/>
              <a:cs typeface="Tahoma"/>
              <a:sym typeface="Tahoma"/>
            </a:endParaRPr>
          </a:p>
        </p:txBody>
      </p:sp>
      <p:cxnSp>
        <p:nvCxnSpPr>
          <p:cNvPr id="281" name="Google Shape;281;p19"/>
          <p:cNvCxnSpPr/>
          <p:nvPr/>
        </p:nvCxnSpPr>
        <p:spPr>
          <a:xfrm>
            <a:off x="6019800" y="2209800"/>
            <a:ext cx="1219200" cy="609600"/>
          </a:xfrm>
          <a:prstGeom prst="curvedConnector3">
            <a:avLst>
              <a:gd name="adj1" fmla="val 50000"/>
            </a:avLst>
          </a:prstGeom>
          <a:solidFill>
            <a:schemeClr val="accent1"/>
          </a:solidFill>
          <a:ln w="9525" cap="flat" cmpd="sng">
            <a:solidFill>
              <a:schemeClr val="dk1"/>
            </a:solidFill>
            <a:prstDash val="solid"/>
            <a:miter lim="800000"/>
            <a:headEnd type="none" w="sm" len="sm"/>
            <a:tailEnd type="stealth" w="med" len="med"/>
          </a:ln>
        </p:spPr>
      </p:cxnSp>
      <p:cxnSp>
        <p:nvCxnSpPr>
          <p:cNvPr id="282" name="Google Shape;282;p19"/>
          <p:cNvCxnSpPr>
            <a:stCxn id="278" idx="2"/>
          </p:cNvCxnSpPr>
          <p:nvPr/>
        </p:nvCxnSpPr>
        <p:spPr>
          <a:xfrm rot="5400000">
            <a:off x="6343650" y="3257550"/>
            <a:ext cx="838200" cy="1333500"/>
          </a:xfrm>
          <a:prstGeom prst="curvedConnector2">
            <a:avLst/>
          </a:prstGeom>
          <a:solidFill>
            <a:schemeClr val="accent1"/>
          </a:solidFill>
          <a:ln w="9525" cap="flat" cmpd="sng">
            <a:solidFill>
              <a:schemeClr val="dk1"/>
            </a:solidFill>
            <a:prstDash val="solid"/>
            <a:miter lim="800000"/>
            <a:headEnd type="none" w="sm" len="sm"/>
            <a:tailEnd type="stealth" w="med" len="med"/>
          </a:ln>
        </p:spPr>
      </p:cxnSp>
      <p:cxnSp>
        <p:nvCxnSpPr>
          <p:cNvPr id="283" name="Google Shape;283;p19"/>
          <p:cNvCxnSpPr>
            <a:stCxn id="280" idx="1"/>
          </p:cNvCxnSpPr>
          <p:nvPr/>
        </p:nvCxnSpPr>
        <p:spPr>
          <a:xfrm rot="10800000">
            <a:off x="3200360" y="3657600"/>
            <a:ext cx="1160100" cy="685800"/>
          </a:xfrm>
          <a:prstGeom prst="curvedConnector3">
            <a:avLst>
              <a:gd name="adj1" fmla="val 50000"/>
            </a:avLst>
          </a:prstGeom>
          <a:solidFill>
            <a:schemeClr val="accent1"/>
          </a:solidFill>
          <a:ln w="9525" cap="flat" cmpd="sng">
            <a:solidFill>
              <a:schemeClr val="dk1"/>
            </a:solidFill>
            <a:prstDash val="solid"/>
            <a:miter lim="800000"/>
            <a:headEnd type="none" w="sm" len="sm"/>
            <a:tailEnd type="stealth" w="med" len="med"/>
          </a:ln>
        </p:spPr>
      </p:cxnSp>
      <p:cxnSp>
        <p:nvCxnSpPr>
          <p:cNvPr id="284" name="Google Shape;284;p19"/>
          <p:cNvCxnSpPr/>
          <p:nvPr/>
        </p:nvCxnSpPr>
        <p:spPr>
          <a:xfrm rot="10800000" flipH="1">
            <a:off x="2590800" y="2209800"/>
            <a:ext cx="1752600" cy="609600"/>
          </a:xfrm>
          <a:prstGeom prst="curvedConnector3">
            <a:avLst>
              <a:gd name="adj1" fmla="val 50000"/>
            </a:avLst>
          </a:prstGeom>
          <a:solidFill>
            <a:schemeClr val="accent1"/>
          </a:solidFill>
          <a:ln w="9525" cap="flat" cmpd="sng">
            <a:solidFill>
              <a:schemeClr val="dk1"/>
            </a:solidFill>
            <a:prstDash val="solid"/>
            <a:miter lim="800000"/>
            <a:headEnd type="none" w="sm" len="sm"/>
            <a:tailEnd type="stealth" w="med" len="med"/>
          </a:ln>
        </p:spPr>
      </p:cxnSp>
      <p:cxnSp>
        <p:nvCxnSpPr>
          <p:cNvPr id="285" name="Google Shape;285;p19"/>
          <p:cNvCxnSpPr/>
          <p:nvPr/>
        </p:nvCxnSpPr>
        <p:spPr>
          <a:xfrm>
            <a:off x="2057400" y="3886200"/>
            <a:ext cx="0" cy="457200"/>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sp>
        <p:nvSpPr>
          <p:cNvPr id="286" name="Google Shape;286;p19"/>
          <p:cNvSpPr/>
          <p:nvPr/>
        </p:nvSpPr>
        <p:spPr>
          <a:xfrm>
            <a:off x="1371600" y="4343400"/>
            <a:ext cx="1828800" cy="1066800"/>
          </a:xfrm>
          <a:prstGeom prst="rect">
            <a:avLst/>
          </a:prstGeom>
          <a:solidFill>
            <a:schemeClr val="accent1"/>
          </a:solidFill>
          <a:ln w="9525" cap="flat" cmpd="sng">
            <a:solidFill>
              <a:schemeClr val="dk1"/>
            </a:solidFill>
            <a:prstDash val="solid"/>
            <a:miter lim="800000"/>
            <a:headEnd type="none" w="sm" len="sm"/>
            <a:tailEnd type="none" w="sm" len="sm"/>
          </a:ln>
          <a:effectLst>
            <a:outerShdw blurRad="50800" dist="38100" algn="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Thực hiện</a:t>
            </a:r>
            <a:endParaRPr sz="20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hành động</a:t>
            </a:r>
            <a:endParaRPr sz="2000">
              <a:solidFill>
                <a:schemeClr val="dk1"/>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h</a:t>
            </a:r>
            <a:r>
              <a:rPr lang="en-US" sz="2000" b="0" i="0" u="none" strike="noStrike" cap="none">
                <a:solidFill>
                  <a:schemeClr val="dk1"/>
                </a:solidFill>
                <a:latin typeface="Tahoma"/>
                <a:ea typeface="Tahoma"/>
                <a:cs typeface="Tahoma"/>
                <a:sym typeface="Tahoma"/>
              </a:rPr>
              <a:t>iệu chỉnh</a:t>
            </a:r>
            <a:endParaRPr sz="2000" b="0" i="0" u="none" strike="noStrike" cap="none">
              <a:solidFill>
                <a:schemeClr val="dk1"/>
              </a:solidFill>
              <a:latin typeface="Tahoma"/>
              <a:ea typeface="Tahoma"/>
              <a:cs typeface="Tahoma"/>
              <a:sym typeface="Tahoma"/>
            </a:endParaRPr>
          </a:p>
        </p:txBody>
      </p:sp>
      <p:sp>
        <p:nvSpPr>
          <p:cNvPr id="287" name="Google Shape;287;p19"/>
          <p:cNvSpPr/>
          <p:nvPr/>
        </p:nvSpPr>
        <p:spPr>
          <a:xfrm>
            <a:off x="1371600" y="6095999"/>
            <a:ext cx="1828800" cy="743235"/>
          </a:xfrm>
          <a:prstGeom prst="rect">
            <a:avLst/>
          </a:prstGeom>
          <a:solidFill>
            <a:schemeClr val="accent1"/>
          </a:solidFill>
          <a:ln w="9525" cap="flat" cmpd="sng">
            <a:solidFill>
              <a:schemeClr val="dk1"/>
            </a:solidFill>
            <a:prstDash val="solid"/>
            <a:miter lim="800000"/>
            <a:headEnd type="none" w="sm" len="sm"/>
            <a:tailEnd type="none" w="sm" len="sm"/>
          </a:ln>
          <a:effectLst>
            <a:outerShdw blurRad="50800" dist="38100" algn="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Kiểm tra </a:t>
            </a:r>
            <a:endParaRPr sz="2000">
              <a:solidFill>
                <a:schemeClr val="dk1"/>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Đạt yêu cầu?</a:t>
            </a:r>
            <a:endParaRPr sz="2000" b="0" i="0" u="none" strike="noStrike" cap="none">
              <a:solidFill>
                <a:schemeClr val="dk1"/>
              </a:solidFill>
              <a:latin typeface="Tahoma"/>
              <a:ea typeface="Tahoma"/>
              <a:cs typeface="Tahoma"/>
              <a:sym typeface="Tahoma"/>
            </a:endParaRPr>
          </a:p>
        </p:txBody>
      </p:sp>
      <p:cxnSp>
        <p:nvCxnSpPr>
          <p:cNvPr id="288" name="Google Shape;288;p19"/>
          <p:cNvCxnSpPr>
            <a:endCxn id="286" idx="3"/>
          </p:cNvCxnSpPr>
          <p:nvPr/>
        </p:nvCxnSpPr>
        <p:spPr>
          <a:xfrm rot="10800000">
            <a:off x="3200400" y="4876800"/>
            <a:ext cx="579900" cy="0"/>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289" name="Google Shape;289;p19"/>
          <p:cNvCxnSpPr/>
          <p:nvPr/>
        </p:nvCxnSpPr>
        <p:spPr>
          <a:xfrm rot="10800000">
            <a:off x="3200400" y="6467616"/>
            <a:ext cx="580029" cy="0"/>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290" name="Google Shape;290;p19"/>
          <p:cNvCxnSpPr/>
          <p:nvPr/>
        </p:nvCxnSpPr>
        <p:spPr>
          <a:xfrm>
            <a:off x="3780429" y="4876800"/>
            <a:ext cx="0" cy="1590816"/>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291" name="Google Shape;291;p19"/>
          <p:cNvCxnSpPr/>
          <p:nvPr/>
        </p:nvCxnSpPr>
        <p:spPr>
          <a:xfrm>
            <a:off x="2057400" y="5443608"/>
            <a:ext cx="0" cy="652391"/>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292" name="Google Shape;292;p19"/>
          <p:cNvCxnSpPr/>
          <p:nvPr/>
        </p:nvCxnSpPr>
        <p:spPr>
          <a:xfrm rot="10800000" flipH="1">
            <a:off x="990600" y="2209800"/>
            <a:ext cx="3352800" cy="457200"/>
          </a:xfrm>
          <a:prstGeom prst="curvedConnector3">
            <a:avLst>
              <a:gd name="adj1" fmla="val 5631"/>
            </a:avLst>
          </a:prstGeom>
          <a:solidFill>
            <a:schemeClr val="accent1"/>
          </a:solidFill>
          <a:ln w="9525" cap="flat" cmpd="sng">
            <a:solidFill>
              <a:schemeClr val="dk1"/>
            </a:solidFill>
            <a:prstDash val="solid"/>
            <a:miter lim="800000"/>
            <a:headEnd type="none" w="sm" len="sm"/>
            <a:tailEnd type="stealth" w="med" len="med"/>
          </a:ln>
        </p:spPr>
      </p:cxnSp>
      <p:cxnSp>
        <p:nvCxnSpPr>
          <p:cNvPr id="293" name="Google Shape;293;p19"/>
          <p:cNvCxnSpPr/>
          <p:nvPr/>
        </p:nvCxnSpPr>
        <p:spPr>
          <a:xfrm rot="5400000" flipH="1">
            <a:off x="-190500" y="3848100"/>
            <a:ext cx="2743200" cy="381000"/>
          </a:xfrm>
          <a:prstGeom prst="curvedConnector3">
            <a:avLst>
              <a:gd name="adj1" fmla="val 11194"/>
            </a:avLst>
          </a:prstGeom>
          <a:solidFill>
            <a:schemeClr val="accent1"/>
          </a:solidFill>
          <a:ln w="9525" cap="flat" cmpd="sng">
            <a:solidFill>
              <a:schemeClr val="dk1"/>
            </a:solidFill>
            <a:prstDash val="solid"/>
            <a:miter lim="800000"/>
            <a:headEnd type="none" w="sm" len="sm"/>
            <a:tailEnd type="none" w="sm" len="sm"/>
          </a:ln>
        </p:spPr>
      </p:cxnSp>
      <p:sp>
        <p:nvSpPr>
          <p:cNvPr id="294" name="Google Shape;294;p19"/>
          <p:cNvSpPr txBox="1"/>
          <p:nvPr/>
        </p:nvSpPr>
        <p:spPr>
          <a:xfrm>
            <a:off x="1524000" y="3892406"/>
            <a:ext cx="533400"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Tahoma"/>
                <a:ea typeface="Tahoma"/>
                <a:cs typeface="Tahoma"/>
                <a:sym typeface="Tahoma"/>
              </a:rPr>
              <a:t>Có</a:t>
            </a:r>
            <a:endParaRPr sz="1300">
              <a:solidFill>
                <a:schemeClr val="dk1"/>
              </a:solidFill>
              <a:latin typeface="Tahoma"/>
              <a:ea typeface="Tahoma"/>
              <a:cs typeface="Tahoma"/>
              <a:sym typeface="Tahoma"/>
            </a:endParaRPr>
          </a:p>
        </p:txBody>
      </p:sp>
      <p:sp>
        <p:nvSpPr>
          <p:cNvPr id="295" name="Google Shape;295;p19"/>
          <p:cNvSpPr txBox="1"/>
          <p:nvPr/>
        </p:nvSpPr>
        <p:spPr>
          <a:xfrm>
            <a:off x="838200" y="6546846"/>
            <a:ext cx="533400"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Tahoma"/>
                <a:ea typeface="Tahoma"/>
                <a:cs typeface="Tahoma"/>
                <a:sym typeface="Tahoma"/>
              </a:rPr>
              <a:t>Có</a:t>
            </a:r>
            <a:endParaRPr sz="1300">
              <a:solidFill>
                <a:schemeClr val="dk1"/>
              </a:solidFill>
              <a:latin typeface="Tahoma"/>
              <a:ea typeface="Tahoma"/>
              <a:cs typeface="Tahoma"/>
              <a:sym typeface="Tahoma"/>
            </a:endParaRPr>
          </a:p>
        </p:txBody>
      </p:sp>
      <p:sp>
        <p:nvSpPr>
          <p:cNvPr id="296" name="Google Shape;296;p19"/>
          <p:cNvSpPr txBox="1"/>
          <p:nvPr/>
        </p:nvSpPr>
        <p:spPr>
          <a:xfrm>
            <a:off x="3463688" y="6565612"/>
            <a:ext cx="727312"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Tahoma"/>
                <a:ea typeface="Tahoma"/>
                <a:cs typeface="Tahoma"/>
                <a:sym typeface="Tahoma"/>
              </a:rPr>
              <a:t>Không</a:t>
            </a:r>
            <a:endParaRPr sz="1300">
              <a:solidFill>
                <a:schemeClr val="dk1"/>
              </a:solidFill>
              <a:latin typeface="Tahoma"/>
              <a:ea typeface="Tahoma"/>
              <a:cs typeface="Tahoma"/>
              <a:sym typeface="Tahoma"/>
            </a:endParaRPr>
          </a:p>
        </p:txBody>
      </p:sp>
      <p:sp>
        <p:nvSpPr>
          <p:cNvPr id="297" name="Google Shape;297;p19"/>
          <p:cNvSpPr txBox="1"/>
          <p:nvPr/>
        </p:nvSpPr>
        <p:spPr>
          <a:xfrm>
            <a:off x="2094930" y="2440106"/>
            <a:ext cx="648269"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Tahoma"/>
                <a:ea typeface="Tahoma"/>
                <a:cs typeface="Tahoma"/>
                <a:sym typeface="Tahoma"/>
              </a:rPr>
              <a:t>không</a:t>
            </a:r>
            <a:endParaRPr sz="1300">
              <a:solidFill>
                <a:schemeClr val="dk1"/>
              </a:solidFill>
              <a:latin typeface="Tahoma"/>
              <a:ea typeface="Tahoma"/>
              <a:cs typeface="Tahoma"/>
              <a:sym typeface="Tahoma"/>
            </a:endParaRPr>
          </a:p>
        </p:txBody>
      </p:sp>
      <p:sp>
        <p:nvSpPr>
          <p:cNvPr id="298" name="Google Shape;298;p19"/>
          <p:cNvSpPr txBox="1"/>
          <p:nvPr/>
        </p:nvSpPr>
        <p:spPr>
          <a:xfrm>
            <a:off x="5105400" y="4876800"/>
            <a:ext cx="4052248"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Tahoma"/>
                <a:ea typeface="Tahoma"/>
                <a:cs typeface="Tahoma"/>
                <a:sym typeface="Tahoma"/>
              </a:rPr>
              <a:t>- Một số biến động có thể phát hiện bằng quá trình kiểm định.</a:t>
            </a:r>
            <a:endParaRPr/>
          </a:p>
          <a:p>
            <a:pPr marL="0" marR="0" lvl="0" indent="0" algn="l" rtl="0">
              <a:spcBef>
                <a:spcPts val="0"/>
              </a:spcBef>
              <a:spcAft>
                <a:spcPts val="0"/>
              </a:spcAft>
              <a:buNone/>
            </a:pPr>
            <a:r>
              <a:rPr lang="en-US" sz="2000">
                <a:solidFill>
                  <a:schemeClr val="dk1"/>
                </a:solidFill>
                <a:latin typeface="Tahoma"/>
                <a:ea typeface="Tahoma"/>
                <a:cs typeface="Tahoma"/>
                <a:sym typeface="Tahoma"/>
              </a:rPr>
              <a:t>- Nhiều loại biến động khác thì phải qua một quá trình kiểm tra nghiêm ngặt</a:t>
            </a:r>
            <a:endParaRPr sz="2000">
              <a:solidFill>
                <a:schemeClr val="dk1"/>
              </a:solidFill>
              <a:latin typeface="Tahoma"/>
              <a:ea typeface="Tahoma"/>
              <a:cs typeface="Tahoma"/>
              <a:sym typeface="Tahoma"/>
            </a:endParaRPr>
          </a:p>
        </p:txBody>
      </p:sp>
      <p:sp>
        <p:nvSpPr>
          <p:cNvPr id="299" name="Google Shape;299;p19"/>
          <p:cNvSpPr/>
          <p:nvPr/>
        </p:nvSpPr>
        <p:spPr>
          <a:xfrm>
            <a:off x="3962400" y="4906369"/>
            <a:ext cx="1143000" cy="863433"/>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Biến </a:t>
            </a:r>
            <a:endParaRPr/>
          </a:p>
          <a:p>
            <a:pPr marL="0" marR="0" lvl="0" indent="0" algn="l" rtl="0">
              <a:spcBef>
                <a:spcPts val="0"/>
              </a:spcBef>
              <a:spcAft>
                <a:spcPts val="0"/>
              </a:spcAft>
              <a:buNone/>
            </a:pPr>
            <a:r>
              <a:rPr lang="en-US" sz="2400" b="1">
                <a:solidFill>
                  <a:srgbClr val="CCFF33"/>
                </a:solidFill>
                <a:latin typeface="Tahoma"/>
                <a:ea typeface="Tahoma"/>
                <a:cs typeface="Tahoma"/>
                <a:sym typeface="Tahoma"/>
              </a:rPr>
              <a:t>động</a:t>
            </a:r>
            <a:endParaRPr sz="2400" b="1">
              <a:solidFill>
                <a:srgbClr val="CCFF33"/>
              </a:solidFill>
              <a:latin typeface="Tahoma"/>
              <a:ea typeface="Tahoma"/>
              <a:cs typeface="Tahoma"/>
              <a:sym typeface="Tahoma"/>
            </a:endParaRPr>
          </a:p>
        </p:txBody>
      </p:sp>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0"/>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
        <p:nvSpPr>
          <p:cNvPr id="305" name="Google Shape;305;p20"/>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ĐẢM BẢO CHẤT LƯỢNG</a:t>
            </a:r>
            <a:endParaRPr/>
          </a:p>
        </p:txBody>
      </p:sp>
      <p:sp>
        <p:nvSpPr>
          <p:cNvPr id="306" name="Google Shape;306;p20"/>
          <p:cNvSpPr/>
          <p:nvPr/>
        </p:nvSpPr>
        <p:spPr>
          <a:xfrm>
            <a:off x="609600" y="1371600"/>
            <a:ext cx="65532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Tầm quan trọng của biến động</a:t>
            </a:r>
            <a:endParaRPr sz="2400" b="1">
              <a:solidFill>
                <a:srgbClr val="CCFF33"/>
              </a:solidFill>
              <a:latin typeface="Tahoma"/>
              <a:ea typeface="Tahoma"/>
              <a:cs typeface="Tahoma"/>
              <a:sym typeface="Tahoma"/>
            </a:endParaRPr>
          </a:p>
        </p:txBody>
      </p:sp>
      <p:sp>
        <p:nvSpPr>
          <p:cNvPr id="307" name="Google Shape;307;p20"/>
          <p:cNvSpPr txBox="1"/>
          <p:nvPr/>
        </p:nvSpPr>
        <p:spPr>
          <a:xfrm>
            <a:off x="152400" y="2057400"/>
            <a:ext cx="8763000" cy="4572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Tầm quan trọng là mức độ quan trọng được đặt cho các biến động để xác định được các hành động hiệu chỉnh cần thiết mà Giám đốc dự án phải thực hiện</a:t>
            </a:r>
            <a:endParaRPr sz="2400">
              <a:solidFill>
                <a:schemeClr val="dk1"/>
              </a:solidFill>
              <a:latin typeface="Tahoma"/>
              <a:ea typeface="Tahoma"/>
              <a:cs typeface="Tahoma"/>
              <a:sym typeface="Tahoma"/>
            </a:endParaRPr>
          </a:p>
          <a:p>
            <a:pPr marL="342900" marR="0" lvl="0" indent="-342900" algn="l" rtl="0">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Tầm quan trọng của các biến động vì nó liên quan đến tổng thể dự án và điểm cân bằng trong tam giác thép (iron triangle balance).</a:t>
            </a:r>
            <a:endParaRPr/>
          </a:p>
          <a:p>
            <a:pPr marL="342900" marR="0" lvl="0" indent="-342900" algn="l" rtl="0">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Các ngưỡng giới hạn mà nhà tài trợ dự án đặt ra cho các biến động trong phạm vi dự án, cũng như trong bối cảnh của tổ chức; và sử dụng nguồn lực hợp lý. </a:t>
            </a:r>
            <a:endParaRPr/>
          </a:p>
          <a:p>
            <a:pPr marL="342900" marR="0" lvl="0" indent="-251459" algn="l" rtl="0">
              <a:lnSpc>
                <a:spcPct val="150000"/>
              </a:lnSpc>
              <a:spcBef>
                <a:spcPts val="0"/>
              </a:spcBef>
              <a:spcAft>
                <a:spcPts val="0"/>
              </a:spcAft>
              <a:buClr>
                <a:schemeClr val="folHlink"/>
              </a:buClr>
              <a:buSzPts val="1440"/>
              <a:buFont typeface="Noto Sans Symbols"/>
              <a:buNone/>
            </a:pPr>
            <a:endParaRPr sz="2400">
              <a:solidFill>
                <a:schemeClr val="dk1"/>
              </a:solidFill>
              <a:latin typeface="Tahoma"/>
              <a:ea typeface="Tahoma"/>
              <a:cs typeface="Tahoma"/>
              <a:sym typeface="Tahoma"/>
            </a:endParaRPr>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1"/>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
        <p:nvSpPr>
          <p:cNvPr id="313" name="Google Shape;313;p21"/>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ĐẢM BẢO CHẤT LƯỢNG</a:t>
            </a:r>
            <a:endParaRPr/>
          </a:p>
        </p:txBody>
      </p:sp>
      <p:sp>
        <p:nvSpPr>
          <p:cNvPr id="314" name="Google Shape;314;p21"/>
          <p:cNvSpPr/>
          <p:nvPr/>
        </p:nvSpPr>
        <p:spPr>
          <a:xfrm>
            <a:off x="609600" y="1371600"/>
            <a:ext cx="65532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Ví dụ: Biến động chi phí</a:t>
            </a:r>
            <a:endParaRPr sz="2400" b="1">
              <a:solidFill>
                <a:srgbClr val="CCFF33"/>
              </a:solidFill>
              <a:latin typeface="Tahoma"/>
              <a:ea typeface="Tahoma"/>
              <a:cs typeface="Tahoma"/>
              <a:sym typeface="Tahoma"/>
            </a:endParaRPr>
          </a:p>
        </p:txBody>
      </p:sp>
      <p:sp>
        <p:nvSpPr>
          <p:cNvPr id="315" name="Google Shape;315;p21"/>
          <p:cNvSpPr txBox="1"/>
          <p:nvPr/>
        </p:nvSpPr>
        <p:spPr>
          <a:xfrm>
            <a:off x="152400" y="2057400"/>
            <a:ext cx="8763000" cy="45720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	Giả sử trong một dự án trị giá 5 triệu đô la, biến động chi phí là 5.000 đô la, tầm quan trọng của biến động sẽ rất thấp. Nhưng với biến động chi phí là 5.000 đô la trong một dự án trị giá 50.000 đô la, tầm quan trọng sẽ cao hơn nhiều. </a:t>
            </a:r>
            <a:endParaRPr/>
          </a:p>
          <a:p>
            <a:pPr marL="342900" marR="0" lvl="0" indent="-251459" algn="l" rtl="0">
              <a:lnSpc>
                <a:spcPct val="150000"/>
              </a:lnSpc>
              <a:spcBef>
                <a:spcPts val="0"/>
              </a:spcBef>
              <a:spcAft>
                <a:spcPts val="0"/>
              </a:spcAft>
              <a:buClr>
                <a:schemeClr val="folHlink"/>
              </a:buClr>
              <a:buSzPts val="1440"/>
              <a:buFont typeface="Noto Sans Symbols"/>
              <a:buNone/>
            </a:pPr>
            <a:endParaRPr sz="2400">
              <a:solidFill>
                <a:schemeClr val="dk1"/>
              </a:solidFill>
              <a:latin typeface="Tahoma"/>
              <a:ea typeface="Tahoma"/>
              <a:cs typeface="Tahoma"/>
              <a:sym typeface="Tahoma"/>
            </a:endParaRPr>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2"/>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
        <p:nvSpPr>
          <p:cNvPr id="321" name="Google Shape;321;p22"/>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endParaRPr sz="2800" b="1">
              <a:latin typeface="Arial"/>
              <a:ea typeface="Arial"/>
              <a:cs typeface="Arial"/>
              <a:sym typeface="Arial"/>
            </a:endParaRPr>
          </a:p>
        </p:txBody>
      </p:sp>
      <p:sp>
        <p:nvSpPr>
          <p:cNvPr id="322" name="Google Shape;322;p22"/>
          <p:cNvSpPr/>
          <p:nvPr/>
        </p:nvSpPr>
        <p:spPr>
          <a:xfrm>
            <a:off x="762000" y="609600"/>
            <a:ext cx="65532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Ví dụ: Biến động lịch trình</a:t>
            </a:r>
            <a:endParaRPr sz="2400" b="1">
              <a:solidFill>
                <a:srgbClr val="CCFF33"/>
              </a:solidFill>
              <a:latin typeface="Tahoma"/>
              <a:ea typeface="Tahoma"/>
              <a:cs typeface="Tahoma"/>
              <a:sym typeface="Tahoma"/>
            </a:endParaRPr>
          </a:p>
        </p:txBody>
      </p:sp>
      <p:sp>
        <p:nvSpPr>
          <p:cNvPr id="323" name="Google Shape;323;p22"/>
          <p:cNvSpPr txBox="1"/>
          <p:nvPr/>
        </p:nvSpPr>
        <p:spPr>
          <a:xfrm>
            <a:off x="152400" y="1371600"/>
            <a:ext cx="8763000" cy="45720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	Một giám đốc dự án quản lý cùng lúc 10 dự án và đang thiếu nhân viên. Trong đó bảy dự án đang thực hiện đúng lịch trình. Ba dự án còn lại có hiệu suất lịch trình lần lượt là 0.98, 0.96 và 0.975. Mặc dù biến động lịch trình của dự án thứ 2 và thứ 3 là cao hơn, nhưng vẫn còn thấp và có khả năng theo kịp lịch trình. Dự án có hiệu suất lịch trình (SPI) bằng 0.98 là một dự án thực hiện nhiệm vụ trọng yếu và được thực hiện theo quy trình; do đó giám đốc dự án phải tạm thời chuyển các thành viên từ dự án khác sang để hiệu chỉnh biến động của dự án này</a:t>
            </a:r>
            <a:endParaRPr sz="2400">
              <a:solidFill>
                <a:schemeClr val="dk1"/>
              </a:solidFill>
              <a:latin typeface="Tahoma"/>
              <a:ea typeface="Tahoma"/>
              <a:cs typeface="Tahoma"/>
              <a:sym typeface="Tahoma"/>
            </a:endParaRPr>
          </a:p>
          <a:p>
            <a:pPr marL="0" marR="0" lvl="0" indent="0" algn="l" rtl="0">
              <a:lnSpc>
                <a:spcPct val="150000"/>
              </a:lnSpc>
              <a:spcBef>
                <a:spcPts val="0"/>
              </a:spcBef>
              <a:spcAft>
                <a:spcPts val="0"/>
              </a:spcAft>
              <a:buClr>
                <a:schemeClr val="folHlink"/>
              </a:buClr>
              <a:buSzPts val="1440"/>
              <a:buFont typeface="Noto Sans Symbols"/>
              <a:buNone/>
            </a:pPr>
            <a:endParaRPr sz="2400">
              <a:solidFill>
                <a:schemeClr val="dk1"/>
              </a:solidFill>
              <a:latin typeface="Tahoma"/>
              <a:ea typeface="Tahoma"/>
              <a:cs typeface="Tahoma"/>
              <a:sym typeface="Tahoma"/>
            </a:endParaRPr>
          </a:p>
          <a:p>
            <a:pPr marL="342900" marR="0" lvl="0" indent="-251459" algn="l" rtl="0">
              <a:lnSpc>
                <a:spcPct val="150000"/>
              </a:lnSpc>
              <a:spcBef>
                <a:spcPts val="0"/>
              </a:spcBef>
              <a:spcAft>
                <a:spcPts val="0"/>
              </a:spcAft>
              <a:buClr>
                <a:schemeClr val="folHlink"/>
              </a:buClr>
              <a:buSzPts val="1440"/>
              <a:buFont typeface="Noto Sans Symbols"/>
              <a:buNone/>
            </a:pPr>
            <a:endParaRPr sz="2400">
              <a:solidFill>
                <a:schemeClr val="dk1"/>
              </a:solidFill>
              <a:latin typeface="Tahoma"/>
              <a:ea typeface="Tahoma"/>
              <a:cs typeface="Tahoma"/>
              <a:sym typeface="Tahoma"/>
            </a:endParaRPr>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3"/>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
        <p:nvSpPr>
          <p:cNvPr id="329" name="Google Shape;329;p23"/>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ĐẢM BẢO CHẤT LƯỢNG</a:t>
            </a:r>
            <a:endParaRPr/>
          </a:p>
        </p:txBody>
      </p:sp>
      <p:sp>
        <p:nvSpPr>
          <p:cNvPr id="330" name="Google Shape;330;p23"/>
          <p:cNvSpPr/>
          <p:nvPr/>
        </p:nvSpPr>
        <p:spPr>
          <a:xfrm>
            <a:off x="457200" y="1371600"/>
            <a:ext cx="48768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Phân tích nguyên nhân sâu xa</a:t>
            </a:r>
            <a:endParaRPr sz="2400" b="1">
              <a:solidFill>
                <a:srgbClr val="CCFF33"/>
              </a:solidFill>
              <a:latin typeface="Tahoma"/>
              <a:ea typeface="Tahoma"/>
              <a:cs typeface="Tahoma"/>
              <a:sym typeface="Tahoma"/>
            </a:endParaRPr>
          </a:p>
        </p:txBody>
      </p:sp>
      <p:sp>
        <p:nvSpPr>
          <p:cNvPr id="331" name="Google Shape;331;p23"/>
          <p:cNvSpPr txBox="1"/>
          <p:nvPr/>
        </p:nvSpPr>
        <p:spPr>
          <a:xfrm>
            <a:off x="152400" y="2209800"/>
            <a:ext cx="8763000" cy="37338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Phân tích nguyên nhân sâu xa là kỹ thuật xác định nguyên nhân chính xác của vấn đề, và khi loại bỏ được nguyên nhân đó thì vấn đề sẽ không xẩy ra lần nữa.</a:t>
            </a:r>
            <a:endParaRPr/>
          </a:p>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	</a:t>
            </a:r>
            <a:endParaRPr/>
          </a:p>
        </p:txBody>
      </p: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4"/>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
        <p:nvSpPr>
          <p:cNvPr id="337" name="Google Shape;337;p24"/>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ĐẢM BẢO CHẤT LƯỢNG</a:t>
            </a:r>
            <a:endParaRPr/>
          </a:p>
        </p:txBody>
      </p:sp>
      <p:sp>
        <p:nvSpPr>
          <p:cNvPr id="338" name="Google Shape;338;p24"/>
          <p:cNvSpPr/>
          <p:nvPr/>
        </p:nvSpPr>
        <p:spPr>
          <a:xfrm>
            <a:off x="457200" y="1371600"/>
            <a:ext cx="5943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Ví dụ: Phân tích nguyên nhân sâu xa</a:t>
            </a:r>
            <a:endParaRPr sz="2400" b="1">
              <a:solidFill>
                <a:srgbClr val="CCFF33"/>
              </a:solidFill>
              <a:latin typeface="Tahoma"/>
              <a:ea typeface="Tahoma"/>
              <a:cs typeface="Tahoma"/>
              <a:sym typeface="Tahoma"/>
            </a:endParaRPr>
          </a:p>
        </p:txBody>
      </p:sp>
      <p:sp>
        <p:nvSpPr>
          <p:cNvPr id="339" name="Google Shape;339;p24"/>
          <p:cNvSpPr txBox="1"/>
          <p:nvPr/>
        </p:nvSpPr>
        <p:spPr>
          <a:xfrm>
            <a:off x="152400" y="2209800"/>
            <a:ext cx="8763000" cy="37338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	Một ứng dụng tùy biến được phát triển để dùng cho bộ phận bán hàng và một thiết bị này giúp họ in hóa đơn tại các điểm giao dịch với khách hàng. Chương trình này thỉnh thoảng lại tính sai thuế mua hàng trên hóa đơn. Mặc dù lúc đầu, người ta cho rằng đoạn mã tính toán thuế có vấn đề; nhưng sau hàng giờ sửa lỗi, người ta xác định được nguyên nhân sâu xa là do một số sản phẩm trong phần dữ liệu không được xếp loại khiến cho tỉ lệ bị sai lệch</a:t>
            </a:r>
            <a:endParaRPr sz="2400">
              <a:solidFill>
                <a:schemeClr val="dk1"/>
              </a:solidFill>
              <a:latin typeface="Tahoma"/>
              <a:ea typeface="Tahoma"/>
              <a:cs typeface="Tahoma"/>
              <a:sym typeface="Tahoma"/>
            </a:endParaRPr>
          </a:p>
        </p:txBody>
      </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5"/>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
        <p:nvSpPr>
          <p:cNvPr id="345" name="Google Shape;345;p25"/>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ĐẢM BẢO CHẤT LƯỢNG</a:t>
            </a:r>
            <a:endParaRPr/>
          </a:p>
        </p:txBody>
      </p:sp>
      <p:sp>
        <p:nvSpPr>
          <p:cNvPr id="346" name="Google Shape;346;p25"/>
          <p:cNvSpPr/>
          <p:nvPr/>
        </p:nvSpPr>
        <p:spPr>
          <a:xfrm>
            <a:off x="457200" y="1371600"/>
            <a:ext cx="5943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Thủ tục quản lý chất lượng dự án</a:t>
            </a:r>
            <a:endParaRPr sz="2400" b="1">
              <a:solidFill>
                <a:srgbClr val="CCFF33"/>
              </a:solidFill>
              <a:latin typeface="Tahoma"/>
              <a:ea typeface="Tahoma"/>
              <a:cs typeface="Tahoma"/>
              <a:sym typeface="Tahoma"/>
            </a:endParaRPr>
          </a:p>
        </p:txBody>
      </p:sp>
      <p:sp>
        <p:nvSpPr>
          <p:cNvPr id="347" name="Google Shape;347;p25"/>
          <p:cNvSpPr txBox="1"/>
          <p:nvPr/>
        </p:nvSpPr>
        <p:spPr>
          <a:xfrm>
            <a:off x="152400" y="2209800"/>
            <a:ext cx="8763000" cy="37338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1. Tiến hành kiểm định các gói công việc đã hoàn thành cũng như đang thực hiện để đảm bảo đúng với kế hoạch chất lượng dự án</a:t>
            </a:r>
            <a:endParaRPr sz="2400">
              <a:solidFill>
                <a:schemeClr val="dk1"/>
              </a:solidFill>
              <a:latin typeface="Tahoma"/>
              <a:ea typeface="Tahoma"/>
              <a:cs typeface="Tahoma"/>
              <a:sym typeface="Tahoma"/>
            </a:endParaRPr>
          </a:p>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2. Tiến hành kiểm định chất lượng các gói công việc là các điểm phụ thuộc trên đường tới hạn</a:t>
            </a:r>
            <a:endParaRPr sz="2400">
              <a:solidFill>
                <a:schemeClr val="dk1"/>
              </a:solidFill>
              <a:latin typeface="Tahoma"/>
              <a:ea typeface="Tahoma"/>
              <a:cs typeface="Tahoma"/>
              <a:sym typeface="Tahoma"/>
            </a:endParaRPr>
          </a:p>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3. Tiến hành kiểm định việc quản lý phiên bản và quy trình quản lý cấu hình nhằm đảm bảo rằng tất cả các thành viên đang sử dụng cùng một phiên bản…</a:t>
            </a:r>
            <a:endParaRPr/>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6"/>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
        <p:nvSpPr>
          <p:cNvPr id="353" name="Google Shape;353;p26"/>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ĐẢM BẢO CHẤT LƯỢNG</a:t>
            </a:r>
            <a:endParaRPr/>
          </a:p>
        </p:txBody>
      </p:sp>
      <p:sp>
        <p:nvSpPr>
          <p:cNvPr id="354" name="Google Shape;354;p26"/>
          <p:cNvSpPr/>
          <p:nvPr/>
        </p:nvSpPr>
        <p:spPr>
          <a:xfrm>
            <a:off x="457200" y="1371600"/>
            <a:ext cx="5943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Thủ tục quản lý chất lượng dự án</a:t>
            </a:r>
            <a:endParaRPr sz="2400" b="1">
              <a:solidFill>
                <a:srgbClr val="CCFF33"/>
              </a:solidFill>
              <a:latin typeface="Tahoma"/>
              <a:ea typeface="Tahoma"/>
              <a:cs typeface="Tahoma"/>
              <a:sym typeface="Tahoma"/>
            </a:endParaRPr>
          </a:p>
        </p:txBody>
      </p:sp>
      <p:sp>
        <p:nvSpPr>
          <p:cNvPr id="355" name="Google Shape;355;p26"/>
          <p:cNvSpPr txBox="1"/>
          <p:nvPr/>
        </p:nvSpPr>
        <p:spPr>
          <a:xfrm>
            <a:off x="152400" y="2209800"/>
            <a:ext cx="8763000" cy="37338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4. Phân tích biến động về chất lượng để xác định nguyên nhân sâu xa của vấn đề</a:t>
            </a:r>
            <a:endParaRPr sz="2400">
              <a:solidFill>
                <a:schemeClr val="dk1"/>
              </a:solidFill>
              <a:latin typeface="Tahoma"/>
              <a:ea typeface="Tahoma"/>
              <a:cs typeface="Tahoma"/>
              <a:sym typeface="Tahoma"/>
            </a:endParaRPr>
          </a:p>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5. Phân tích tầm quan trọng của bất kỳ một biến động nào. Mức độ chấp nhận các rủi ro của nhà tài trợ đã được xác định trong quá trình lập kế hoạch</a:t>
            </a:r>
            <a:endParaRPr sz="2400">
              <a:solidFill>
                <a:schemeClr val="dk1"/>
              </a:solidFill>
              <a:latin typeface="Tahoma"/>
              <a:ea typeface="Tahoma"/>
              <a:cs typeface="Tahoma"/>
              <a:sym typeface="Tahoma"/>
            </a:endParaRPr>
          </a:p>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6. Nhận biết khi nào bảng ký nhận của khách hàng (sign-off) là quan trọng cho việc chấp thuận chất lượng sản phẩm làm ra.</a:t>
            </a:r>
            <a:endParaRPr sz="2400">
              <a:solidFill>
                <a:schemeClr val="dk1"/>
              </a:solidFill>
              <a:latin typeface="Tahoma"/>
              <a:ea typeface="Tahoma"/>
              <a:cs typeface="Tahoma"/>
              <a:sym typeface="Tahoma"/>
            </a:endParaRPr>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7"/>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
        <p:nvSpPr>
          <p:cNvPr id="361" name="Google Shape;361;p27"/>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ĐẢM BẢO CHẤT LƯỢNG</a:t>
            </a:r>
            <a:endParaRPr/>
          </a:p>
        </p:txBody>
      </p:sp>
      <p:sp>
        <p:nvSpPr>
          <p:cNvPr id="362" name="Google Shape;362;p27"/>
          <p:cNvSpPr/>
          <p:nvPr/>
        </p:nvSpPr>
        <p:spPr>
          <a:xfrm>
            <a:off x="457200" y="1371600"/>
            <a:ext cx="5943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Kiểm định chất lượng</a:t>
            </a:r>
            <a:endParaRPr sz="2400" b="1">
              <a:solidFill>
                <a:srgbClr val="CCFF33"/>
              </a:solidFill>
              <a:latin typeface="Tahoma"/>
              <a:ea typeface="Tahoma"/>
              <a:cs typeface="Tahoma"/>
              <a:sym typeface="Tahoma"/>
            </a:endParaRPr>
          </a:p>
        </p:txBody>
      </p:sp>
      <p:sp>
        <p:nvSpPr>
          <p:cNvPr id="363" name="Google Shape;363;p27"/>
          <p:cNvSpPr txBox="1"/>
          <p:nvPr/>
        </p:nvSpPr>
        <p:spPr>
          <a:xfrm>
            <a:off x="152400" y="2209800"/>
            <a:ext cx="8763000" cy="37338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	Hoạt động đầu tiên trong quá trình đảm bảo chất lượng là kiểm định chất lượng. Kiểm định chất lượng là một cuộc kiểm tra độc lập do nhân sự đủ trình độ chuyên môn thực hiện nhằm đảm bảo kế hoạch chất lượng được tuân thủ nghiêm ngặt.</a:t>
            </a:r>
            <a:endParaRPr/>
          </a:p>
        </p:txBody>
      </p:sp>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
        <p:nvSpPr>
          <p:cNvPr id="369" name="Google Shape;369;p28"/>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ĐẢM BẢO CHẤT LƯỢNG</a:t>
            </a:r>
            <a:endParaRPr/>
          </a:p>
        </p:txBody>
      </p:sp>
      <p:sp>
        <p:nvSpPr>
          <p:cNvPr id="370" name="Google Shape;370;p28"/>
          <p:cNvSpPr/>
          <p:nvPr/>
        </p:nvSpPr>
        <p:spPr>
          <a:xfrm>
            <a:off x="457200" y="1371600"/>
            <a:ext cx="5943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Kế hoạch kiểm thử (Testing Plan)</a:t>
            </a:r>
            <a:endParaRPr sz="2400" b="1">
              <a:solidFill>
                <a:srgbClr val="CCFF33"/>
              </a:solidFill>
              <a:latin typeface="Tahoma"/>
              <a:ea typeface="Tahoma"/>
              <a:cs typeface="Tahoma"/>
              <a:sym typeface="Tahoma"/>
            </a:endParaRPr>
          </a:p>
        </p:txBody>
      </p:sp>
      <p:sp>
        <p:nvSpPr>
          <p:cNvPr id="371" name="Google Shape;371;p28"/>
          <p:cNvSpPr txBox="1"/>
          <p:nvPr/>
        </p:nvSpPr>
        <p:spPr>
          <a:xfrm>
            <a:off x="152400" y="2209800"/>
            <a:ext cx="8763000" cy="37338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Kế hoạch kiểm thử (Testing Plan) là một tài liệu mô tả phương thức kiểm thử theo cách trường hợp, tích hợp, hệ thống và chấp nhận. </a:t>
            </a:r>
            <a:endParaRPr/>
          </a:p>
          <a:p>
            <a:pPr marL="742950" marR="0" lvl="1" indent="-285750" algn="l" rtl="0">
              <a:lnSpc>
                <a:spcPct val="150000"/>
              </a:lnSpc>
              <a:spcBef>
                <a:spcPts val="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Lựa chọn phương pháp kiểm thử</a:t>
            </a:r>
            <a:endParaRPr sz="2000" b="0" i="0" u="none" strike="noStrike" cap="none">
              <a:solidFill>
                <a:schemeClr val="dk1"/>
              </a:solidFill>
              <a:latin typeface="Tahoma"/>
              <a:ea typeface="Tahoma"/>
              <a:cs typeface="Tahoma"/>
              <a:sym typeface="Tahoma"/>
            </a:endParaRPr>
          </a:p>
          <a:p>
            <a:pPr marL="742950" marR="0" lvl="1" indent="-285750" algn="l" rtl="0">
              <a:lnSpc>
                <a:spcPct val="150000"/>
              </a:lnSpc>
              <a:spcBef>
                <a:spcPts val="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Thiết lập môi trường kiểm thử bằng cách xác định và mua những tài nguyên cần thiết để hoàn thành quá trình kiểm thử đã được thiết lập</a:t>
            </a:r>
            <a:endParaRPr sz="2000" b="0" i="0" u="none" strike="noStrike" cap="none">
              <a:solidFill>
                <a:schemeClr val="dk1"/>
              </a:solidFill>
              <a:latin typeface="Tahoma"/>
              <a:ea typeface="Tahoma"/>
              <a:cs typeface="Tahoma"/>
              <a:sym typeface="Tahoma"/>
            </a:endParaRPr>
          </a:p>
          <a:p>
            <a:pPr marL="742950" marR="0" lvl="1" indent="-285750" algn="l" rtl="0">
              <a:lnSpc>
                <a:spcPct val="150000"/>
              </a:lnSpc>
              <a:spcBef>
                <a:spcPts val="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Giai đoạn cuối cùng của quá trình kiểm thử là giai đoạn nhà tài trợ/khách hàng thực hiện kiểm thử chấp nhận</a:t>
            </a:r>
            <a:endParaRPr sz="2000" b="0" i="0" u="none" strike="noStrike" cap="none">
              <a:solidFill>
                <a:schemeClr val="dk1"/>
              </a:solidFill>
              <a:latin typeface="Tahoma"/>
              <a:ea typeface="Tahoma"/>
              <a:cs typeface="Tahoma"/>
              <a:sym typeface="Tahoma"/>
            </a:endParaRPr>
          </a:p>
          <a:p>
            <a:pPr marL="342900" marR="0" lvl="0" indent="-251459" algn="l" rtl="0">
              <a:lnSpc>
                <a:spcPct val="150000"/>
              </a:lnSpc>
              <a:spcBef>
                <a:spcPts val="0"/>
              </a:spcBef>
              <a:spcAft>
                <a:spcPts val="0"/>
              </a:spcAft>
              <a:buClr>
                <a:schemeClr val="folHlink"/>
              </a:buClr>
              <a:buSzPts val="1440"/>
              <a:buFont typeface="Noto Sans Symbols"/>
              <a:buNone/>
            </a:pPr>
            <a:endParaRPr sz="2400">
              <a:solidFill>
                <a:schemeClr val="dk1"/>
              </a:solidFill>
              <a:latin typeface="Tahoma"/>
              <a:ea typeface="Tahoma"/>
              <a:cs typeface="Tahoma"/>
              <a:sym typeface="Tahoma"/>
            </a:endParaRPr>
          </a:p>
          <a:p>
            <a:pPr marL="0" marR="0" lvl="0" indent="0" algn="l" rtl="0">
              <a:lnSpc>
                <a:spcPct val="150000"/>
              </a:lnSpc>
              <a:spcBef>
                <a:spcPts val="0"/>
              </a:spcBef>
              <a:spcAft>
                <a:spcPts val="0"/>
              </a:spcAft>
              <a:buClr>
                <a:schemeClr val="folHlink"/>
              </a:buClr>
              <a:buSzPts val="1440"/>
              <a:buFont typeface="Noto Sans Symbols"/>
              <a:buNone/>
            </a:pPr>
            <a:endParaRPr sz="2400">
              <a:solidFill>
                <a:schemeClr val="dk1"/>
              </a:solidFill>
              <a:latin typeface="Tahoma"/>
              <a:ea typeface="Tahoma"/>
              <a:cs typeface="Tahoma"/>
              <a:sym typeface="Tahoma"/>
            </a:endParaRPr>
          </a:p>
        </p:txBody>
      </p:sp>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9"/>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
        <p:nvSpPr>
          <p:cNvPr id="377" name="Google Shape;377;p29"/>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ĐẢM BẢO CHẤT LƯỢNG</a:t>
            </a:r>
            <a:endParaRPr/>
          </a:p>
        </p:txBody>
      </p:sp>
      <p:sp>
        <p:nvSpPr>
          <p:cNvPr id="378" name="Google Shape;378;p29"/>
          <p:cNvSpPr/>
          <p:nvPr/>
        </p:nvSpPr>
        <p:spPr>
          <a:xfrm>
            <a:off x="457200" y="1371600"/>
            <a:ext cx="784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rgbClr val="CCFF33"/>
                </a:solidFill>
                <a:latin typeface="Tahoma"/>
                <a:ea typeface="Tahoma"/>
                <a:cs typeface="Tahoma"/>
                <a:sym typeface="Tahoma"/>
              </a:rPr>
              <a:t>Các phương pháp kiểm thử trong các dự án CNTT</a:t>
            </a:r>
            <a:endParaRPr sz="2400" b="1">
              <a:solidFill>
                <a:srgbClr val="CCFF33"/>
              </a:solidFill>
              <a:latin typeface="Tahoma"/>
              <a:ea typeface="Tahoma"/>
              <a:cs typeface="Tahoma"/>
              <a:sym typeface="Tahoma"/>
            </a:endParaRPr>
          </a:p>
        </p:txBody>
      </p:sp>
      <p:sp>
        <p:nvSpPr>
          <p:cNvPr id="379" name="Google Shape;379;p29"/>
          <p:cNvSpPr txBox="1"/>
          <p:nvPr/>
        </p:nvSpPr>
        <p:spPr>
          <a:xfrm>
            <a:off x="152400" y="2209800"/>
            <a:ext cx="8763000" cy="3733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Kiểm thử biên dịch cho những dự án phát triển – Code hoạt động hay có lỗi?</a:t>
            </a:r>
            <a:endParaRPr/>
          </a:p>
          <a:p>
            <a:pPr marL="342900" marR="0" lvl="0" indent="-342900" algn="l" rtl="0">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Kiểm thử chức năng – Phần mềm có thực hiện đúng những chứa năng yêu cầu cho những người liên quan đến dự án không? Người dùng có sử dụng được không?</a:t>
            </a:r>
            <a:endParaRPr/>
          </a:p>
          <a:p>
            <a:pPr marL="342900" marR="0" lvl="0" indent="-342900" algn="l" rtl="0">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Kiểm thử vận hành, hay còn gọi là kiểm thử hệ thống hoặc bàn giao.</a:t>
            </a:r>
            <a:endParaRPr/>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0"/>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
        <p:nvSpPr>
          <p:cNvPr id="385" name="Google Shape;385;p30"/>
          <p:cNvSpPr txBox="1"/>
          <p:nvPr/>
        </p:nvSpPr>
        <p:spPr>
          <a:xfrm>
            <a:off x="3124200" y="2590800"/>
            <a:ext cx="4572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Tahoma"/>
                <a:ea typeface="Tahoma"/>
                <a:cs typeface="Tahoma"/>
                <a:sym typeface="Tahoma"/>
              </a:rPr>
              <a:t>The end</a:t>
            </a:r>
            <a:endParaRPr sz="2800">
              <a:solidFill>
                <a:schemeClr val="dk1"/>
              </a:solidFill>
              <a:latin typeface="Tahoma"/>
              <a:ea typeface="Tahoma"/>
              <a:cs typeface="Tahoma"/>
              <a:sym typeface="Tahoma"/>
            </a:endParaRPr>
          </a:p>
        </p:txBody>
      </p:sp>
    </p:spTree>
  </p:cSld>
  <p:clrMapOvr>
    <a:masterClrMapping/>
  </p:clrMapOvr>
  <p:transition>
    <p:zoom/>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7044956329334B859883770E5F8B1A" ma:contentTypeVersion="3" ma:contentTypeDescription="Create a new document." ma:contentTypeScope="" ma:versionID="d4693b35dbcd13ebd1c5620d69ea1f1a">
  <xsd:schema xmlns:xsd="http://www.w3.org/2001/XMLSchema" xmlns:xs="http://www.w3.org/2001/XMLSchema" xmlns:p="http://schemas.microsoft.com/office/2006/metadata/properties" xmlns:ns2="2b122139-ef2b-4bf4-a1d7-39c03562fb03" targetNamespace="http://schemas.microsoft.com/office/2006/metadata/properties" ma:root="true" ma:fieldsID="3b8350155ddf9dd6245d8440520ed191" ns2:_="">
    <xsd:import namespace="2b122139-ef2b-4bf4-a1d7-39c03562fb0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122139-ef2b-4bf4-a1d7-39c03562fb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B38A643-5A1A-44E4-A819-68CF2CA7CEFF}"/>
</file>

<file path=customXml/itemProps2.xml><?xml version="1.0" encoding="utf-8"?>
<ds:datastoreItem xmlns:ds="http://schemas.openxmlformats.org/officeDocument/2006/customXml" ds:itemID="{655E40CC-7C5C-490E-9153-FBE9CD7E5100}"/>
</file>

<file path=customXml/itemProps3.xml><?xml version="1.0" encoding="utf-8"?>
<ds:datastoreItem xmlns:ds="http://schemas.openxmlformats.org/officeDocument/2006/customXml" ds:itemID="{D0B75398-6D05-4F0B-92A4-36AFC2176603}"/>
</file>

<file path=docProps/app.xml><?xml version="1.0" encoding="utf-8"?>
<Properties xmlns="http://schemas.openxmlformats.org/officeDocument/2006/extended-properties" xmlns:vt="http://schemas.openxmlformats.org/officeDocument/2006/docPropsVTypes">
  <TotalTime>0</TotalTime>
  <Words>2312</Words>
  <Application>Microsoft Office PowerPoint</Application>
  <PresentationFormat>On-screen Show (4:3)</PresentationFormat>
  <Paragraphs>190</Paragraphs>
  <Slides>29</Slides>
  <Notes>29</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0</vt:i4>
      </vt:variant>
      <vt:variant>
        <vt:lpstr>Slide Titles</vt:lpstr>
      </vt:variant>
      <vt:variant>
        <vt:i4>29</vt:i4>
      </vt:variant>
    </vt:vector>
  </HeadingPairs>
  <TitlesOfParts>
    <vt:vector size="34" baseType="lpstr">
      <vt:lpstr>Tahoma</vt:lpstr>
      <vt:lpstr>Times New Roman</vt:lpstr>
      <vt:lpstr>Noto Sans Symbols</vt:lpstr>
      <vt:lpstr>Arial</vt:lpstr>
      <vt:lpstr>Blends</vt:lpstr>
      <vt:lpstr>BÀI GIẢNG   QUẢN TRỊ DỰ ÁN  CÔNG NGHỆ THÔNG TIN</vt:lpstr>
      <vt:lpstr>Chương 6  QUẢN LÝ CHẤT LƯỢNG DỰ ÁN</vt:lpstr>
      <vt:lpstr>1. TẦM QUAN TRỌNG </vt:lpstr>
      <vt:lpstr>1. TẦM QUAN TRỌNG </vt:lpstr>
      <vt:lpstr>1. TẦM QUAN TRỌNG </vt:lpstr>
      <vt:lpstr>2. LẬP KẾ HOẠCH</vt:lpstr>
      <vt:lpstr>2. LẬP KẾ HOẠCH</vt:lpstr>
      <vt:lpstr>2. LẬP KẾ HOẠCH</vt:lpstr>
      <vt:lpstr>XÂY DỰNG BẢN KẾ HOẠCH (1/3)</vt:lpstr>
      <vt:lpstr>XÂY DỰNG BẢN KẾ HOẠCH (2/3)</vt:lpstr>
      <vt:lpstr>XÂY DỰNG BẢN KẾ HOẠCH (3/3)</vt:lpstr>
      <vt:lpstr>Bài tập 1/5</vt:lpstr>
      <vt:lpstr>Bài tập 2/5</vt:lpstr>
      <vt:lpstr>Bài tập 3/5</vt:lpstr>
      <vt:lpstr>Bài tập 4/5</vt:lpstr>
      <vt:lpstr>Bài tập 5/5</vt:lpstr>
      <vt:lpstr>3. ĐẢM BẢO CHẤT LƯỢNG</vt:lpstr>
      <vt:lpstr>3. ĐẢM BẢO CHẤT LƯỢNG</vt:lpstr>
      <vt:lpstr>3. ĐẢM BẢO CHẤT LƯỢNG</vt:lpstr>
      <vt:lpstr>3. ĐẢM BẢO CHẤT LƯỢNG</vt:lpstr>
      <vt:lpstr>PowerPoint Presentation</vt:lpstr>
      <vt:lpstr>3. ĐẢM BẢO CHẤT LƯỢNG</vt:lpstr>
      <vt:lpstr>3. ĐẢM BẢO CHẤT LƯỢNG</vt:lpstr>
      <vt:lpstr>3. ĐẢM BẢO CHẤT LƯỢNG</vt:lpstr>
      <vt:lpstr>3. ĐẢM BẢO CHẤT LƯỢNG</vt:lpstr>
      <vt:lpstr>3. ĐẢM BẢO CHẤT LƯỢNG</vt:lpstr>
      <vt:lpstr>3. ĐẢM BẢO CHẤT LƯỢNG</vt:lpstr>
      <vt:lpstr>3. ĐẢM BẢO CHẤT LƯỢNG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Jiawei Han</dc:creator>
  <cp:lastModifiedBy>Lê Thị Hoa</cp:lastModifiedBy>
  <cp:revision>1</cp:revision>
  <dcterms:created xsi:type="dcterms:W3CDTF">1999-12-01T22:01:55Z</dcterms:created>
  <dcterms:modified xsi:type="dcterms:W3CDTF">2026-09-15T14:29:42Z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0x010100917044956329334B859883770E5F8B1A</vt:lpwstr>
  </property>
</Properties>
</file>