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31"/>
  </p:notesMasterIdLst>
  <p:handoutMasterIdLst>
    <p:handoutMasterId r:id="rId32"/>
  </p:handoutMasterIdLst>
  <p:sldIdLst>
    <p:sldId id="710" r:id="rId5"/>
    <p:sldId id="737" r:id="rId6"/>
    <p:sldId id="711" r:id="rId7"/>
    <p:sldId id="771" r:id="rId8"/>
    <p:sldId id="893" r:id="rId9"/>
    <p:sldId id="808" r:id="rId10"/>
    <p:sldId id="894" r:id="rId11"/>
    <p:sldId id="809" r:id="rId12"/>
    <p:sldId id="895" r:id="rId13"/>
    <p:sldId id="868" r:id="rId14"/>
    <p:sldId id="869" r:id="rId15"/>
    <p:sldId id="896" r:id="rId16"/>
    <p:sldId id="897" r:id="rId17"/>
    <p:sldId id="870" r:id="rId18"/>
    <p:sldId id="871" r:id="rId19"/>
    <p:sldId id="898" r:id="rId20"/>
    <p:sldId id="810" r:id="rId21"/>
    <p:sldId id="899" r:id="rId22"/>
    <p:sldId id="872" r:id="rId23"/>
    <p:sldId id="900" r:id="rId24"/>
    <p:sldId id="873" r:id="rId25"/>
    <p:sldId id="874" r:id="rId26"/>
    <p:sldId id="901" r:id="rId27"/>
    <p:sldId id="875" r:id="rId28"/>
    <p:sldId id="902" r:id="rId29"/>
    <p:sldId id="804" r:id="rId30"/>
  </p:sldIdLst>
  <p:sldSz cx="9144000" cy="6858000" type="screen4x3"/>
  <p:notesSz cx="7010400" cy="9296400"/>
  <p:defaultTextStyle>
    <a:defPPr>
      <a:defRPr lang="en-US"/>
    </a:defPPr>
    <a:lvl1pPr algn="l" rtl="0" fontAlgn="base">
      <a:spcBef>
        <a:spcPct val="0"/>
      </a:spcBef>
      <a:spcAft>
        <a:spcPct val="0"/>
      </a:spcAft>
      <a:defRPr sz="2800" kern="1200">
        <a:solidFill>
          <a:schemeClr val="tx1"/>
        </a:solidFill>
        <a:latin typeface="Tahoma" pitchFamily="34" charset="0"/>
        <a:ea typeface="+mn-ea"/>
        <a:cs typeface="+mn-cs"/>
      </a:defRPr>
    </a:lvl1pPr>
    <a:lvl2pPr marL="457200" algn="l" rtl="0" fontAlgn="base">
      <a:spcBef>
        <a:spcPct val="0"/>
      </a:spcBef>
      <a:spcAft>
        <a:spcPct val="0"/>
      </a:spcAft>
      <a:defRPr sz="2800" kern="1200">
        <a:solidFill>
          <a:schemeClr val="tx1"/>
        </a:solidFill>
        <a:latin typeface="Tahoma" pitchFamily="34" charset="0"/>
        <a:ea typeface="+mn-ea"/>
        <a:cs typeface="+mn-cs"/>
      </a:defRPr>
    </a:lvl2pPr>
    <a:lvl3pPr marL="914400" algn="l" rtl="0" fontAlgn="base">
      <a:spcBef>
        <a:spcPct val="0"/>
      </a:spcBef>
      <a:spcAft>
        <a:spcPct val="0"/>
      </a:spcAft>
      <a:defRPr sz="2800" kern="1200">
        <a:solidFill>
          <a:schemeClr val="tx1"/>
        </a:solidFill>
        <a:latin typeface="Tahoma" pitchFamily="34" charset="0"/>
        <a:ea typeface="+mn-ea"/>
        <a:cs typeface="+mn-cs"/>
      </a:defRPr>
    </a:lvl3pPr>
    <a:lvl4pPr marL="1371600" algn="l" rtl="0" fontAlgn="base">
      <a:spcBef>
        <a:spcPct val="0"/>
      </a:spcBef>
      <a:spcAft>
        <a:spcPct val="0"/>
      </a:spcAft>
      <a:defRPr sz="2800" kern="1200">
        <a:solidFill>
          <a:schemeClr val="tx1"/>
        </a:solidFill>
        <a:latin typeface="Tahoma" pitchFamily="34" charset="0"/>
        <a:ea typeface="+mn-ea"/>
        <a:cs typeface="+mn-cs"/>
      </a:defRPr>
    </a:lvl4pPr>
    <a:lvl5pPr marL="1828800" algn="l" rtl="0" fontAlgn="base">
      <a:spcBef>
        <a:spcPct val="0"/>
      </a:spcBef>
      <a:spcAft>
        <a:spcPct val="0"/>
      </a:spcAft>
      <a:defRPr sz="2800" kern="1200">
        <a:solidFill>
          <a:schemeClr val="tx1"/>
        </a:solidFill>
        <a:latin typeface="Tahoma" pitchFamily="34" charset="0"/>
        <a:ea typeface="+mn-ea"/>
        <a:cs typeface="+mn-cs"/>
      </a:defRPr>
    </a:lvl5pPr>
    <a:lvl6pPr marL="2286000" algn="l" defTabSz="914400" rtl="0" eaLnBrk="1" latinLnBrk="0" hangingPunct="1">
      <a:defRPr sz="2800" kern="1200">
        <a:solidFill>
          <a:schemeClr val="tx1"/>
        </a:solidFill>
        <a:latin typeface="Tahoma" pitchFamily="34" charset="0"/>
        <a:ea typeface="+mn-ea"/>
        <a:cs typeface="+mn-cs"/>
      </a:defRPr>
    </a:lvl6pPr>
    <a:lvl7pPr marL="2743200" algn="l" defTabSz="914400" rtl="0" eaLnBrk="1" latinLnBrk="0" hangingPunct="1">
      <a:defRPr sz="2800" kern="1200">
        <a:solidFill>
          <a:schemeClr val="tx1"/>
        </a:solidFill>
        <a:latin typeface="Tahoma" pitchFamily="34" charset="0"/>
        <a:ea typeface="+mn-ea"/>
        <a:cs typeface="+mn-cs"/>
      </a:defRPr>
    </a:lvl7pPr>
    <a:lvl8pPr marL="3200400" algn="l" defTabSz="914400" rtl="0" eaLnBrk="1" latinLnBrk="0" hangingPunct="1">
      <a:defRPr sz="2800" kern="1200">
        <a:solidFill>
          <a:schemeClr val="tx1"/>
        </a:solidFill>
        <a:latin typeface="Tahoma" pitchFamily="34" charset="0"/>
        <a:ea typeface="+mn-ea"/>
        <a:cs typeface="+mn-cs"/>
      </a:defRPr>
    </a:lvl8pPr>
    <a:lvl9pPr marL="3657600" algn="l" defTabSz="914400" rtl="0" eaLnBrk="1" latinLnBrk="0" hangingPunct="1">
      <a:defRPr sz="28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a:srgbClr val="99CC00"/>
    <a:srgbClr val="000099"/>
    <a:srgbClr val="000000"/>
    <a:srgbClr val="990000"/>
    <a:srgbClr val="3E6A54"/>
    <a:srgbClr val="0000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95" autoAdjust="0"/>
    <p:restoredTop sz="94576" autoAdjust="0"/>
  </p:normalViewPr>
  <p:slideViewPr>
    <p:cSldViewPr>
      <p:cViewPr varScale="1">
        <p:scale>
          <a:sx n="61" d="100"/>
          <a:sy n="61" d="100"/>
        </p:scale>
        <p:origin x="749" y="34"/>
      </p:cViewPr>
      <p:guideLst>
        <p:guide orient="horz" pos="2160"/>
        <p:guide pos="2880"/>
      </p:guideLst>
    </p:cSldViewPr>
  </p:slideViewPr>
  <p:outlineViewPr>
    <p:cViewPr>
      <p:scale>
        <a:sx n="33" d="100"/>
        <a:sy n="33" d="100"/>
      </p:scale>
      <p:origin x="0" y="223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8" d="100"/>
          <a:sy n="58" d="100"/>
        </p:scale>
        <p:origin x="-1770" y="-7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4898" name="Rectangle 2"/>
          <p:cNvSpPr>
            <a:spLocks noGrp="1" noChangeArrowheads="1"/>
          </p:cNvSpPr>
          <p:nvPr>
            <p:ph type="hdr" sz="quarter"/>
          </p:nvPr>
        </p:nvSpPr>
        <p:spPr bwMode="auto">
          <a:xfrm>
            <a:off x="0" y="0"/>
            <a:ext cx="3049588" cy="466725"/>
          </a:xfrm>
          <a:prstGeom prst="rect">
            <a:avLst/>
          </a:prstGeom>
          <a:noFill/>
          <a:ln w="28575">
            <a:noFill/>
            <a:miter lim="800000"/>
            <a:headEnd/>
            <a:tailEnd/>
          </a:ln>
          <a:effectLst/>
        </p:spPr>
        <p:txBody>
          <a:bodyPr vert="horz" wrap="none" lIns="93488" tIns="46744" rIns="93488" bIns="46744" numCol="1" anchor="t" anchorCtr="0" compatLnSpc="1">
            <a:prstTxWarp prst="textNoShape">
              <a:avLst/>
            </a:prstTxWarp>
          </a:bodyPr>
          <a:lstStyle>
            <a:lvl1pPr defTabSz="935038">
              <a:defRPr sz="1200"/>
            </a:lvl1pPr>
          </a:lstStyle>
          <a:p>
            <a:pPr>
              <a:defRPr/>
            </a:pPr>
            <a:endParaRPr lang="en-US"/>
          </a:p>
        </p:txBody>
      </p:sp>
      <p:sp>
        <p:nvSpPr>
          <p:cNvPr id="464899" name="Rectangle 3"/>
          <p:cNvSpPr>
            <a:spLocks noGrp="1" noChangeArrowheads="1"/>
          </p:cNvSpPr>
          <p:nvPr>
            <p:ph type="dt" sz="quarter" idx="1"/>
          </p:nvPr>
        </p:nvSpPr>
        <p:spPr bwMode="auto">
          <a:xfrm>
            <a:off x="3987800" y="0"/>
            <a:ext cx="3049588" cy="466725"/>
          </a:xfrm>
          <a:prstGeom prst="rect">
            <a:avLst/>
          </a:prstGeom>
          <a:noFill/>
          <a:ln w="28575">
            <a:noFill/>
            <a:miter lim="800000"/>
            <a:headEnd/>
            <a:tailEnd/>
          </a:ln>
          <a:effectLst/>
        </p:spPr>
        <p:txBody>
          <a:bodyPr vert="horz" wrap="none" lIns="93488" tIns="46744" rIns="93488" bIns="46744" numCol="1" anchor="t" anchorCtr="0" compatLnSpc="1">
            <a:prstTxWarp prst="textNoShape">
              <a:avLst/>
            </a:prstTxWarp>
          </a:bodyPr>
          <a:lstStyle>
            <a:lvl1pPr algn="r" defTabSz="935038">
              <a:defRPr sz="1200"/>
            </a:lvl1pPr>
          </a:lstStyle>
          <a:p>
            <a:pPr>
              <a:defRPr/>
            </a:pPr>
            <a:endParaRPr lang="en-US"/>
          </a:p>
        </p:txBody>
      </p:sp>
      <p:sp>
        <p:nvSpPr>
          <p:cNvPr id="464900" name="Rectangle 4"/>
          <p:cNvSpPr>
            <a:spLocks noGrp="1" noChangeArrowheads="1"/>
          </p:cNvSpPr>
          <p:nvPr>
            <p:ph type="ftr" sz="quarter" idx="2"/>
          </p:nvPr>
        </p:nvSpPr>
        <p:spPr bwMode="auto">
          <a:xfrm>
            <a:off x="0" y="8858250"/>
            <a:ext cx="3049588" cy="465138"/>
          </a:xfrm>
          <a:prstGeom prst="rect">
            <a:avLst/>
          </a:prstGeom>
          <a:noFill/>
          <a:ln w="28575">
            <a:noFill/>
            <a:miter lim="800000"/>
            <a:headEnd/>
            <a:tailEnd/>
          </a:ln>
          <a:effectLst/>
        </p:spPr>
        <p:txBody>
          <a:bodyPr vert="horz" wrap="none" lIns="93488" tIns="46744" rIns="93488" bIns="46744" numCol="1" anchor="b" anchorCtr="0" compatLnSpc="1">
            <a:prstTxWarp prst="textNoShape">
              <a:avLst/>
            </a:prstTxWarp>
          </a:bodyPr>
          <a:lstStyle>
            <a:lvl1pPr defTabSz="935038">
              <a:defRPr sz="1200"/>
            </a:lvl1pPr>
          </a:lstStyle>
          <a:p>
            <a:pPr>
              <a:defRPr/>
            </a:pPr>
            <a:endParaRPr lang="en-US"/>
          </a:p>
        </p:txBody>
      </p:sp>
      <p:sp>
        <p:nvSpPr>
          <p:cNvPr id="464901" name="Rectangle 5"/>
          <p:cNvSpPr>
            <a:spLocks noGrp="1" noChangeArrowheads="1"/>
          </p:cNvSpPr>
          <p:nvPr>
            <p:ph type="sldNum" sz="quarter" idx="3"/>
          </p:nvPr>
        </p:nvSpPr>
        <p:spPr bwMode="auto">
          <a:xfrm>
            <a:off x="3987800" y="8858250"/>
            <a:ext cx="3049588" cy="465138"/>
          </a:xfrm>
          <a:prstGeom prst="rect">
            <a:avLst/>
          </a:prstGeom>
          <a:noFill/>
          <a:ln w="28575">
            <a:noFill/>
            <a:miter lim="800000"/>
            <a:headEnd/>
            <a:tailEnd/>
          </a:ln>
          <a:effectLst/>
        </p:spPr>
        <p:txBody>
          <a:bodyPr vert="horz" wrap="none" lIns="93488" tIns="46744" rIns="93488" bIns="46744" numCol="1" anchor="b" anchorCtr="0" compatLnSpc="1">
            <a:prstTxWarp prst="textNoShape">
              <a:avLst/>
            </a:prstTxWarp>
          </a:bodyPr>
          <a:lstStyle>
            <a:lvl1pPr algn="r" defTabSz="935038">
              <a:defRPr sz="1200"/>
            </a:lvl1pPr>
          </a:lstStyle>
          <a:p>
            <a:pPr>
              <a:defRPr/>
            </a:pPr>
            <a:fld id="{7E806C1C-29FF-45EB-BA59-6DD5CA0D3172}" type="slidenum">
              <a:rPr lang="en-US"/>
              <a:pPr>
                <a:defRPr/>
              </a:pPr>
              <a:t>‹#›</a:t>
            </a:fld>
            <a:endParaRPr lang="en-US"/>
          </a:p>
        </p:txBody>
      </p:sp>
    </p:spTree>
    <p:extLst>
      <p:ext uri="{BB962C8B-B14F-4D97-AF65-F5344CB8AC3E}">
        <p14:creationId xmlns:p14="http://schemas.microsoft.com/office/powerpoint/2010/main" val="188693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a:defRPr sz="1200"/>
            </a:lvl1pPr>
          </a:lstStyle>
          <a:p>
            <a:pPr>
              <a:defRPr/>
            </a:pPr>
            <a:endParaRPr lang="en-US"/>
          </a:p>
        </p:txBody>
      </p:sp>
      <p:sp>
        <p:nvSpPr>
          <p:cNvPr id="43011"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a:defRPr sz="1200"/>
            </a:lvl1pPr>
          </a:lstStyle>
          <a:p>
            <a:pPr>
              <a:defRPr/>
            </a:pPr>
            <a:endParaRPr lang="en-US"/>
          </a:p>
        </p:txBody>
      </p:sp>
      <p:sp>
        <p:nvSpPr>
          <p:cNvPr id="3379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a:defRPr sz="1200"/>
            </a:lvl1pPr>
          </a:lstStyle>
          <a:p>
            <a:pPr>
              <a:defRPr/>
            </a:pPr>
            <a:endParaRPr lang="en-US"/>
          </a:p>
        </p:txBody>
      </p:sp>
      <p:sp>
        <p:nvSpPr>
          <p:cNvPr id="43015"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a:defRPr sz="1200"/>
            </a:lvl1pPr>
          </a:lstStyle>
          <a:p>
            <a:pPr>
              <a:defRPr/>
            </a:pPr>
            <a:fld id="{FBBB5F42-3052-490B-B9DB-6C7A91C8F6FA}" type="slidenum">
              <a:rPr lang="en-US"/>
              <a:pPr>
                <a:defRPr/>
              </a:pPr>
              <a:t>‹#›</a:t>
            </a:fld>
            <a:endParaRPr lang="en-US"/>
          </a:p>
        </p:txBody>
      </p:sp>
    </p:spTree>
    <p:extLst>
      <p:ext uri="{BB962C8B-B14F-4D97-AF65-F5344CB8AC3E}">
        <p14:creationId xmlns:p14="http://schemas.microsoft.com/office/powerpoint/2010/main" val="30963316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itchFamily="34" charset="0"/>
              </a:defRPr>
            </a:lvl1pPr>
            <a:lvl2pPr marL="742950" indent="-285750" defTabSz="931863" eaLnBrk="0" hangingPunct="0">
              <a:defRPr sz="2800">
                <a:solidFill>
                  <a:schemeClr val="tx1"/>
                </a:solidFill>
                <a:latin typeface="Tahoma" pitchFamily="34" charset="0"/>
              </a:defRPr>
            </a:lvl2pPr>
            <a:lvl3pPr marL="1143000" indent="-228600" defTabSz="931863" eaLnBrk="0" hangingPunct="0">
              <a:defRPr sz="2800">
                <a:solidFill>
                  <a:schemeClr val="tx1"/>
                </a:solidFill>
                <a:latin typeface="Tahoma" pitchFamily="34" charset="0"/>
              </a:defRPr>
            </a:lvl3pPr>
            <a:lvl4pPr marL="1600200" indent="-228600" defTabSz="931863" eaLnBrk="0" hangingPunct="0">
              <a:defRPr sz="2800">
                <a:solidFill>
                  <a:schemeClr val="tx1"/>
                </a:solidFill>
                <a:latin typeface="Tahoma" pitchFamily="34" charset="0"/>
              </a:defRPr>
            </a:lvl4pPr>
            <a:lvl5pPr marL="2057400" indent="-228600" defTabSz="931863" eaLnBrk="0" hangingPunct="0">
              <a:defRPr sz="2800">
                <a:solidFill>
                  <a:schemeClr val="tx1"/>
                </a:solidFill>
                <a:latin typeface="Tahoma" pitchFamily="34" charset="0"/>
              </a:defRPr>
            </a:lvl5pPr>
            <a:lvl6pPr marL="2514600" indent="-228600" defTabSz="931863" eaLnBrk="0" fontAlgn="base" hangingPunct="0">
              <a:spcBef>
                <a:spcPct val="0"/>
              </a:spcBef>
              <a:spcAft>
                <a:spcPct val="0"/>
              </a:spcAft>
              <a:defRPr sz="2800">
                <a:solidFill>
                  <a:schemeClr val="tx1"/>
                </a:solidFill>
                <a:latin typeface="Tahoma" pitchFamily="34" charset="0"/>
              </a:defRPr>
            </a:lvl6pPr>
            <a:lvl7pPr marL="2971800" indent="-228600" defTabSz="931863" eaLnBrk="0" fontAlgn="base" hangingPunct="0">
              <a:spcBef>
                <a:spcPct val="0"/>
              </a:spcBef>
              <a:spcAft>
                <a:spcPct val="0"/>
              </a:spcAft>
              <a:defRPr sz="2800">
                <a:solidFill>
                  <a:schemeClr val="tx1"/>
                </a:solidFill>
                <a:latin typeface="Tahoma" pitchFamily="34" charset="0"/>
              </a:defRPr>
            </a:lvl7pPr>
            <a:lvl8pPr marL="3429000" indent="-228600" defTabSz="931863" eaLnBrk="0" fontAlgn="base" hangingPunct="0">
              <a:spcBef>
                <a:spcPct val="0"/>
              </a:spcBef>
              <a:spcAft>
                <a:spcPct val="0"/>
              </a:spcAft>
              <a:defRPr sz="2800">
                <a:solidFill>
                  <a:schemeClr val="tx1"/>
                </a:solidFill>
                <a:latin typeface="Tahoma" pitchFamily="34" charset="0"/>
              </a:defRPr>
            </a:lvl8pPr>
            <a:lvl9pPr marL="3886200" indent="-228600" defTabSz="931863" eaLnBrk="0" fontAlgn="base" hangingPunct="0">
              <a:spcBef>
                <a:spcPct val="0"/>
              </a:spcBef>
              <a:spcAft>
                <a:spcPct val="0"/>
              </a:spcAft>
              <a:defRPr sz="2800">
                <a:solidFill>
                  <a:schemeClr val="tx1"/>
                </a:solidFill>
                <a:latin typeface="Tahoma" pitchFamily="34" charset="0"/>
              </a:defRPr>
            </a:lvl9pPr>
          </a:lstStyle>
          <a:p>
            <a:pPr eaLnBrk="1" hangingPunct="1"/>
            <a:fld id="{5E14B399-7AAB-4568-A0B9-6964867D5ECA}" type="slidenum">
              <a:rPr lang="en-US" sz="1200" smtClean="0">
                <a:cs typeface="Arial" charset="0"/>
              </a:rPr>
              <a:pPr eaLnBrk="1" hangingPunct="1"/>
              <a:t>1</a:t>
            </a:fld>
            <a:endParaRPr lang="en-US" sz="1200">
              <a:cs typeface="Arial"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itchFamily="34" charset="0"/>
              </a:defRPr>
            </a:lvl1pPr>
            <a:lvl2pPr marL="742950" indent="-285750" defTabSz="931863" eaLnBrk="0" hangingPunct="0">
              <a:defRPr sz="2800">
                <a:solidFill>
                  <a:schemeClr val="tx1"/>
                </a:solidFill>
                <a:latin typeface="Tahoma" pitchFamily="34" charset="0"/>
              </a:defRPr>
            </a:lvl2pPr>
            <a:lvl3pPr marL="1143000" indent="-228600" defTabSz="931863" eaLnBrk="0" hangingPunct="0">
              <a:defRPr sz="2800">
                <a:solidFill>
                  <a:schemeClr val="tx1"/>
                </a:solidFill>
                <a:latin typeface="Tahoma" pitchFamily="34" charset="0"/>
              </a:defRPr>
            </a:lvl3pPr>
            <a:lvl4pPr marL="1600200" indent="-228600" defTabSz="931863" eaLnBrk="0" hangingPunct="0">
              <a:defRPr sz="2800">
                <a:solidFill>
                  <a:schemeClr val="tx1"/>
                </a:solidFill>
                <a:latin typeface="Tahoma" pitchFamily="34" charset="0"/>
              </a:defRPr>
            </a:lvl4pPr>
            <a:lvl5pPr marL="2057400" indent="-228600" defTabSz="931863" eaLnBrk="0" hangingPunct="0">
              <a:defRPr sz="2800">
                <a:solidFill>
                  <a:schemeClr val="tx1"/>
                </a:solidFill>
                <a:latin typeface="Tahoma" pitchFamily="34" charset="0"/>
              </a:defRPr>
            </a:lvl5pPr>
            <a:lvl6pPr marL="2514600" indent="-228600" defTabSz="931863" eaLnBrk="0" fontAlgn="base" hangingPunct="0">
              <a:spcBef>
                <a:spcPct val="0"/>
              </a:spcBef>
              <a:spcAft>
                <a:spcPct val="0"/>
              </a:spcAft>
              <a:defRPr sz="2800">
                <a:solidFill>
                  <a:schemeClr val="tx1"/>
                </a:solidFill>
                <a:latin typeface="Tahoma" pitchFamily="34" charset="0"/>
              </a:defRPr>
            </a:lvl6pPr>
            <a:lvl7pPr marL="2971800" indent="-228600" defTabSz="931863" eaLnBrk="0" fontAlgn="base" hangingPunct="0">
              <a:spcBef>
                <a:spcPct val="0"/>
              </a:spcBef>
              <a:spcAft>
                <a:spcPct val="0"/>
              </a:spcAft>
              <a:defRPr sz="2800">
                <a:solidFill>
                  <a:schemeClr val="tx1"/>
                </a:solidFill>
                <a:latin typeface="Tahoma" pitchFamily="34" charset="0"/>
              </a:defRPr>
            </a:lvl7pPr>
            <a:lvl8pPr marL="3429000" indent="-228600" defTabSz="931863" eaLnBrk="0" fontAlgn="base" hangingPunct="0">
              <a:spcBef>
                <a:spcPct val="0"/>
              </a:spcBef>
              <a:spcAft>
                <a:spcPct val="0"/>
              </a:spcAft>
              <a:defRPr sz="2800">
                <a:solidFill>
                  <a:schemeClr val="tx1"/>
                </a:solidFill>
                <a:latin typeface="Tahoma" pitchFamily="34" charset="0"/>
              </a:defRPr>
            </a:lvl8pPr>
            <a:lvl9pPr marL="3886200" indent="-228600" defTabSz="931863" eaLnBrk="0" fontAlgn="base" hangingPunct="0">
              <a:spcBef>
                <a:spcPct val="0"/>
              </a:spcBef>
              <a:spcAft>
                <a:spcPct val="0"/>
              </a:spcAft>
              <a:defRPr sz="2800">
                <a:solidFill>
                  <a:schemeClr val="tx1"/>
                </a:solidFill>
                <a:latin typeface="Tahoma" pitchFamily="34" charset="0"/>
              </a:defRPr>
            </a:lvl9pPr>
          </a:lstStyle>
          <a:p>
            <a:pPr eaLnBrk="1" hangingPunct="1"/>
            <a:fld id="{3C10BE9C-D501-4C37-BAC6-A8489B42F79B}" type="slidenum">
              <a:rPr lang="en-US" sz="1200" smtClean="0"/>
              <a:pPr eaLnBrk="1" hangingPunct="1"/>
              <a:t>2</a:t>
            </a:fld>
            <a:endParaRPr lang="en-US" sz="12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14" name="Rectangle 13"/>
          <p:cNvSpPr>
            <a:spLocks noChangeArrowheads="1"/>
          </p:cNvSpPr>
          <p:nvPr/>
        </p:nvSpPr>
        <p:spPr bwMode="auto">
          <a:xfrm>
            <a:off x="8694738" y="6553200"/>
            <a:ext cx="449262" cy="304800"/>
          </a:xfrm>
          <a:prstGeom prst="rect">
            <a:avLst/>
          </a:prstGeom>
          <a:noFill/>
          <a:ln w="9525">
            <a:noFill/>
            <a:miter lim="800000"/>
            <a:headEnd/>
            <a:tailEnd/>
          </a:ln>
          <a:effectLst/>
        </p:spPr>
        <p:txBody>
          <a:bodyPr wrap="none">
            <a:spAutoFit/>
          </a:bodyPr>
          <a:lstStyle/>
          <a:p>
            <a:pPr>
              <a:defRPr/>
            </a:pPr>
            <a:fld id="{6B844085-AA1E-4274-9FA8-D61542DB55CB}" type="slidenum">
              <a:rPr lang="en-US" sz="1400">
                <a:solidFill>
                  <a:schemeClr val="bg2"/>
                </a:solidFill>
              </a:rPr>
              <a:pPr>
                <a:defRPr/>
              </a:pPr>
              <a:t>‹#›</a:t>
            </a:fld>
            <a:endParaRPr lang="en-US" sz="1400">
              <a:solidFill>
                <a:schemeClr val="bg2"/>
              </a:solidFill>
            </a:endParaRPr>
          </a:p>
        </p:txBody>
      </p:sp>
      <p:sp>
        <p:nvSpPr>
          <p:cNvPr id="1434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1434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5" name="Rectangle 14"/>
          <p:cNvSpPr>
            <a:spLocks noGrp="1" noChangeArrowheads="1"/>
          </p:cNvSpPr>
          <p:nvPr>
            <p:ph type="dt" sz="half" idx="10"/>
          </p:nvPr>
        </p:nvSpPr>
        <p:spPr>
          <a:xfrm>
            <a:off x="990600" y="6248400"/>
            <a:ext cx="1905000" cy="457200"/>
          </a:xfrm>
        </p:spPr>
        <p:txBody>
          <a:bodyPr/>
          <a:lstStyle>
            <a:lvl1pPr>
              <a:defRPr sz="1400">
                <a:solidFill>
                  <a:schemeClr val="bg2"/>
                </a:solidFill>
              </a:defRPr>
            </a:lvl1pPr>
          </a:lstStyle>
          <a:p>
            <a:pPr>
              <a:defRPr/>
            </a:pPr>
            <a:fld id="{76B36A3F-F3B7-4F10-8C57-FB0FC9EFEC34}" type="datetime4">
              <a:rPr lang="en-US"/>
              <a:pPr>
                <a:defRPr/>
              </a:pPr>
              <a:t>September 12, 2021</a:t>
            </a:fld>
            <a:endParaRPr lang="en-US"/>
          </a:p>
        </p:txBody>
      </p:sp>
      <p:sp>
        <p:nvSpPr>
          <p:cNvPr id="16" name="Rectangle 15"/>
          <p:cNvSpPr>
            <a:spLocks noGrp="1" noChangeArrowheads="1"/>
          </p:cNvSpPr>
          <p:nvPr>
            <p:ph type="ftr" sz="quarter" idx="11"/>
          </p:nvPr>
        </p:nvSpPr>
        <p:spPr>
          <a:xfrm>
            <a:off x="3429000" y="6248400"/>
            <a:ext cx="2895600" cy="457200"/>
          </a:xfrm>
        </p:spPr>
        <p:txBody>
          <a:bodyPr/>
          <a:lstStyle>
            <a:lvl1pPr>
              <a:defRPr sz="1400">
                <a:solidFill>
                  <a:schemeClr val="bg2"/>
                </a:solidFill>
              </a:defRPr>
            </a:lvl1pPr>
          </a:lstStyle>
          <a:p>
            <a:pPr>
              <a:defRPr/>
            </a:pPr>
            <a:r>
              <a:rPr lang="en-US"/>
              <a:t>Dr. Tran Van Lang, HCM City Institute of Information Technology</a:t>
            </a:r>
          </a:p>
        </p:txBody>
      </p:sp>
      <p:sp>
        <p:nvSpPr>
          <p:cNvPr id="17"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7D9395E7-BD60-4E14-BBC4-62F93CDC1763}" type="slidenum">
              <a:rPr lang="en-US"/>
              <a:pPr>
                <a:defRPr/>
              </a:pPr>
              <a:t>‹#›</a:t>
            </a:fld>
            <a:endParaRPr lang="en-US"/>
          </a:p>
        </p:txBody>
      </p:sp>
    </p:spTree>
    <p:extLst>
      <p:ext uri="{BB962C8B-B14F-4D97-AF65-F5344CB8AC3E}">
        <p14:creationId xmlns:p14="http://schemas.microsoft.com/office/powerpoint/2010/main" val="2990015549"/>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D65989E2-3F94-4214-85C0-793B396072FE}" type="datetime4">
              <a:rPr lang="en-US"/>
              <a:pPr>
                <a:defRPr/>
              </a:pPr>
              <a:t>September 12, 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6" name="Rectangle 13"/>
          <p:cNvSpPr>
            <a:spLocks noGrp="1" noChangeArrowheads="1"/>
          </p:cNvSpPr>
          <p:nvPr>
            <p:ph type="sldNum" sz="quarter" idx="12"/>
          </p:nvPr>
        </p:nvSpPr>
        <p:spPr>
          <a:ln/>
        </p:spPr>
        <p:txBody>
          <a:bodyPr/>
          <a:lstStyle>
            <a:lvl1pPr>
              <a:defRPr/>
            </a:lvl1pPr>
          </a:lstStyle>
          <a:p>
            <a:pPr>
              <a:defRPr/>
            </a:pPr>
            <a:fld id="{26E60B6A-4D44-4E38-AE9E-286DCEB995B3}" type="slidenum">
              <a:rPr lang="en-US"/>
              <a:pPr>
                <a:defRPr/>
              </a:pPr>
              <a:t>‹#›</a:t>
            </a:fld>
            <a:endParaRPr lang="en-US"/>
          </a:p>
        </p:txBody>
      </p:sp>
    </p:spTree>
    <p:extLst>
      <p:ext uri="{BB962C8B-B14F-4D97-AF65-F5344CB8AC3E}">
        <p14:creationId xmlns:p14="http://schemas.microsoft.com/office/powerpoint/2010/main" val="256428741"/>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F09077F1-AD37-4779-83DA-13718C0B306A}" type="datetime4">
              <a:rPr lang="en-US"/>
              <a:pPr>
                <a:defRPr/>
              </a:pPr>
              <a:t>September 12, 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6" name="Rectangle 13"/>
          <p:cNvSpPr>
            <a:spLocks noGrp="1" noChangeArrowheads="1"/>
          </p:cNvSpPr>
          <p:nvPr>
            <p:ph type="sldNum" sz="quarter" idx="12"/>
          </p:nvPr>
        </p:nvSpPr>
        <p:spPr>
          <a:ln/>
        </p:spPr>
        <p:txBody>
          <a:bodyPr/>
          <a:lstStyle>
            <a:lvl1pPr>
              <a:defRPr/>
            </a:lvl1pPr>
          </a:lstStyle>
          <a:p>
            <a:pPr>
              <a:defRPr/>
            </a:pPr>
            <a:fld id="{84B6A99E-3A03-4615-A636-46FEBDBD4E76}" type="slidenum">
              <a:rPr lang="en-US"/>
              <a:pPr>
                <a:defRPr/>
              </a:pPr>
              <a:t>‹#›</a:t>
            </a:fld>
            <a:endParaRPr lang="en-US"/>
          </a:p>
        </p:txBody>
      </p:sp>
    </p:spTree>
    <p:extLst>
      <p:ext uri="{BB962C8B-B14F-4D97-AF65-F5344CB8AC3E}">
        <p14:creationId xmlns:p14="http://schemas.microsoft.com/office/powerpoint/2010/main" val="1174606501"/>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4478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4478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DF7DD88F-776F-4CE8-90E4-AC85D713AB8E}" type="datetime4">
              <a:rPr lang="en-US"/>
              <a:pPr>
                <a:defRPr/>
              </a:pPr>
              <a:t>September 12, 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7" name="Rectangle 13"/>
          <p:cNvSpPr>
            <a:spLocks noGrp="1" noChangeArrowheads="1"/>
          </p:cNvSpPr>
          <p:nvPr>
            <p:ph type="sldNum" sz="quarter" idx="12"/>
          </p:nvPr>
        </p:nvSpPr>
        <p:spPr>
          <a:ln/>
        </p:spPr>
        <p:txBody>
          <a:bodyPr/>
          <a:lstStyle>
            <a:lvl1pPr>
              <a:defRPr/>
            </a:lvl1pPr>
          </a:lstStyle>
          <a:p>
            <a:pPr>
              <a:defRPr/>
            </a:pPr>
            <a:fld id="{18D19DBE-6D24-4CDD-9958-34DE96A4D966}" type="slidenum">
              <a:rPr lang="en-US"/>
              <a:pPr>
                <a:defRPr/>
              </a:pPr>
              <a:t>‹#›</a:t>
            </a:fld>
            <a:endParaRPr lang="en-US"/>
          </a:p>
        </p:txBody>
      </p:sp>
    </p:spTree>
    <p:extLst>
      <p:ext uri="{BB962C8B-B14F-4D97-AF65-F5344CB8AC3E}">
        <p14:creationId xmlns:p14="http://schemas.microsoft.com/office/powerpoint/2010/main" val="1507873705"/>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fld id="{C70DCF60-5C38-4969-A479-F389CD5A31A4}" type="datetime4">
              <a:rPr lang="en-US"/>
              <a:pPr>
                <a:defRPr/>
              </a:pPr>
              <a:t>September 12, 2021</a:t>
            </a:fld>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9" name="Rectangle 13"/>
          <p:cNvSpPr>
            <a:spLocks noGrp="1" noChangeArrowheads="1"/>
          </p:cNvSpPr>
          <p:nvPr>
            <p:ph type="sldNum" sz="quarter" idx="12"/>
          </p:nvPr>
        </p:nvSpPr>
        <p:spPr>
          <a:ln/>
        </p:spPr>
        <p:txBody>
          <a:bodyPr/>
          <a:lstStyle>
            <a:lvl1pPr>
              <a:defRPr/>
            </a:lvl1pPr>
          </a:lstStyle>
          <a:p>
            <a:pPr>
              <a:defRPr/>
            </a:pPr>
            <a:fld id="{949968F2-3119-4C52-8306-AF0DAE911875}" type="slidenum">
              <a:rPr lang="en-US"/>
              <a:pPr>
                <a:defRPr/>
              </a:pPr>
              <a:t>‹#›</a:t>
            </a:fld>
            <a:endParaRPr lang="en-US"/>
          </a:p>
        </p:txBody>
      </p:sp>
    </p:spTree>
    <p:extLst>
      <p:ext uri="{BB962C8B-B14F-4D97-AF65-F5344CB8AC3E}">
        <p14:creationId xmlns:p14="http://schemas.microsoft.com/office/powerpoint/2010/main" val="1878071173"/>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aphicFrame>
        <p:nvGraphicFramePr>
          <p:cNvPr id="3" name="Object 23"/>
          <p:cNvGraphicFramePr>
            <a:graphicFrameLocks/>
          </p:cNvGraphicFramePr>
          <p:nvPr userDrawn="1"/>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name="Clip" r:id="rId2" imgW="6857143" imgH="48963" progId="">
                  <p:embed/>
                </p:oleObj>
              </mc:Choice>
              <mc:Fallback>
                <p:oleObj name="Clip" r:id="rId2" imgW="6857143" imgH="48963" progId="">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143000"/>
                        <a:ext cx="8382000" cy="762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4" name="Rectangle 11"/>
          <p:cNvSpPr>
            <a:spLocks noGrp="1" noChangeArrowheads="1"/>
          </p:cNvSpPr>
          <p:nvPr>
            <p:ph type="dt" sz="half" idx="10"/>
          </p:nvPr>
        </p:nvSpPr>
        <p:spPr/>
        <p:txBody>
          <a:bodyPr/>
          <a:lstStyle>
            <a:lvl1pPr>
              <a:defRPr/>
            </a:lvl1pPr>
          </a:lstStyle>
          <a:p>
            <a:pPr>
              <a:defRPr/>
            </a:pPr>
            <a:fld id="{6A757D7A-045F-42FF-803A-D77ECE48E53E}" type="datetime4">
              <a:rPr lang="en-US"/>
              <a:pPr>
                <a:defRPr/>
              </a:pPr>
              <a:t>September 12, 2021</a:t>
            </a:fld>
            <a:endParaRPr lang="en-US"/>
          </a:p>
        </p:txBody>
      </p:sp>
      <p:sp>
        <p:nvSpPr>
          <p:cNvPr id="5" name="Rectangle 13"/>
          <p:cNvSpPr>
            <a:spLocks noGrp="1" noChangeArrowheads="1"/>
          </p:cNvSpPr>
          <p:nvPr>
            <p:ph type="sldNum" sz="quarter" idx="11"/>
          </p:nvPr>
        </p:nvSpPr>
        <p:spPr/>
        <p:txBody>
          <a:bodyPr/>
          <a:lstStyle>
            <a:lvl1pPr>
              <a:defRPr/>
            </a:lvl1pPr>
          </a:lstStyle>
          <a:p>
            <a:pPr>
              <a:defRPr/>
            </a:pPr>
            <a:fld id="{316BB8CC-0FBA-48AF-9A53-842EE99F7397}" type="slidenum">
              <a:rPr lang="en-US"/>
              <a:pPr>
                <a:defRPr/>
              </a:pPr>
              <a:t>‹#›</a:t>
            </a:fld>
            <a:endParaRPr lang="en-US"/>
          </a:p>
        </p:txBody>
      </p:sp>
    </p:spTree>
    <p:extLst>
      <p:ext uri="{BB962C8B-B14F-4D97-AF65-F5344CB8AC3E}">
        <p14:creationId xmlns:p14="http://schemas.microsoft.com/office/powerpoint/2010/main" val="473738404"/>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96CAFF76-5F0C-466B-AA8F-586C88BB96AF}" type="datetime4">
              <a:rPr lang="en-US"/>
              <a:pPr>
                <a:defRPr/>
              </a:pPr>
              <a:t>September 12, 2021</a:t>
            </a:fld>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4" name="Rectangle 13"/>
          <p:cNvSpPr>
            <a:spLocks noGrp="1" noChangeArrowheads="1"/>
          </p:cNvSpPr>
          <p:nvPr>
            <p:ph type="sldNum" sz="quarter" idx="12"/>
          </p:nvPr>
        </p:nvSpPr>
        <p:spPr>
          <a:ln/>
        </p:spPr>
        <p:txBody>
          <a:bodyPr/>
          <a:lstStyle>
            <a:lvl1pPr>
              <a:defRPr/>
            </a:lvl1pPr>
          </a:lstStyle>
          <a:p>
            <a:pPr>
              <a:defRPr/>
            </a:pPr>
            <a:fld id="{622F4EF9-9965-4867-81DF-A5F275AAD546}" type="slidenum">
              <a:rPr lang="en-US"/>
              <a:pPr>
                <a:defRPr/>
              </a:pPr>
              <a:t>‹#›</a:t>
            </a:fld>
            <a:endParaRPr lang="en-US"/>
          </a:p>
        </p:txBody>
      </p:sp>
    </p:spTree>
    <p:extLst>
      <p:ext uri="{BB962C8B-B14F-4D97-AF65-F5344CB8AC3E}">
        <p14:creationId xmlns:p14="http://schemas.microsoft.com/office/powerpoint/2010/main" val="3857714243"/>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B6A7F259-1566-4B98-BE59-25BC5E239543}" type="datetime4">
              <a:rPr lang="en-US"/>
              <a:pPr>
                <a:defRPr/>
              </a:pPr>
              <a:t>September 12, 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7" name="Rectangle 13"/>
          <p:cNvSpPr>
            <a:spLocks noGrp="1" noChangeArrowheads="1"/>
          </p:cNvSpPr>
          <p:nvPr>
            <p:ph type="sldNum" sz="quarter" idx="12"/>
          </p:nvPr>
        </p:nvSpPr>
        <p:spPr>
          <a:ln/>
        </p:spPr>
        <p:txBody>
          <a:bodyPr/>
          <a:lstStyle>
            <a:lvl1pPr>
              <a:defRPr/>
            </a:lvl1pPr>
          </a:lstStyle>
          <a:p>
            <a:pPr>
              <a:defRPr/>
            </a:pPr>
            <a:fld id="{BC8763FE-2DD6-44ED-8026-F4AFC08958B9}" type="slidenum">
              <a:rPr lang="en-US"/>
              <a:pPr>
                <a:defRPr/>
              </a:pPr>
              <a:t>‹#›</a:t>
            </a:fld>
            <a:endParaRPr lang="en-US"/>
          </a:p>
        </p:txBody>
      </p:sp>
    </p:spTree>
    <p:extLst>
      <p:ext uri="{BB962C8B-B14F-4D97-AF65-F5344CB8AC3E}">
        <p14:creationId xmlns:p14="http://schemas.microsoft.com/office/powerpoint/2010/main" val="3564089971"/>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B58765D2-2BE8-43C1-A1EF-0E61575F435F}" type="datetime4">
              <a:rPr lang="en-US"/>
              <a:pPr>
                <a:defRPr/>
              </a:pPr>
              <a:t>September 12, 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7" name="Rectangle 13"/>
          <p:cNvSpPr>
            <a:spLocks noGrp="1" noChangeArrowheads="1"/>
          </p:cNvSpPr>
          <p:nvPr>
            <p:ph type="sldNum" sz="quarter" idx="12"/>
          </p:nvPr>
        </p:nvSpPr>
        <p:spPr>
          <a:ln/>
        </p:spPr>
        <p:txBody>
          <a:bodyPr/>
          <a:lstStyle>
            <a:lvl1pPr>
              <a:defRPr/>
            </a:lvl1pPr>
          </a:lstStyle>
          <a:p>
            <a:pPr>
              <a:defRPr/>
            </a:pPr>
            <a:fld id="{88CCA0E3-4984-433A-9A39-BE7A37E70A8F}" type="slidenum">
              <a:rPr lang="en-US"/>
              <a:pPr>
                <a:defRPr/>
              </a:pPr>
              <a:t>‹#›</a:t>
            </a:fld>
            <a:endParaRPr lang="en-US"/>
          </a:p>
        </p:txBody>
      </p:sp>
    </p:spTree>
    <p:extLst>
      <p:ext uri="{BB962C8B-B14F-4D97-AF65-F5344CB8AC3E}">
        <p14:creationId xmlns:p14="http://schemas.microsoft.com/office/powerpoint/2010/main" val="2343467572"/>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5E382143-1129-46F7-A569-A0BB4A019153}" type="datetime4">
              <a:rPr lang="en-US"/>
              <a:pPr>
                <a:defRPr/>
              </a:pPr>
              <a:t>September 12, 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6" name="Rectangle 13"/>
          <p:cNvSpPr>
            <a:spLocks noGrp="1" noChangeArrowheads="1"/>
          </p:cNvSpPr>
          <p:nvPr>
            <p:ph type="sldNum" sz="quarter" idx="12"/>
          </p:nvPr>
        </p:nvSpPr>
        <p:spPr>
          <a:ln/>
        </p:spPr>
        <p:txBody>
          <a:bodyPr/>
          <a:lstStyle>
            <a:lvl1pPr>
              <a:defRPr/>
            </a:lvl1pPr>
          </a:lstStyle>
          <a:p>
            <a:pPr>
              <a:defRPr/>
            </a:pPr>
            <a:fld id="{B5ACA7CE-7E6C-4748-803A-DE2FF3533EF3}" type="slidenum">
              <a:rPr lang="en-US"/>
              <a:pPr>
                <a:defRPr/>
              </a:pPr>
              <a:t>‹#›</a:t>
            </a:fld>
            <a:endParaRPr lang="en-US"/>
          </a:p>
        </p:txBody>
      </p:sp>
    </p:spTree>
    <p:extLst>
      <p:ext uri="{BB962C8B-B14F-4D97-AF65-F5344CB8AC3E}">
        <p14:creationId xmlns:p14="http://schemas.microsoft.com/office/powerpoint/2010/main" val="2576529144"/>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228600"/>
            <a:ext cx="2114550" cy="6324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28600"/>
            <a:ext cx="619125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CEC4E922-BD96-4049-9ADF-F23E1D7721FD}" type="datetime4">
              <a:rPr lang="en-US"/>
              <a:pPr>
                <a:defRPr/>
              </a:pPr>
              <a:t>September 12, 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Dr. Tran Van Lang, HCM City Institute of Information Technology</a:t>
            </a:r>
          </a:p>
        </p:txBody>
      </p:sp>
      <p:sp>
        <p:nvSpPr>
          <p:cNvPr id="6" name="Rectangle 13"/>
          <p:cNvSpPr>
            <a:spLocks noGrp="1" noChangeArrowheads="1"/>
          </p:cNvSpPr>
          <p:nvPr>
            <p:ph type="sldNum" sz="quarter" idx="12"/>
          </p:nvPr>
        </p:nvSpPr>
        <p:spPr>
          <a:ln/>
        </p:spPr>
        <p:txBody>
          <a:bodyPr/>
          <a:lstStyle>
            <a:lvl1pPr>
              <a:defRPr/>
            </a:lvl1pPr>
          </a:lstStyle>
          <a:p>
            <a:pPr>
              <a:defRPr/>
            </a:pPr>
            <a:fld id="{1DCD1F68-BDE2-4941-BBE7-D9AA89D8F71B}" type="slidenum">
              <a:rPr lang="en-US"/>
              <a:pPr>
                <a:defRPr/>
              </a:pPr>
              <a:t>‹#›</a:t>
            </a:fld>
            <a:endParaRPr lang="en-US"/>
          </a:p>
        </p:txBody>
      </p:sp>
    </p:spTree>
    <p:extLst>
      <p:ext uri="{BB962C8B-B14F-4D97-AF65-F5344CB8AC3E}">
        <p14:creationId xmlns:p14="http://schemas.microsoft.com/office/powerpoint/2010/main" val="1008593608"/>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cSld name="Title, Text, and 2 Content">
    <p:spTree>
      <p:nvGrpSpPr>
        <p:cNvPr id="1" name=""/>
        <p:cNvGrpSpPr/>
        <p:nvPr/>
      </p:nvGrpSpPr>
      <p:grpSpPr>
        <a:xfrm>
          <a:off x="0" y="0"/>
          <a:ext cx="0" cy="0"/>
          <a:chOff x="0" y="0"/>
          <a:chExt cx="0" cy="0"/>
        </a:xfrm>
      </p:grpSpPr>
      <p:graphicFrame>
        <p:nvGraphicFramePr>
          <p:cNvPr id="6" name="Object 23"/>
          <p:cNvGraphicFramePr>
            <a:graphicFrameLocks/>
          </p:cNvGraphicFramePr>
          <p:nvPr userDrawn="1"/>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name="Clip" r:id="rId2" imgW="6857143" imgH="48963" progId="">
                  <p:embed/>
                </p:oleObj>
              </mc:Choice>
              <mc:Fallback>
                <p:oleObj name="Clip" r:id="rId2" imgW="6857143" imgH="48963" progId="">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143000"/>
                        <a:ext cx="8382000" cy="762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
        <p:nvSpPr>
          <p:cNvPr id="2" name="Title 1"/>
          <p:cNvSpPr>
            <a:spLocks noGrp="1"/>
          </p:cNvSpPr>
          <p:nvPr>
            <p:ph type="title"/>
          </p:nvPr>
        </p:nvSpPr>
        <p:spPr>
          <a:xfrm>
            <a:off x="762000" y="762000"/>
            <a:ext cx="7924800" cy="838200"/>
          </a:xfrm>
        </p:spPr>
        <p:txBody>
          <a:bodyPr/>
          <a:lstStyle/>
          <a:p>
            <a:r>
              <a:rPr lang="en-US"/>
              <a:t>Click to edit Master title style</a:t>
            </a:r>
          </a:p>
        </p:txBody>
      </p:sp>
      <p:sp>
        <p:nvSpPr>
          <p:cNvPr id="3" name="Text Placeholder 2"/>
          <p:cNvSpPr>
            <a:spLocks noGrp="1"/>
          </p:cNvSpPr>
          <p:nvPr>
            <p:ph type="body" sz="half" idx="1"/>
          </p:nvPr>
        </p:nvSpPr>
        <p:spPr>
          <a:xfrm>
            <a:off x="838200" y="1905000"/>
            <a:ext cx="3770313" cy="4181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0913" y="1905000"/>
            <a:ext cx="3770312" cy="2014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0913" y="4071938"/>
            <a:ext cx="3770312" cy="201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p:txBody>
          <a:bodyPr/>
          <a:lstStyle>
            <a:lvl1pPr>
              <a:defRPr/>
            </a:lvl1pPr>
          </a:lstStyle>
          <a:p>
            <a:pPr>
              <a:defRPr/>
            </a:pPr>
            <a:fld id="{10D64EF9-4F30-43A1-A259-E247F7D5FCDA}" type="datetime4">
              <a:rPr lang="en-US"/>
              <a:pPr>
                <a:defRPr/>
              </a:pPr>
              <a:t>September 12, 2021</a:t>
            </a:fld>
            <a:endParaRPr lang="en-US"/>
          </a:p>
        </p:txBody>
      </p:sp>
      <p:sp>
        <p:nvSpPr>
          <p:cNvPr id="8" name="Rectangle 12"/>
          <p:cNvSpPr>
            <a:spLocks noGrp="1" noChangeArrowheads="1"/>
          </p:cNvSpPr>
          <p:nvPr>
            <p:ph type="ftr" sz="quarter" idx="11"/>
          </p:nvPr>
        </p:nvSpPr>
        <p:spPr/>
        <p:txBody>
          <a:bodyPr/>
          <a:lstStyle>
            <a:lvl1pPr>
              <a:defRPr/>
            </a:lvl1pPr>
          </a:lstStyle>
          <a:p>
            <a:pPr>
              <a:defRPr/>
            </a:pPr>
            <a:r>
              <a:rPr lang="en-US"/>
              <a:t>Dr. Tran Van Lang, HCM City Institute of Information Technology</a:t>
            </a:r>
          </a:p>
        </p:txBody>
      </p:sp>
      <p:sp>
        <p:nvSpPr>
          <p:cNvPr id="9" name="Rectangle 13"/>
          <p:cNvSpPr>
            <a:spLocks noGrp="1" noChangeArrowheads="1"/>
          </p:cNvSpPr>
          <p:nvPr>
            <p:ph type="sldNum" sz="quarter" idx="12"/>
          </p:nvPr>
        </p:nvSpPr>
        <p:spPr/>
        <p:txBody>
          <a:bodyPr/>
          <a:lstStyle>
            <a:lvl1pPr>
              <a:defRPr/>
            </a:lvl1pPr>
          </a:lstStyle>
          <a:p>
            <a:pPr>
              <a:defRPr/>
            </a:pPr>
            <a:fld id="{D069602B-5008-4FB7-86C5-F04153BA3D7D}" type="slidenum">
              <a:rPr lang="en-US"/>
              <a:pPr>
                <a:defRPr/>
              </a:pPr>
              <a:t>‹#›</a:t>
            </a:fld>
            <a:endParaRPr lang="en-US"/>
          </a:p>
        </p:txBody>
      </p:sp>
    </p:spTree>
    <p:extLst>
      <p:ext uri="{BB962C8B-B14F-4D97-AF65-F5344CB8AC3E}">
        <p14:creationId xmlns:p14="http://schemas.microsoft.com/office/powerpoint/2010/main" val="8663798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9"/>
          <p:cNvSpPr>
            <a:spLocks noGrp="1" noChangeArrowheads="1"/>
          </p:cNvSpPr>
          <p:nvPr>
            <p:ph type="title"/>
          </p:nvPr>
        </p:nvSpPr>
        <p:spPr bwMode="auto">
          <a:xfrm>
            <a:off x="762000" y="228600"/>
            <a:ext cx="77168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9" name="Rectangle 10"/>
          <p:cNvSpPr>
            <a:spLocks noGrp="1" noChangeArrowheads="1"/>
          </p:cNvSpPr>
          <p:nvPr>
            <p:ph type="body" idx="1"/>
          </p:nvPr>
        </p:nvSpPr>
        <p:spPr bwMode="auto">
          <a:xfrm>
            <a:off x="381000" y="1447800"/>
            <a:ext cx="845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23" name="Rectangle 11"/>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fld id="{D3ED1B2E-FBD3-40D5-9D24-A0D0C030A5B9}" type="datetime4">
              <a:rPr lang="en-US"/>
              <a:pPr>
                <a:defRPr/>
              </a:pPr>
              <a:t>September 12, 2021</a:t>
            </a:fld>
            <a:endParaRPr lang="en-US"/>
          </a:p>
        </p:txBody>
      </p:sp>
      <p:sp>
        <p:nvSpPr>
          <p:cNvPr id="13324" name="Rectangle 12"/>
          <p:cNvSpPr>
            <a:spLocks noGrp="1" noChangeArrowheads="1"/>
          </p:cNvSpPr>
          <p:nvPr>
            <p:ph type="ftr" sz="quarter" idx="3"/>
          </p:nvPr>
        </p:nvSpPr>
        <p:spPr bwMode="auto">
          <a:xfrm>
            <a:off x="3276600" y="6477000"/>
            <a:ext cx="28956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vl1pPr>
          </a:lstStyle>
          <a:p>
            <a:pPr>
              <a:defRPr/>
            </a:pPr>
            <a:r>
              <a:rPr lang="en-US"/>
              <a:t>Dr. Tran Van Lang, HCM City Institute of Information Technology</a:t>
            </a:r>
          </a:p>
        </p:txBody>
      </p:sp>
      <p:sp>
        <p:nvSpPr>
          <p:cNvPr id="13325" name="Rectangle 13"/>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F14C7E7D-807F-46BF-9395-49AB3916FB75}" type="slidenum">
              <a:rPr lang="en-US"/>
              <a:pPr>
                <a:defRPr/>
              </a:pPr>
              <a:t>‹#›</a:t>
            </a:fld>
            <a:endParaRPr lang="en-US"/>
          </a:p>
        </p:txBody>
      </p:sp>
      <p:graphicFrame>
        <p:nvGraphicFramePr>
          <p:cNvPr id="1026" name="Object 23"/>
          <p:cNvGraphicFramePr>
            <a:graphicFrameLocks/>
          </p:cNvGraphicFramePr>
          <p:nvPr userDrawn="1"/>
        </p:nvGraphicFramePr>
        <p:xfrm>
          <a:off x="381000" y="1143000"/>
          <a:ext cx="8382000" cy="76200"/>
        </p:xfrm>
        <a:graphic>
          <a:graphicData uri="http://schemas.openxmlformats.org/presentationml/2006/ole">
            <mc:AlternateContent xmlns:mc="http://schemas.openxmlformats.org/markup-compatibility/2006">
              <mc:Choice xmlns:v="urn:schemas-microsoft-com:vml" Requires="v">
                <p:oleObj name="Clip" r:id="rId14" imgW="6857143" imgH="48963" progId="">
                  <p:embed/>
                </p:oleObj>
              </mc:Choice>
              <mc:Fallback>
                <p:oleObj name="Clip" r:id="rId14" imgW="6857143" imgH="48963" progId="">
                  <p:embed/>
                  <p:pic>
                    <p:nvPicPr>
                      <p:cNvPr id="0" name="Object 2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1000" y="1143000"/>
                        <a:ext cx="8382000" cy="76200"/>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18" r:id="rId1"/>
    <p:sldLayoutId id="2147484009" r:id="rId2"/>
    <p:sldLayoutId id="2147484010" r:id="rId3"/>
    <p:sldLayoutId id="2147484011" r:id="rId4"/>
    <p:sldLayoutId id="2147484012" r:id="rId5"/>
    <p:sldLayoutId id="2147484019" r:id="rId6"/>
    <p:sldLayoutId id="2147484013" r:id="rId7"/>
    <p:sldLayoutId id="2147484014" r:id="rId8"/>
    <p:sldLayoutId id="2147484015" r:id="rId9"/>
    <p:sldLayoutId id="2147484016" r:id="rId10"/>
    <p:sldLayoutId id="2147484017" r:id="rId11"/>
    <p:sldLayoutId id="2147484020" r:id="rId12"/>
  </p:sldLayoutIdLst>
  <p:transition>
    <p:zoom/>
  </p:transition>
  <p:hf hdr="0" ftr="0" dt="0"/>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p:titleStyle>
    <p:bodyStyle>
      <a:lvl1pPr marL="342900" indent="-342900" algn="l" rtl="0" eaLnBrk="0" fontAlgn="base" hangingPunct="0">
        <a:lnSpc>
          <a:spcPct val="80000"/>
        </a:lnSpc>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lnSpc>
          <a:spcPct val="80000"/>
        </a:lnSpc>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143000" indent="-228600" algn="l" rtl="0" eaLnBrk="0" fontAlgn="base" hangingPunct="0">
        <a:lnSpc>
          <a:spcPct val="80000"/>
        </a:lnSpc>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lnSpc>
          <a:spcPct val="80000"/>
        </a:lnSpc>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lnSpc>
          <a:spcPct val="80000"/>
        </a:lnSpc>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lnSpc>
          <a:spcPct val="80000"/>
        </a:lnSpc>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lnSpc>
          <a:spcPct val="80000"/>
        </a:lnSpc>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lnSpc>
          <a:spcPct val="80000"/>
        </a:lnSpc>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lnSpc>
          <a:spcPct val="80000"/>
        </a:lnSpc>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170" name="Picture 30" descr="elearning-graphi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581400"/>
            <a:ext cx="2819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AutoShape 41"/>
          <p:cNvSpPr>
            <a:spLocks noGrp="1" noChangeArrowheads="1"/>
          </p:cNvSpPr>
          <p:nvPr>
            <p:ph type="ctrTitle"/>
          </p:nvPr>
        </p:nvSpPr>
        <p:spPr/>
        <p:txBody>
          <a:bodyPr/>
          <a:lstStyle/>
          <a:p>
            <a:pPr eaLnBrk="1" hangingPunct="1"/>
            <a:r>
              <a:rPr lang="en-US" sz="2800" b="1" dirty="0">
                <a:solidFill>
                  <a:srgbClr val="000099"/>
                </a:solidFill>
                <a:latin typeface="Times New Roman" pitchFamily="18" charset="0"/>
              </a:rPr>
              <a:t>BÀI GIẢNG</a:t>
            </a:r>
            <a:r>
              <a:rPr lang="en-US" sz="3200" b="1" dirty="0">
                <a:solidFill>
                  <a:srgbClr val="000099"/>
                </a:solidFill>
                <a:latin typeface="Times New Roman" pitchFamily="18" charset="0"/>
              </a:rPr>
              <a:t> </a:t>
            </a:r>
            <a:br>
              <a:rPr lang="en-US" sz="3200" b="1" dirty="0">
                <a:solidFill>
                  <a:srgbClr val="000099"/>
                </a:solidFill>
                <a:latin typeface="Times New Roman" pitchFamily="18" charset="0"/>
              </a:rPr>
            </a:br>
            <a:br>
              <a:rPr lang="en-US" sz="3200" b="1" dirty="0">
                <a:solidFill>
                  <a:srgbClr val="000099"/>
                </a:solidFill>
                <a:latin typeface="Times New Roman" pitchFamily="18" charset="0"/>
              </a:rPr>
            </a:br>
            <a:r>
              <a:rPr lang="en-US" b="1" dirty="0">
                <a:solidFill>
                  <a:srgbClr val="000099"/>
                </a:solidFill>
                <a:latin typeface="Times New Roman" pitchFamily="18" charset="0"/>
              </a:rPr>
              <a:t>QUẢN TRỊ DỰ ÁN </a:t>
            </a:r>
            <a:br>
              <a:rPr lang="en-US" b="1" dirty="0">
                <a:solidFill>
                  <a:srgbClr val="000099"/>
                </a:solidFill>
                <a:latin typeface="Times New Roman" pitchFamily="18" charset="0"/>
              </a:rPr>
            </a:br>
            <a:r>
              <a:rPr lang="en-US" b="1" dirty="0">
                <a:solidFill>
                  <a:srgbClr val="000099"/>
                </a:solidFill>
                <a:latin typeface="Times New Roman" pitchFamily="18" charset="0"/>
              </a:rPr>
              <a:t>CÔNG NGHỆ THÔNG TIN</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endParaRPr lang="en-US" sz="1400">
              <a:solidFill>
                <a:schemeClr val="bg2"/>
              </a:solidFill>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381000" y="609600"/>
            <a:ext cx="8229600" cy="1219200"/>
          </a:xfrm>
        </p:spPr>
        <p:txBody>
          <a:bodyPr/>
          <a:lstStyle/>
          <a:p>
            <a:pPr eaLnBrk="1" hangingPunct="1"/>
            <a:r>
              <a:rPr lang="en-US" b="1" dirty="0" err="1">
                <a:latin typeface="Arial" charset="0"/>
                <a:cs typeface="Arial" charset="0"/>
              </a:rPr>
              <a:t>Chương</a:t>
            </a:r>
            <a:r>
              <a:rPr lang="en-US" b="1" dirty="0">
                <a:latin typeface="Arial" charset="0"/>
                <a:cs typeface="Arial" charset="0"/>
              </a:rPr>
              <a:t> 4 </a:t>
            </a:r>
            <a:br>
              <a:rPr lang="en-US" b="1" dirty="0">
                <a:latin typeface="Arial" charset="0"/>
                <a:cs typeface="Arial" charset="0"/>
              </a:rPr>
            </a:br>
            <a:r>
              <a:rPr lang="en-US" b="1" dirty="0">
                <a:latin typeface="Arial" charset="0"/>
                <a:cs typeface="Arial" charset="0"/>
              </a:rPr>
              <a:t>QUẢN LÝ THỜI GIAN DỰ ÁN</a:t>
            </a:r>
          </a:p>
        </p:txBody>
      </p:sp>
      <p:grpSp>
        <p:nvGrpSpPr>
          <p:cNvPr id="8195" name="Group 33"/>
          <p:cNvGrpSpPr>
            <a:grpSpLocks/>
          </p:cNvGrpSpPr>
          <p:nvPr/>
        </p:nvGrpSpPr>
        <p:grpSpPr bwMode="auto">
          <a:xfrm>
            <a:off x="533400" y="3429000"/>
            <a:ext cx="5699128" cy="474663"/>
            <a:chOff x="336" y="2160"/>
            <a:chExt cx="3590" cy="299"/>
          </a:xfrm>
        </p:grpSpPr>
        <p:sp>
          <p:nvSpPr>
            <p:cNvPr id="8213" name="Line 11"/>
            <p:cNvSpPr>
              <a:spLocks noChangeShapeType="1"/>
            </p:cNvSpPr>
            <p:nvPr/>
          </p:nvSpPr>
          <p:spPr bwMode="gray">
            <a:xfrm>
              <a:off x="474" y="2434"/>
              <a:ext cx="2166"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14" name="Rectangle 12"/>
            <p:cNvSpPr>
              <a:spLocks noChangeArrowheads="1"/>
            </p:cNvSpPr>
            <p:nvPr/>
          </p:nvSpPr>
          <p:spPr bwMode="gray">
            <a:xfrm rot="3419336">
              <a:off x="336" y="2160"/>
              <a:ext cx="236" cy="235"/>
            </a:xfrm>
            <a:prstGeom prst="rect">
              <a:avLst/>
            </a:prstGeom>
            <a:gradFill rotWithShape="1">
              <a:gsLst>
                <a:gs pos="0">
                  <a:srgbClr val="99CC00"/>
                </a:gs>
                <a:gs pos="100000">
                  <a:srgbClr val="475E00"/>
                </a:gs>
              </a:gsLst>
              <a:lin ang="5400000" scaled="1"/>
            </a:gra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9CC00"/>
              </a:extrusionClr>
            </a:sp3d>
          </p:spPr>
          <p:txBody>
            <a:bodyPr wrap="none" anchor="ctr">
              <a:flatTx/>
            </a:bodyPr>
            <a:lstStyle/>
            <a:p>
              <a:endParaRPr lang="en-US"/>
            </a:p>
          </p:txBody>
        </p:sp>
        <p:sp>
          <p:nvSpPr>
            <p:cNvPr id="8215" name="Text Box 13"/>
            <p:cNvSpPr txBox="1">
              <a:spLocks noChangeArrowheads="1"/>
            </p:cNvSpPr>
            <p:nvPr/>
          </p:nvSpPr>
          <p:spPr bwMode="gray">
            <a:xfrm>
              <a:off x="672" y="2160"/>
              <a:ext cx="32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fr-FR" sz="2400" dirty="0" err="1">
                  <a:solidFill>
                    <a:srgbClr val="000000"/>
                  </a:solidFill>
                  <a:latin typeface="Arial" charset="0"/>
                  <a:cs typeface="Arial" charset="0"/>
                </a:rPr>
                <a:t>Tầm</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quan</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trọng</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của</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lịch</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trình</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dự</a:t>
              </a:r>
              <a:r>
                <a:rPr lang="fr-FR" sz="2400" dirty="0">
                  <a:solidFill>
                    <a:srgbClr val="000000"/>
                  </a:solidFill>
                  <a:latin typeface="Arial" charset="0"/>
                  <a:cs typeface="Arial" charset="0"/>
                </a:rPr>
                <a:t> </a:t>
              </a:r>
              <a:r>
                <a:rPr lang="fr-FR" sz="2400" dirty="0" err="1">
                  <a:solidFill>
                    <a:srgbClr val="000000"/>
                  </a:solidFill>
                  <a:latin typeface="Arial" charset="0"/>
                  <a:cs typeface="Arial" charset="0"/>
                </a:rPr>
                <a:t>án</a:t>
              </a:r>
              <a:r>
                <a:rPr lang="fr-FR" sz="2400" dirty="0">
                  <a:solidFill>
                    <a:srgbClr val="000000"/>
                  </a:solidFill>
                  <a:latin typeface="Arial" charset="0"/>
                  <a:cs typeface="Arial" charset="0"/>
                </a:rPr>
                <a:t> </a:t>
              </a:r>
              <a:endParaRPr lang="en-US" sz="2400" dirty="0">
                <a:solidFill>
                  <a:srgbClr val="000000"/>
                </a:solidFill>
                <a:latin typeface="Arial" charset="0"/>
                <a:cs typeface="Arial" charset="0"/>
              </a:endParaRPr>
            </a:p>
          </p:txBody>
        </p:sp>
        <p:sp>
          <p:nvSpPr>
            <p:cNvPr id="8216" name="Text Box 14"/>
            <p:cNvSpPr txBox="1">
              <a:spLocks noChangeArrowheads="1"/>
            </p:cNvSpPr>
            <p:nvPr/>
          </p:nvSpPr>
          <p:spPr bwMode="gray">
            <a:xfrm>
              <a:off x="341" y="217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algn="ctr"/>
              <a:r>
                <a:rPr lang="en-US" sz="2400" b="1">
                  <a:solidFill>
                    <a:srgbClr val="FFFFFF"/>
                  </a:solidFill>
                </a:rPr>
                <a:t>1</a:t>
              </a:r>
            </a:p>
          </p:txBody>
        </p:sp>
      </p:grpSp>
      <p:grpSp>
        <p:nvGrpSpPr>
          <p:cNvPr id="8196" name="Group 34"/>
          <p:cNvGrpSpPr>
            <a:grpSpLocks/>
          </p:cNvGrpSpPr>
          <p:nvPr/>
        </p:nvGrpSpPr>
        <p:grpSpPr bwMode="auto">
          <a:xfrm>
            <a:off x="533400" y="4114800"/>
            <a:ext cx="4160840" cy="498475"/>
            <a:chOff x="336" y="2592"/>
            <a:chExt cx="2621" cy="314"/>
          </a:xfrm>
        </p:grpSpPr>
        <p:sp>
          <p:nvSpPr>
            <p:cNvPr id="8209" name="Line 16"/>
            <p:cNvSpPr>
              <a:spLocks noChangeShapeType="1"/>
            </p:cNvSpPr>
            <p:nvPr/>
          </p:nvSpPr>
          <p:spPr bwMode="gray">
            <a:xfrm>
              <a:off x="474" y="2881"/>
              <a:ext cx="2167" cy="0"/>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10" name="Rectangle 17"/>
            <p:cNvSpPr>
              <a:spLocks noChangeArrowheads="1"/>
            </p:cNvSpPr>
            <p:nvPr/>
          </p:nvSpPr>
          <p:spPr bwMode="gray">
            <a:xfrm rot="3419336">
              <a:off x="336" y="2607"/>
              <a:ext cx="236" cy="235"/>
            </a:xfrm>
            <a:prstGeom prst="rect">
              <a:avLst/>
            </a:prstGeom>
            <a:gradFill rotWithShape="1">
              <a:gsLst>
                <a:gs pos="0">
                  <a:srgbClr val="006699"/>
                </a:gs>
                <a:gs pos="100000">
                  <a:srgbClr val="002F47"/>
                </a:gs>
              </a:gsLst>
              <a:lin ang="5400000" scaled="1"/>
            </a:gra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006699"/>
              </a:extrusionClr>
            </a:sp3d>
          </p:spPr>
          <p:txBody>
            <a:bodyPr wrap="none" anchor="ctr">
              <a:flatTx/>
            </a:bodyPr>
            <a:lstStyle/>
            <a:p>
              <a:endParaRPr lang="en-US"/>
            </a:p>
          </p:txBody>
        </p:sp>
        <p:sp>
          <p:nvSpPr>
            <p:cNvPr id="8211" name="Text Box 18"/>
            <p:cNvSpPr txBox="1">
              <a:spLocks noChangeArrowheads="1"/>
            </p:cNvSpPr>
            <p:nvPr/>
          </p:nvSpPr>
          <p:spPr bwMode="gray">
            <a:xfrm>
              <a:off x="624" y="2592"/>
              <a:ext cx="23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r>
                <a:rPr lang="en-US" sz="2400" dirty="0"/>
                <a:t> </a:t>
              </a:r>
              <a:r>
                <a:rPr lang="en-US" sz="2400" dirty="0" err="1"/>
                <a:t>Các</a:t>
              </a:r>
              <a:r>
                <a:rPr lang="en-US" sz="2400" dirty="0"/>
                <a:t> </a:t>
              </a:r>
              <a:r>
                <a:rPr lang="en-US" sz="2400" dirty="0" err="1"/>
                <a:t>hoạt</a:t>
              </a:r>
              <a:r>
                <a:rPr lang="en-US" sz="2400" dirty="0"/>
                <a:t> </a:t>
              </a:r>
              <a:r>
                <a:rPr lang="en-US" sz="2400" dirty="0" err="1"/>
                <a:t>động</a:t>
              </a:r>
              <a:r>
                <a:rPr lang="en-US" sz="2400" dirty="0"/>
                <a:t> </a:t>
              </a:r>
              <a:r>
                <a:rPr lang="en-US" sz="2400" dirty="0" err="1"/>
                <a:t>của</a:t>
              </a:r>
              <a:r>
                <a:rPr lang="en-US" sz="2400" dirty="0"/>
                <a:t> </a:t>
              </a:r>
              <a:r>
                <a:rPr lang="en-US" sz="2400" dirty="0" err="1"/>
                <a:t>dự</a:t>
              </a:r>
              <a:r>
                <a:rPr lang="en-US" sz="2400" dirty="0"/>
                <a:t> </a:t>
              </a:r>
              <a:r>
                <a:rPr lang="en-US" sz="2400" dirty="0" err="1"/>
                <a:t>án</a:t>
              </a:r>
              <a:endParaRPr lang="en-US" sz="2400" dirty="0">
                <a:solidFill>
                  <a:srgbClr val="000000"/>
                </a:solidFill>
                <a:latin typeface="Arial" charset="0"/>
                <a:cs typeface="Arial" charset="0"/>
              </a:endParaRPr>
            </a:p>
          </p:txBody>
        </p:sp>
        <p:sp>
          <p:nvSpPr>
            <p:cNvPr id="8212" name="Text Box 19"/>
            <p:cNvSpPr txBox="1">
              <a:spLocks noChangeArrowheads="1"/>
            </p:cNvSpPr>
            <p:nvPr/>
          </p:nvSpPr>
          <p:spPr bwMode="gray">
            <a:xfrm>
              <a:off x="341" y="261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algn="ctr"/>
              <a:r>
                <a:rPr lang="en-US" sz="2400" b="1">
                  <a:solidFill>
                    <a:srgbClr val="FFFFFF"/>
                  </a:solidFill>
                </a:rPr>
                <a:t>2</a:t>
              </a:r>
            </a:p>
          </p:txBody>
        </p:sp>
      </p:grpSp>
      <p:grpSp>
        <p:nvGrpSpPr>
          <p:cNvPr id="8197" name="Group 35"/>
          <p:cNvGrpSpPr>
            <a:grpSpLocks/>
          </p:cNvGrpSpPr>
          <p:nvPr/>
        </p:nvGrpSpPr>
        <p:grpSpPr bwMode="auto">
          <a:xfrm>
            <a:off x="533400" y="4800600"/>
            <a:ext cx="3657600" cy="474663"/>
            <a:chOff x="336" y="3039"/>
            <a:chExt cx="2304" cy="299"/>
          </a:xfrm>
        </p:grpSpPr>
        <p:sp>
          <p:nvSpPr>
            <p:cNvPr id="8205" name="Line 21"/>
            <p:cNvSpPr>
              <a:spLocks noChangeShapeType="1"/>
            </p:cNvSpPr>
            <p:nvPr/>
          </p:nvSpPr>
          <p:spPr bwMode="gray">
            <a:xfrm>
              <a:off x="474" y="3312"/>
              <a:ext cx="2166" cy="1"/>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6" name="Rectangle 22"/>
            <p:cNvSpPr>
              <a:spLocks noChangeArrowheads="1"/>
            </p:cNvSpPr>
            <p:nvPr/>
          </p:nvSpPr>
          <p:spPr bwMode="gray">
            <a:xfrm rot="3419336">
              <a:off x="336" y="3039"/>
              <a:ext cx="236" cy="235"/>
            </a:xfrm>
            <a:prstGeom prst="rect">
              <a:avLst/>
            </a:prstGeom>
            <a:gradFill rotWithShape="1">
              <a:gsLst>
                <a:gs pos="0">
                  <a:srgbClr val="FF9933"/>
                </a:gs>
                <a:gs pos="100000">
                  <a:srgbClr val="764718"/>
                </a:gs>
              </a:gsLst>
              <a:lin ang="5400000" scaled="1"/>
            </a:gra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FF9933"/>
              </a:extrusionClr>
            </a:sp3d>
          </p:spPr>
          <p:txBody>
            <a:bodyPr wrap="none" anchor="ctr">
              <a:flatTx/>
            </a:bodyPr>
            <a:lstStyle/>
            <a:p>
              <a:endParaRPr lang="en-US"/>
            </a:p>
          </p:txBody>
        </p:sp>
        <p:sp>
          <p:nvSpPr>
            <p:cNvPr id="8207" name="Text Box 23"/>
            <p:cNvSpPr txBox="1">
              <a:spLocks noChangeArrowheads="1"/>
            </p:cNvSpPr>
            <p:nvPr/>
          </p:nvSpPr>
          <p:spPr bwMode="gray">
            <a:xfrm>
              <a:off x="720" y="3039"/>
              <a:ext cx="159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r>
                <a:rPr lang="en-US" sz="2400" dirty="0" err="1"/>
                <a:t>Xác</a:t>
              </a:r>
              <a:r>
                <a:rPr lang="en-US" sz="2400" dirty="0"/>
                <a:t> </a:t>
              </a:r>
              <a:r>
                <a:rPr lang="en-US" sz="2400" dirty="0" err="1"/>
                <a:t>định</a:t>
              </a:r>
              <a:r>
                <a:rPr lang="en-US" sz="2400" dirty="0"/>
                <a:t> </a:t>
              </a:r>
              <a:r>
                <a:rPr lang="en-US" sz="2400" dirty="0" err="1"/>
                <a:t>phạm</a:t>
              </a:r>
              <a:r>
                <a:rPr lang="en-US" sz="2400" dirty="0"/>
                <a:t> vi</a:t>
              </a:r>
              <a:endParaRPr lang="en-US" sz="2400" dirty="0">
                <a:latin typeface="Arial" charset="0"/>
                <a:cs typeface="Arial" charset="0"/>
              </a:endParaRPr>
            </a:p>
          </p:txBody>
        </p:sp>
        <p:sp>
          <p:nvSpPr>
            <p:cNvPr id="8208" name="Text Box 24"/>
            <p:cNvSpPr txBox="1">
              <a:spLocks noChangeArrowheads="1"/>
            </p:cNvSpPr>
            <p:nvPr/>
          </p:nvSpPr>
          <p:spPr bwMode="gray">
            <a:xfrm>
              <a:off x="341" y="305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algn="ctr"/>
              <a:r>
                <a:rPr lang="en-US" sz="2400" b="1">
                  <a:solidFill>
                    <a:srgbClr val="FFFFFF"/>
                  </a:solidFill>
                </a:rPr>
                <a:t>3</a:t>
              </a:r>
            </a:p>
          </p:txBody>
        </p:sp>
      </p:grpSp>
      <p:sp>
        <p:nvSpPr>
          <p:cNvPr id="64544" name="Oval 32"/>
          <p:cNvSpPr>
            <a:spLocks noChangeArrowheads="1"/>
          </p:cNvSpPr>
          <p:nvPr/>
        </p:nvSpPr>
        <p:spPr bwMode="auto">
          <a:xfrm>
            <a:off x="1752600" y="2514600"/>
            <a:ext cx="2286000" cy="685800"/>
          </a:xfrm>
          <a:prstGeom prst="ellipse">
            <a:avLst/>
          </a:prstGeom>
          <a:solidFill>
            <a:srgbClr val="FFCC00"/>
          </a:solidFill>
          <a:ln w="9525">
            <a:solidFill>
              <a:srgbClr val="FFFFFF"/>
            </a:solidFill>
            <a:round/>
            <a:headEnd/>
            <a:tailEnd/>
          </a:ln>
          <a:effectLst>
            <a:outerShdw dist="35921" dir="2700000" algn="ctr" rotWithShape="0">
              <a:schemeClr val="bg2">
                <a:alpha val="50000"/>
              </a:schemeClr>
            </a:outerShdw>
          </a:effectLst>
        </p:spPr>
        <p:txBody>
          <a:bodyPr wrap="none" anchor="ctr"/>
          <a:lstStyle/>
          <a:p>
            <a:pPr algn="ctr">
              <a:defRPr/>
            </a:pPr>
            <a:r>
              <a:rPr lang="en-US" sz="2400" b="1" dirty="0" err="1">
                <a:solidFill>
                  <a:srgbClr val="2B5481"/>
                </a:solidFill>
                <a:effectLst>
                  <a:outerShdw blurRad="38100" dist="38100" dir="2700000" algn="tl">
                    <a:srgbClr val="000000"/>
                  </a:outerShdw>
                </a:effectLst>
              </a:rPr>
              <a:t>Nội</a:t>
            </a:r>
            <a:r>
              <a:rPr lang="en-US" sz="2400" b="1" dirty="0">
                <a:solidFill>
                  <a:srgbClr val="2B5481"/>
                </a:solidFill>
                <a:effectLst>
                  <a:outerShdw blurRad="38100" dist="38100" dir="2700000" algn="tl">
                    <a:srgbClr val="000000"/>
                  </a:outerShdw>
                </a:effectLst>
              </a:rPr>
              <a:t> dung</a:t>
            </a:r>
          </a:p>
        </p:txBody>
      </p:sp>
      <p:sp>
        <p:nvSpPr>
          <p:cNvPr id="8199" name="Slide Number Placeholder 2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A681AD26-0A5B-43DE-AE30-74F494FBA215}" type="slidenum">
              <a:rPr lang="en-US" sz="1400" smtClean="0">
                <a:solidFill>
                  <a:schemeClr val="bg2"/>
                </a:solidFill>
              </a:rPr>
              <a:pPr eaLnBrk="1" hangingPunct="1"/>
              <a:t>2</a:t>
            </a:fld>
            <a:endParaRPr lang="en-US" sz="1400">
              <a:solidFill>
                <a:schemeClr val="bg2"/>
              </a:solidFill>
            </a:endParaRPr>
          </a:p>
        </p:txBody>
      </p:sp>
      <p:grpSp>
        <p:nvGrpSpPr>
          <p:cNvPr id="8200" name="Group 35"/>
          <p:cNvGrpSpPr>
            <a:grpSpLocks/>
          </p:cNvGrpSpPr>
          <p:nvPr/>
        </p:nvGrpSpPr>
        <p:grpSpPr bwMode="auto">
          <a:xfrm>
            <a:off x="533400" y="5468938"/>
            <a:ext cx="3990975" cy="474662"/>
            <a:chOff x="336" y="3039"/>
            <a:chExt cx="2514" cy="299"/>
          </a:xfrm>
        </p:grpSpPr>
        <p:sp>
          <p:nvSpPr>
            <p:cNvPr id="8201" name="Line 21"/>
            <p:cNvSpPr>
              <a:spLocks noChangeShapeType="1"/>
            </p:cNvSpPr>
            <p:nvPr/>
          </p:nvSpPr>
          <p:spPr bwMode="gray">
            <a:xfrm>
              <a:off x="474" y="3312"/>
              <a:ext cx="2166" cy="1"/>
            </a:xfrm>
            <a:prstGeom prst="line">
              <a:avLst/>
            </a:prstGeom>
            <a:noFill/>
            <a:ln w="25400">
              <a:solidFill>
                <a:srgbClr val="969696"/>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2" name="Rectangle 22"/>
            <p:cNvSpPr>
              <a:spLocks noChangeArrowheads="1"/>
            </p:cNvSpPr>
            <p:nvPr/>
          </p:nvSpPr>
          <p:spPr bwMode="gray">
            <a:xfrm rot="3419336">
              <a:off x="336" y="3039"/>
              <a:ext cx="236" cy="235"/>
            </a:xfrm>
            <a:prstGeom prst="rect">
              <a:avLst/>
            </a:prstGeom>
            <a:gradFill rotWithShape="1">
              <a:gsLst>
                <a:gs pos="0">
                  <a:srgbClr val="FF9933"/>
                </a:gs>
                <a:gs pos="100000">
                  <a:srgbClr val="764718"/>
                </a:gs>
              </a:gsLst>
              <a:lin ang="5400000" scaled="1"/>
            </a:gra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FF9933"/>
              </a:extrusionClr>
            </a:sp3d>
          </p:spPr>
          <p:txBody>
            <a:bodyPr wrap="none" anchor="ctr">
              <a:flatTx/>
            </a:bodyPr>
            <a:lstStyle/>
            <a:p>
              <a:endParaRPr lang="en-US"/>
            </a:p>
          </p:txBody>
        </p:sp>
        <p:sp>
          <p:nvSpPr>
            <p:cNvPr id="8203" name="Text Box 23"/>
            <p:cNvSpPr txBox="1">
              <a:spLocks noChangeArrowheads="1"/>
            </p:cNvSpPr>
            <p:nvPr/>
          </p:nvSpPr>
          <p:spPr bwMode="gray">
            <a:xfrm>
              <a:off x="720" y="3039"/>
              <a:ext cx="213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r>
                <a:rPr lang="en-US" sz="2400"/>
                <a:t>Bảng phân rã công việc</a:t>
              </a:r>
              <a:endParaRPr lang="en-US" sz="2400">
                <a:latin typeface="Arial" charset="0"/>
                <a:cs typeface="Arial" charset="0"/>
              </a:endParaRPr>
            </a:p>
          </p:txBody>
        </p:sp>
        <p:sp>
          <p:nvSpPr>
            <p:cNvPr id="8204" name="Text Box 24"/>
            <p:cNvSpPr txBox="1">
              <a:spLocks noChangeArrowheads="1"/>
            </p:cNvSpPr>
            <p:nvPr/>
          </p:nvSpPr>
          <p:spPr bwMode="gray">
            <a:xfrm>
              <a:off x="341" y="305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algn="ctr"/>
              <a:r>
                <a:rPr lang="en-US" sz="2400" b="1">
                  <a:solidFill>
                    <a:srgbClr val="FFFFFF"/>
                  </a:solidFill>
                </a:rPr>
                <a:t>3</a:t>
              </a:r>
            </a:p>
          </p:txBody>
        </p:sp>
      </p:gr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1. TẦM QUAN TRỌNG </a:t>
            </a:r>
          </a:p>
        </p:txBody>
      </p:sp>
      <p:sp>
        <p:nvSpPr>
          <p:cNvPr id="9219" name="Rectangle 3"/>
          <p:cNvSpPr>
            <a:spLocks noGrp="1" noChangeArrowheads="1"/>
          </p:cNvSpPr>
          <p:nvPr>
            <p:ph type="body" sz="half" idx="1"/>
          </p:nvPr>
        </p:nvSpPr>
        <p:spPr>
          <a:xfrm>
            <a:off x="152400" y="2057400"/>
            <a:ext cx="8153400" cy="4572000"/>
          </a:xfrm>
        </p:spPr>
        <p:txBody>
          <a:bodyPr/>
          <a:lstStyle/>
          <a:p>
            <a:pPr>
              <a:lnSpc>
                <a:spcPct val="150000"/>
              </a:lnSpc>
              <a:spcBef>
                <a:spcPct val="0"/>
              </a:spcBef>
            </a:pPr>
            <a:r>
              <a:rPr lang="en-US" sz="2400"/>
              <a:t>Kết thúc dự án đúng hạn là một trong những thách thức lớn nhất </a:t>
            </a:r>
          </a:p>
          <a:p>
            <a:pPr>
              <a:lnSpc>
                <a:spcPct val="150000"/>
              </a:lnSpc>
              <a:spcBef>
                <a:spcPct val="0"/>
              </a:spcBef>
            </a:pPr>
            <a:r>
              <a:rPr lang="en-US" sz="2400"/>
              <a:t>Thời gian có độ linh hoạt bé nhất; nó trôi qua bất kể điều gì xảy ra </a:t>
            </a:r>
          </a:p>
          <a:p>
            <a:pPr>
              <a:lnSpc>
                <a:spcPct val="150000"/>
              </a:lnSpc>
              <a:spcBef>
                <a:spcPct val="0"/>
              </a:spcBef>
            </a:pPr>
            <a:r>
              <a:rPr lang="en-US" sz="2400"/>
              <a:t>Các vấn đề lịch biểu là lý do chính dẫn đến xung đột trong dự án, đặc biệt là trong nửa sau của dự án, sức ép tiến độ gây căng thẳng, phá vỡ những quy định của dự án … </a:t>
            </a:r>
          </a:p>
        </p:txBody>
      </p:sp>
      <p:pic>
        <p:nvPicPr>
          <p:cNvPr id="9220"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57D0C91D-B17D-496A-BB37-086AEDD30050}" type="slidenum">
              <a:rPr lang="en-US" sz="1400" smtClean="0"/>
              <a:pPr eaLnBrk="1" hangingPunct="1"/>
              <a:t>3</a:t>
            </a:fld>
            <a:endParaRPr lang="en-US" sz="1400"/>
          </a:p>
        </p:txBody>
      </p:sp>
      <p:sp>
        <p:nvSpPr>
          <p:cNvPr id="6" name="AutoShape 4"/>
          <p:cNvSpPr>
            <a:spLocks noChangeArrowheads="1"/>
          </p:cNvSpPr>
          <p:nvPr/>
        </p:nvSpPr>
        <p:spPr bwMode="auto">
          <a:xfrm>
            <a:off x="609600" y="1371600"/>
            <a:ext cx="35052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defRPr/>
            </a:pPr>
            <a:r>
              <a:rPr lang="en-US" sz="2400" b="1" dirty="0">
                <a:solidFill>
                  <a:srgbClr val="CCFF33"/>
                </a:solidFill>
                <a:effectLst>
                  <a:outerShdw blurRad="38100" dist="38100" dir="2700000" algn="tl">
                    <a:srgbClr val="000000"/>
                  </a:outerShdw>
                </a:effectLst>
              </a:rPr>
              <a:t>Project Schedules</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2. CÁC HOẠT ĐỘNG CỦA DỰ ÁN</a:t>
            </a:r>
          </a:p>
        </p:txBody>
      </p:sp>
      <p:sp>
        <p:nvSpPr>
          <p:cNvPr id="10243" name="Rectangle 3"/>
          <p:cNvSpPr>
            <a:spLocks noGrp="1" noChangeArrowheads="1"/>
          </p:cNvSpPr>
          <p:nvPr>
            <p:ph type="body" sz="half" idx="1"/>
          </p:nvPr>
        </p:nvSpPr>
        <p:spPr>
          <a:xfrm>
            <a:off x="228600" y="2057400"/>
            <a:ext cx="8915400" cy="4495800"/>
          </a:xfrm>
        </p:spPr>
        <p:txBody>
          <a:bodyPr/>
          <a:lstStyle/>
          <a:p>
            <a:pPr>
              <a:lnSpc>
                <a:spcPct val="150000"/>
              </a:lnSpc>
              <a:spcBef>
                <a:spcPct val="0"/>
              </a:spcBef>
            </a:pPr>
            <a:r>
              <a:rPr lang="en-US" sz="2400" b="1" i="1">
                <a:latin typeface="Arial" charset="0"/>
                <a:cs typeface="Arial" charset="0"/>
              </a:rPr>
              <a:t>Nỗ lực:</a:t>
            </a:r>
            <a:r>
              <a:rPr lang="en-US" sz="2400" i="1">
                <a:latin typeface="Arial" charset="0"/>
                <a:cs typeface="Arial" charset="0"/>
              </a:rPr>
              <a:t> </a:t>
            </a:r>
            <a:r>
              <a:rPr lang="en-US" sz="2400">
                <a:latin typeface="Arial" charset="0"/>
                <a:cs typeface="Arial" charset="0"/>
              </a:rPr>
              <a:t>là thước đo năng lượng hay lao động dùng để hoàn tất một nhiệm vụ cụ thể hay gói công việc. Các chỉ số dùng để thể hiện điều này được tính bằng thời gian trên dạng đơn vị.</a:t>
            </a:r>
          </a:p>
          <a:p>
            <a:pPr>
              <a:lnSpc>
                <a:spcPct val="150000"/>
              </a:lnSpc>
              <a:spcBef>
                <a:spcPct val="0"/>
              </a:spcBef>
            </a:pPr>
            <a:endParaRPr lang="en-US" sz="2400">
              <a:latin typeface="Arial" charset="0"/>
              <a:cs typeface="Arial" charset="0"/>
            </a:endParaRPr>
          </a:p>
          <a:p>
            <a:pPr>
              <a:lnSpc>
                <a:spcPct val="150000"/>
              </a:lnSpc>
              <a:spcBef>
                <a:spcPct val="0"/>
              </a:spcBef>
            </a:pPr>
            <a:r>
              <a:rPr lang="en-US" sz="2400" b="1" i="1">
                <a:latin typeface="Arial" charset="0"/>
                <a:cs typeface="Arial" charset="0"/>
              </a:rPr>
              <a:t>Theo năng lực:</a:t>
            </a:r>
            <a:r>
              <a:rPr lang="en-US" sz="2400" i="1">
                <a:latin typeface="Arial" charset="0"/>
                <a:cs typeface="Arial" charset="0"/>
              </a:rPr>
              <a:t> </a:t>
            </a:r>
            <a:r>
              <a:rPr lang="en-US" sz="2400">
                <a:latin typeface="Arial" charset="0"/>
                <a:cs typeface="Arial" charset="0"/>
              </a:rPr>
              <a:t>dùng để mô tả nhiệm vụ có thể hoàn tất nhanh hơn thông qua áp dụng các nguồn lực lao động hay năng lượng phụ. </a:t>
            </a:r>
          </a:p>
        </p:txBody>
      </p:sp>
      <p:pic>
        <p:nvPicPr>
          <p:cNvPr id="10244"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192521D3-0053-4840-840A-93CFC8966DC9}" type="slidenum">
              <a:rPr lang="en-US" sz="1400" smtClean="0"/>
              <a:pPr eaLnBrk="1" hangingPunct="1"/>
              <a:t>4</a:t>
            </a:fld>
            <a:endParaRPr lang="en-US" sz="1400"/>
          </a:p>
        </p:txBody>
      </p:sp>
      <p:sp>
        <p:nvSpPr>
          <p:cNvPr id="6" name="AutoShape 4"/>
          <p:cNvSpPr>
            <a:spLocks noChangeArrowheads="1"/>
          </p:cNvSpPr>
          <p:nvPr/>
        </p:nvSpPr>
        <p:spPr bwMode="auto">
          <a:xfrm>
            <a:off x="685800" y="1371600"/>
            <a:ext cx="6096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defRPr/>
            </a:pPr>
            <a:r>
              <a:rPr lang="en-US" sz="2400" b="1" dirty="0" err="1">
                <a:solidFill>
                  <a:srgbClr val="CCFF33"/>
                </a:solidFill>
                <a:effectLst>
                  <a:outerShdw blurRad="38100" dist="38100" dir="2700000" algn="tl">
                    <a:srgbClr val="000000"/>
                  </a:outerShdw>
                </a:effectLst>
              </a:rPr>
              <a:t>Hành</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động</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nỗ</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lục</a:t>
            </a:r>
            <a:r>
              <a:rPr lang="en-US" sz="2400" b="1" dirty="0">
                <a:solidFill>
                  <a:srgbClr val="CCFF33"/>
                </a:solidFill>
                <a:effectLst>
                  <a:outerShdw blurRad="38100" dist="38100" dir="2700000" algn="tl">
                    <a:srgbClr val="000000"/>
                  </a:outerShdw>
                </a:effectLst>
              </a:rPr>
              <a:t> hay </a:t>
            </a:r>
            <a:r>
              <a:rPr lang="en-US" sz="2400" b="1" dirty="0" err="1">
                <a:solidFill>
                  <a:srgbClr val="CCFF33"/>
                </a:solidFill>
                <a:effectLst>
                  <a:outerShdw blurRad="38100" dist="38100" dir="2700000" algn="tl">
                    <a:srgbClr val="000000"/>
                  </a:outerShdw>
                </a:effectLst>
              </a:rPr>
              <a:t>theo</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giai</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đoạn</a:t>
            </a:r>
            <a:r>
              <a:rPr lang="en-US" sz="2400" b="1" dirty="0">
                <a:solidFill>
                  <a:srgbClr val="CCFF33"/>
                </a:solidFill>
                <a:effectLst>
                  <a:outerShdw blurRad="38100" dist="38100" dir="2700000" algn="tl">
                    <a:srgbClr val="000000"/>
                  </a:outerShdw>
                </a:effectLst>
              </a:rPr>
              <a:t> ? </a:t>
            </a: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2. CÁC HOẠT ĐỘNG CỦA DỰ ÁN</a:t>
            </a:r>
          </a:p>
        </p:txBody>
      </p:sp>
      <p:sp>
        <p:nvSpPr>
          <p:cNvPr id="11267" name="Rectangle 3"/>
          <p:cNvSpPr>
            <a:spLocks noGrp="1" noChangeArrowheads="1"/>
          </p:cNvSpPr>
          <p:nvPr>
            <p:ph type="body" sz="half" idx="1"/>
          </p:nvPr>
        </p:nvSpPr>
        <p:spPr>
          <a:xfrm>
            <a:off x="381000" y="2133600"/>
            <a:ext cx="8763000" cy="5562600"/>
          </a:xfrm>
        </p:spPr>
        <p:txBody>
          <a:bodyPr/>
          <a:lstStyle/>
          <a:p>
            <a:pPr>
              <a:lnSpc>
                <a:spcPct val="150000"/>
              </a:lnSpc>
              <a:spcBef>
                <a:spcPct val="0"/>
              </a:spcBef>
            </a:pPr>
            <a:r>
              <a:rPr lang="en-US" sz="2400" b="1" i="1">
                <a:latin typeface="Arial" charset="0"/>
                <a:cs typeface="Arial" charset="0"/>
              </a:rPr>
              <a:t>Thời đoạn:</a:t>
            </a:r>
            <a:r>
              <a:rPr lang="en-US" sz="2400" i="1">
                <a:latin typeface="Arial" charset="0"/>
                <a:cs typeface="Arial" charset="0"/>
              </a:rPr>
              <a:t>  </a:t>
            </a:r>
            <a:r>
              <a:rPr lang="en-US" sz="2400">
                <a:latin typeface="Arial" charset="0"/>
                <a:cs typeface="Arial" charset="0"/>
              </a:rPr>
              <a:t>xem một gói công việc hay nhiệm vụ cụ thể sẽ mất bao lâu để hoàn tất. Các chỉ số dùng để thể hiện điều này được tính bằng các đơn vị thời gian. </a:t>
            </a:r>
          </a:p>
          <a:p>
            <a:pPr>
              <a:lnSpc>
                <a:spcPct val="150000"/>
              </a:lnSpc>
              <a:spcBef>
                <a:spcPct val="0"/>
              </a:spcBef>
            </a:pPr>
            <a:endParaRPr lang="en-US" sz="2400">
              <a:latin typeface="Arial" charset="0"/>
              <a:cs typeface="Arial" charset="0"/>
            </a:endParaRPr>
          </a:p>
          <a:p>
            <a:pPr>
              <a:lnSpc>
                <a:spcPct val="150000"/>
              </a:lnSpc>
              <a:spcBef>
                <a:spcPct val="0"/>
              </a:spcBef>
            </a:pPr>
            <a:r>
              <a:rPr lang="en-US" sz="2400" b="1" i="1">
                <a:latin typeface="Arial" charset="0"/>
                <a:cs typeface="Arial" charset="0"/>
              </a:rPr>
              <a:t>Khoảng thời gian cố định:</a:t>
            </a:r>
            <a:r>
              <a:rPr lang="en-US" sz="2400" i="1">
                <a:latin typeface="Arial" charset="0"/>
                <a:cs typeface="Arial" charset="0"/>
              </a:rPr>
              <a:t> </a:t>
            </a:r>
            <a:r>
              <a:rPr lang="en-US" sz="2400">
                <a:latin typeface="Arial" charset="0"/>
                <a:cs typeface="Arial" charset="0"/>
              </a:rPr>
              <a:t>là một thuật ngữ dùng để mô tả nhiệm vụ hay gói công việc cần đến một lượng thời gian để hoàn tất.</a:t>
            </a:r>
          </a:p>
        </p:txBody>
      </p:sp>
      <p:pic>
        <p:nvPicPr>
          <p:cNvPr id="11268"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0BD983FC-CFF4-41C0-AAFF-D4C6D0E08509}" type="slidenum">
              <a:rPr lang="en-US" sz="1400" smtClean="0"/>
              <a:pPr eaLnBrk="1" hangingPunct="1"/>
              <a:t>5</a:t>
            </a:fld>
            <a:endParaRPr lang="en-US" sz="1400"/>
          </a:p>
        </p:txBody>
      </p:sp>
      <p:sp>
        <p:nvSpPr>
          <p:cNvPr id="6" name="AutoShape 4"/>
          <p:cNvSpPr>
            <a:spLocks noChangeArrowheads="1"/>
          </p:cNvSpPr>
          <p:nvPr/>
        </p:nvSpPr>
        <p:spPr bwMode="auto">
          <a:xfrm>
            <a:off x="685800" y="1371600"/>
            <a:ext cx="6096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defRPr/>
            </a:pPr>
            <a:r>
              <a:rPr lang="en-US" sz="2400" b="1" dirty="0" err="1">
                <a:solidFill>
                  <a:srgbClr val="CCFF33"/>
                </a:solidFill>
                <a:effectLst>
                  <a:outerShdw blurRad="38100" dist="38100" dir="2700000" algn="tl">
                    <a:srgbClr val="000000"/>
                  </a:outerShdw>
                </a:effectLst>
              </a:rPr>
              <a:t>Hành</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động</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nỗ</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lục</a:t>
            </a:r>
            <a:r>
              <a:rPr lang="en-US" sz="2400" b="1" dirty="0">
                <a:solidFill>
                  <a:srgbClr val="CCFF33"/>
                </a:solidFill>
                <a:effectLst>
                  <a:outerShdw blurRad="38100" dist="38100" dir="2700000" algn="tl">
                    <a:srgbClr val="000000"/>
                  </a:outerShdw>
                </a:effectLst>
              </a:rPr>
              <a:t> hay </a:t>
            </a:r>
            <a:r>
              <a:rPr lang="en-US" sz="2400" b="1" dirty="0" err="1">
                <a:solidFill>
                  <a:srgbClr val="CCFF33"/>
                </a:solidFill>
                <a:effectLst>
                  <a:outerShdw blurRad="38100" dist="38100" dir="2700000" algn="tl">
                    <a:srgbClr val="000000"/>
                  </a:outerShdw>
                </a:effectLst>
              </a:rPr>
              <a:t>theo</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giai</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đoạn</a:t>
            </a:r>
            <a:r>
              <a:rPr lang="en-US" sz="2400" b="1" dirty="0">
                <a:solidFill>
                  <a:srgbClr val="CCFF33"/>
                </a:solidFill>
                <a:effectLst>
                  <a:outerShdw blurRad="38100" dist="38100" dir="2700000" algn="tl">
                    <a:srgbClr val="000000"/>
                  </a:outerShdw>
                </a:effectLst>
              </a:rPr>
              <a:t> ? </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half" idx="1"/>
          </p:nvPr>
        </p:nvSpPr>
        <p:spPr>
          <a:xfrm>
            <a:off x="412845" y="1828800"/>
            <a:ext cx="8153400" cy="5334000"/>
          </a:xfrm>
        </p:spPr>
        <p:txBody>
          <a:bodyPr/>
          <a:lstStyle/>
          <a:p>
            <a:pPr algn="just">
              <a:lnSpc>
                <a:spcPct val="150000"/>
              </a:lnSpc>
              <a:spcBef>
                <a:spcPct val="0"/>
              </a:spcBef>
            </a:pPr>
            <a:r>
              <a:rPr lang="en-US" sz="2400" dirty="0" err="1">
                <a:latin typeface="Arial" charset="0"/>
                <a:cs typeface="Arial" charset="0"/>
              </a:rPr>
              <a:t>Là</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trường</a:t>
            </a:r>
            <a:r>
              <a:rPr lang="en-US" sz="2400" dirty="0">
                <a:latin typeface="Arial" charset="0"/>
                <a:cs typeface="Arial" charset="0"/>
              </a:rPr>
              <a:t> </a:t>
            </a:r>
            <a:r>
              <a:rPr lang="en-US" sz="2400" dirty="0" err="1">
                <a:latin typeface="Arial" charset="0"/>
                <a:cs typeface="Arial" charset="0"/>
              </a:rPr>
              <a:t>hợp</a:t>
            </a:r>
            <a:r>
              <a:rPr lang="en-US" sz="2400" dirty="0">
                <a:latin typeface="Arial" charset="0"/>
                <a:cs typeface="Arial" charset="0"/>
              </a:rPr>
              <a:t> </a:t>
            </a:r>
            <a:r>
              <a:rPr lang="en-US" sz="2400" dirty="0" err="1">
                <a:latin typeface="Arial" charset="0"/>
                <a:cs typeface="Arial" charset="0"/>
              </a:rPr>
              <a:t>điểm</a:t>
            </a:r>
            <a:r>
              <a:rPr lang="en-US" sz="2400" dirty="0">
                <a:latin typeface="Arial" charset="0"/>
                <a:cs typeface="Arial" charset="0"/>
              </a:rPr>
              <a:t> </a:t>
            </a:r>
            <a:r>
              <a:rPr lang="en-US" sz="2400" dirty="0" err="1">
                <a:latin typeface="Arial" charset="0"/>
                <a:cs typeface="Arial" charset="0"/>
              </a:rPr>
              <a:t>kiểm</a:t>
            </a:r>
            <a:r>
              <a:rPr lang="en-US" sz="2400" dirty="0">
                <a:latin typeface="Arial" charset="0"/>
                <a:cs typeface="Arial" charset="0"/>
              </a:rPr>
              <a:t> </a:t>
            </a:r>
            <a:r>
              <a:rPr lang="en-US" sz="2400" dirty="0" err="1">
                <a:latin typeface="Arial" charset="0"/>
                <a:cs typeface="Arial" charset="0"/>
              </a:rPr>
              <a:t>soát</a:t>
            </a:r>
            <a:r>
              <a:rPr lang="en-US" sz="2400" dirty="0">
                <a:latin typeface="Arial" charset="0"/>
                <a:cs typeface="Arial" charset="0"/>
              </a:rPr>
              <a:t> </a:t>
            </a:r>
            <a:r>
              <a:rPr lang="en-US" sz="2400" dirty="0" err="1">
                <a:latin typeface="Arial" charset="0"/>
                <a:cs typeface="Arial" charset="0"/>
              </a:rPr>
              <a:t>trong</a:t>
            </a:r>
            <a:r>
              <a:rPr lang="en-US" sz="2400" dirty="0">
                <a:latin typeface="Arial" charset="0"/>
                <a:cs typeface="Arial" charset="0"/>
              </a:rPr>
              <a:t> </a:t>
            </a:r>
            <a:r>
              <a:rPr lang="en-US" sz="2400" dirty="0" err="1">
                <a:latin typeface="Arial" charset="0"/>
                <a:cs typeface="Arial" charset="0"/>
              </a:rPr>
              <a:t>dự</a:t>
            </a:r>
            <a:r>
              <a:rPr lang="en-US" sz="2400" dirty="0">
                <a:latin typeface="Arial" charset="0"/>
                <a:cs typeface="Arial" charset="0"/>
              </a:rPr>
              <a:t> </a:t>
            </a:r>
            <a:r>
              <a:rPr lang="en-US" sz="2400" dirty="0" err="1">
                <a:latin typeface="Arial" charset="0"/>
                <a:cs typeface="Arial" charset="0"/>
              </a:rPr>
              <a:t>án</a:t>
            </a:r>
            <a:r>
              <a:rPr lang="en-US" sz="2400" dirty="0">
                <a:latin typeface="Arial" charset="0"/>
                <a:cs typeface="Arial" charset="0"/>
              </a:rPr>
              <a:t>.  </a:t>
            </a:r>
            <a:r>
              <a:rPr lang="en-US" sz="2400" dirty="0" err="1">
                <a:latin typeface="Arial" charset="0"/>
                <a:cs typeface="Arial" charset="0"/>
              </a:rPr>
              <a:t>Mốc</a:t>
            </a:r>
            <a:r>
              <a:rPr lang="en-US" sz="2400" dirty="0">
                <a:latin typeface="Arial" charset="0"/>
                <a:cs typeface="Arial" charset="0"/>
              </a:rPr>
              <a:t> </a:t>
            </a:r>
            <a:r>
              <a:rPr lang="en-US" sz="2400" dirty="0" err="1">
                <a:latin typeface="Arial" charset="0"/>
                <a:cs typeface="Arial" charset="0"/>
              </a:rPr>
              <a:t>quan</a:t>
            </a:r>
            <a:r>
              <a:rPr lang="en-US" sz="2400" dirty="0">
                <a:latin typeface="Arial" charset="0"/>
                <a:cs typeface="Arial" charset="0"/>
              </a:rPr>
              <a:t> </a:t>
            </a:r>
            <a:r>
              <a:rPr lang="en-US" sz="2400" dirty="0" err="1">
                <a:latin typeface="Arial" charset="0"/>
                <a:cs typeface="Arial" charset="0"/>
              </a:rPr>
              <a:t>trọng</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thời</a:t>
            </a:r>
            <a:r>
              <a:rPr lang="en-US" sz="2400" dirty="0">
                <a:latin typeface="Arial" charset="0"/>
                <a:cs typeface="Arial" charset="0"/>
              </a:rPr>
              <a:t> </a:t>
            </a:r>
            <a:r>
              <a:rPr lang="en-US" sz="2400" dirty="0" err="1">
                <a:latin typeface="Arial" charset="0"/>
                <a:cs typeface="Arial" charset="0"/>
              </a:rPr>
              <a:t>đoạn</a:t>
            </a:r>
            <a:r>
              <a:rPr lang="en-US" sz="2400" dirty="0">
                <a:latin typeface="Arial" charset="0"/>
                <a:cs typeface="Arial" charset="0"/>
              </a:rPr>
              <a:t> </a:t>
            </a:r>
            <a:r>
              <a:rPr lang="en-US" sz="2400" dirty="0" err="1">
                <a:latin typeface="Arial" charset="0"/>
                <a:cs typeface="Arial" charset="0"/>
              </a:rPr>
              <a:t>bằng</a:t>
            </a:r>
            <a:r>
              <a:rPr lang="en-US" sz="2400" dirty="0">
                <a:latin typeface="Arial" charset="0"/>
                <a:cs typeface="Arial" charset="0"/>
              </a:rPr>
              <a:t> 0. </a:t>
            </a:r>
          </a:p>
          <a:p>
            <a:pPr algn="just">
              <a:lnSpc>
                <a:spcPct val="150000"/>
              </a:lnSpc>
              <a:spcBef>
                <a:spcPct val="0"/>
              </a:spcBef>
            </a:pP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mốc</a:t>
            </a:r>
            <a:r>
              <a:rPr lang="en-US" sz="2400" dirty="0">
                <a:latin typeface="Arial" charset="0"/>
                <a:cs typeface="Arial" charset="0"/>
              </a:rPr>
              <a:t> </a:t>
            </a:r>
            <a:r>
              <a:rPr lang="en-US" sz="2400" dirty="0" err="1">
                <a:latin typeface="Arial" charset="0"/>
                <a:cs typeface="Arial" charset="0"/>
              </a:rPr>
              <a:t>quan</a:t>
            </a:r>
            <a:r>
              <a:rPr lang="en-US" sz="2400" dirty="0">
                <a:latin typeface="Arial" charset="0"/>
                <a:cs typeface="Arial" charset="0"/>
              </a:rPr>
              <a:t> </a:t>
            </a:r>
            <a:r>
              <a:rPr lang="en-US" sz="2400" dirty="0" err="1">
                <a:latin typeface="Arial" charset="0"/>
                <a:cs typeface="Arial" charset="0"/>
              </a:rPr>
              <a:t>trọng</a:t>
            </a:r>
            <a:r>
              <a:rPr lang="en-US" sz="2400" dirty="0">
                <a:latin typeface="Arial" charset="0"/>
                <a:cs typeface="Arial" charset="0"/>
              </a:rPr>
              <a:t> </a:t>
            </a:r>
            <a:r>
              <a:rPr lang="en-US" sz="2400" dirty="0" err="1">
                <a:latin typeface="Arial" charset="0"/>
                <a:cs typeface="Arial" charset="0"/>
              </a:rPr>
              <a:t>đóng</a:t>
            </a:r>
            <a:r>
              <a:rPr lang="en-US" sz="2400" dirty="0">
                <a:latin typeface="Arial" charset="0"/>
                <a:cs typeface="Arial" charset="0"/>
              </a:rPr>
              <a:t> </a:t>
            </a:r>
            <a:r>
              <a:rPr lang="en-US" sz="2400" dirty="0" err="1">
                <a:latin typeface="Arial" charset="0"/>
                <a:cs typeface="Arial" charset="0"/>
              </a:rPr>
              <a:t>vai</a:t>
            </a:r>
            <a:r>
              <a:rPr lang="en-US" sz="2400" dirty="0">
                <a:latin typeface="Arial" charset="0"/>
                <a:cs typeface="Arial" charset="0"/>
              </a:rPr>
              <a:t> </a:t>
            </a:r>
            <a:r>
              <a:rPr lang="en-US" sz="2400" dirty="0" err="1">
                <a:latin typeface="Arial" charset="0"/>
                <a:cs typeface="Arial" charset="0"/>
              </a:rPr>
              <a:t>trò</a:t>
            </a:r>
            <a:r>
              <a:rPr lang="en-US" sz="2400" dirty="0">
                <a:latin typeface="Arial" charset="0"/>
                <a:cs typeface="Arial" charset="0"/>
              </a:rPr>
              <a:t> </a:t>
            </a:r>
            <a:r>
              <a:rPr lang="en-US" sz="2400" dirty="0" err="1">
                <a:latin typeface="Arial" charset="0"/>
                <a:cs typeface="Arial" charset="0"/>
              </a:rPr>
              <a:t>như</a:t>
            </a:r>
            <a:r>
              <a:rPr lang="en-US" sz="2400" dirty="0">
                <a:latin typeface="Arial" charset="0"/>
                <a:cs typeface="Arial" charset="0"/>
              </a:rPr>
              <a:t> </a:t>
            </a:r>
            <a:r>
              <a:rPr lang="en-US" sz="2400" dirty="0" err="1">
                <a:latin typeface="Arial" charset="0"/>
                <a:cs typeface="Arial" charset="0"/>
              </a:rPr>
              <a:t>những</a:t>
            </a:r>
            <a:r>
              <a:rPr lang="en-US" sz="2400" dirty="0">
                <a:latin typeface="Arial" charset="0"/>
                <a:cs typeface="Arial" charset="0"/>
              </a:rPr>
              <a:t> </a:t>
            </a:r>
            <a:r>
              <a:rPr lang="en-US" sz="2400" dirty="0" err="1">
                <a:latin typeface="Arial" charset="0"/>
                <a:cs typeface="Arial" charset="0"/>
              </a:rPr>
              <a:t>mốc</a:t>
            </a:r>
            <a:r>
              <a:rPr lang="en-US" sz="2400" dirty="0">
                <a:latin typeface="Arial" charset="0"/>
                <a:cs typeface="Arial" charset="0"/>
              </a:rPr>
              <a:t> </a:t>
            </a:r>
            <a:r>
              <a:rPr lang="en-US" sz="2400" dirty="0" err="1">
                <a:latin typeface="Arial" charset="0"/>
                <a:cs typeface="Arial" charset="0"/>
              </a:rPr>
              <a:t>đánh</a:t>
            </a:r>
            <a:r>
              <a:rPr lang="en-US" sz="2400" dirty="0">
                <a:latin typeface="Arial" charset="0"/>
                <a:cs typeface="Arial" charset="0"/>
              </a:rPr>
              <a:t> </a:t>
            </a:r>
            <a:r>
              <a:rPr lang="en-US" sz="2400" dirty="0" err="1">
                <a:latin typeface="Arial" charset="0"/>
                <a:cs typeface="Arial" charset="0"/>
              </a:rPr>
              <a:t>dấu</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được</a:t>
            </a:r>
            <a:r>
              <a:rPr lang="en-US" sz="2400" dirty="0">
                <a:latin typeface="Arial" charset="0"/>
                <a:cs typeface="Arial" charset="0"/>
              </a:rPr>
              <a:t> </a:t>
            </a:r>
            <a:r>
              <a:rPr lang="en-US" sz="2400" dirty="0" err="1">
                <a:latin typeface="Arial" charset="0"/>
                <a:cs typeface="Arial" charset="0"/>
              </a:rPr>
              <a:t>xác</a:t>
            </a:r>
            <a:r>
              <a:rPr lang="en-US" sz="2400" dirty="0">
                <a:latin typeface="Arial" charset="0"/>
                <a:cs typeface="Arial" charset="0"/>
              </a:rPr>
              <a:t> </a:t>
            </a:r>
            <a:r>
              <a:rPr lang="en-US" sz="2400" dirty="0" err="1">
                <a:latin typeface="Arial" charset="0"/>
                <a:cs typeface="Arial" charset="0"/>
              </a:rPr>
              <a:t>định</a:t>
            </a:r>
            <a:r>
              <a:rPr lang="en-US" sz="2400" dirty="0">
                <a:latin typeface="Arial" charset="0"/>
                <a:cs typeface="Arial" charset="0"/>
              </a:rPr>
              <a:t> </a:t>
            </a:r>
            <a:r>
              <a:rPr lang="en-US" sz="2400" dirty="0" err="1">
                <a:latin typeface="Arial" charset="0"/>
                <a:cs typeface="Arial" charset="0"/>
              </a:rPr>
              <a:t>bởi</a:t>
            </a:r>
            <a:r>
              <a:rPr lang="en-US" sz="2400" dirty="0">
                <a:latin typeface="Arial" charset="0"/>
                <a:cs typeface="Arial" charset="0"/>
              </a:rPr>
              <a:t> </a:t>
            </a:r>
            <a:r>
              <a:rPr lang="en-US" sz="2400" dirty="0" err="1">
                <a:latin typeface="Arial" charset="0"/>
                <a:cs typeface="Arial" charset="0"/>
              </a:rPr>
              <a:t>giám</a:t>
            </a:r>
            <a:r>
              <a:rPr lang="en-US" sz="2400" dirty="0">
                <a:latin typeface="Arial" charset="0"/>
                <a:cs typeface="Arial" charset="0"/>
              </a:rPr>
              <a:t> </a:t>
            </a:r>
            <a:r>
              <a:rPr lang="en-US" sz="2400" dirty="0" err="1">
                <a:latin typeface="Arial" charset="0"/>
                <a:cs typeface="Arial" charset="0"/>
              </a:rPr>
              <a:t>đốc</a:t>
            </a:r>
            <a:r>
              <a:rPr lang="en-US" sz="2400" dirty="0">
                <a:latin typeface="Arial" charset="0"/>
                <a:cs typeface="Arial" charset="0"/>
              </a:rPr>
              <a:t> </a:t>
            </a:r>
            <a:r>
              <a:rPr lang="en-US" sz="2400" dirty="0" err="1">
                <a:latin typeface="Arial" charset="0"/>
                <a:cs typeface="Arial" charset="0"/>
              </a:rPr>
              <a:t>dự</a:t>
            </a:r>
            <a:r>
              <a:rPr lang="en-US" sz="2400" dirty="0">
                <a:latin typeface="Arial" charset="0"/>
                <a:cs typeface="Arial" charset="0"/>
              </a:rPr>
              <a:t> </a:t>
            </a:r>
            <a:r>
              <a:rPr lang="en-US" sz="2400" dirty="0" err="1">
                <a:latin typeface="Arial" charset="0"/>
                <a:cs typeface="Arial" charset="0"/>
              </a:rPr>
              <a:t>án</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a:t>
            </a:r>
            <a:r>
              <a:rPr lang="en-US" sz="2400" dirty="0" err="1">
                <a:latin typeface="Arial" charset="0"/>
                <a:cs typeface="Arial" charset="0"/>
              </a:rPr>
              <a:t>hoặc</a:t>
            </a:r>
            <a:r>
              <a:rPr lang="en-US" sz="2400" dirty="0">
                <a:latin typeface="Arial" charset="0"/>
                <a:cs typeface="Arial" charset="0"/>
              </a:rPr>
              <a:t> </a:t>
            </a:r>
            <a:r>
              <a:rPr lang="en-US" sz="2400" dirty="0" err="1">
                <a:latin typeface="Arial" charset="0"/>
                <a:cs typeface="Arial" charset="0"/>
              </a:rPr>
              <a:t>khách</a:t>
            </a:r>
            <a:r>
              <a:rPr lang="en-US" sz="2400" dirty="0">
                <a:latin typeface="Arial" charset="0"/>
                <a:cs typeface="Arial" charset="0"/>
              </a:rPr>
              <a:t> </a:t>
            </a:r>
            <a:r>
              <a:rPr lang="en-US" sz="2400" dirty="0" err="1">
                <a:latin typeface="Arial" charset="0"/>
                <a:cs typeface="Arial" charset="0"/>
              </a:rPr>
              <a:t>hàng</a:t>
            </a:r>
            <a:r>
              <a:rPr lang="en-US" sz="2400" dirty="0">
                <a:latin typeface="Arial" charset="0"/>
                <a:cs typeface="Arial" charset="0"/>
              </a:rPr>
              <a:t>. </a:t>
            </a:r>
          </a:p>
          <a:p>
            <a:pPr algn="just">
              <a:lnSpc>
                <a:spcPct val="150000"/>
              </a:lnSpc>
              <a:spcBef>
                <a:spcPct val="0"/>
              </a:spcBef>
            </a:pP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ích</a:t>
            </a:r>
            <a:r>
              <a:rPr lang="en-US" sz="2400" dirty="0">
                <a:latin typeface="Arial" charset="0"/>
                <a:cs typeface="Arial" charset="0"/>
              </a:rPr>
              <a:t> </a:t>
            </a:r>
            <a:r>
              <a:rPr lang="en-US" sz="2400" dirty="0" err="1">
                <a:latin typeface="Arial" charset="0"/>
                <a:cs typeface="Arial" charset="0"/>
              </a:rPr>
              <a:t>trong</a:t>
            </a:r>
            <a:r>
              <a:rPr lang="en-US" sz="2400" dirty="0">
                <a:latin typeface="Arial" charset="0"/>
                <a:cs typeface="Arial" charset="0"/>
              </a:rPr>
              <a:t> </a:t>
            </a:r>
            <a:r>
              <a:rPr lang="en-US" sz="2400" dirty="0" err="1">
                <a:latin typeface="Arial" charset="0"/>
                <a:cs typeface="Arial" charset="0"/>
              </a:rPr>
              <a:t>việc</a:t>
            </a:r>
            <a:r>
              <a:rPr lang="en-US" sz="2400" dirty="0">
                <a:latin typeface="Arial" charset="0"/>
                <a:cs typeface="Arial" charset="0"/>
              </a:rPr>
              <a:t> </a:t>
            </a:r>
            <a:r>
              <a:rPr lang="en-US" sz="2400" dirty="0" err="1">
                <a:latin typeface="Arial" charset="0"/>
                <a:cs typeface="Arial" charset="0"/>
              </a:rPr>
              <a:t>chỉ</a:t>
            </a:r>
            <a:r>
              <a:rPr lang="en-US" sz="2400" dirty="0">
                <a:latin typeface="Arial" charset="0"/>
                <a:cs typeface="Arial" charset="0"/>
              </a:rPr>
              <a:t> </a:t>
            </a:r>
            <a:r>
              <a:rPr lang="en-US" sz="2400" dirty="0" err="1">
                <a:latin typeface="Arial" charset="0"/>
                <a:cs typeface="Arial" charset="0"/>
              </a:rPr>
              <a:t>ra</a:t>
            </a:r>
            <a:r>
              <a:rPr lang="en-US" sz="2400" dirty="0">
                <a:latin typeface="Arial" charset="0"/>
                <a:cs typeface="Arial" charset="0"/>
              </a:rPr>
              <a:t> </a:t>
            </a:r>
            <a:r>
              <a:rPr lang="en-US" sz="2400" dirty="0" err="1">
                <a:latin typeface="Arial" charset="0"/>
                <a:cs typeface="Arial" charset="0"/>
              </a:rPr>
              <a:t>sự</a:t>
            </a:r>
            <a:r>
              <a:rPr lang="en-US" sz="2400" dirty="0">
                <a:latin typeface="Arial" charset="0"/>
                <a:cs typeface="Arial" charset="0"/>
              </a:rPr>
              <a:t> </a:t>
            </a:r>
            <a:r>
              <a:rPr lang="en-US" sz="2400" dirty="0" err="1">
                <a:latin typeface="Arial" charset="0"/>
                <a:cs typeface="Arial" charset="0"/>
              </a:rPr>
              <a:t>tiến</a:t>
            </a:r>
            <a:r>
              <a:rPr lang="en-US" sz="2400" dirty="0">
                <a:latin typeface="Arial" charset="0"/>
                <a:cs typeface="Arial" charset="0"/>
              </a:rPr>
              <a:t> </a:t>
            </a:r>
            <a:r>
              <a:rPr lang="en-US" sz="2400" dirty="0" err="1">
                <a:latin typeface="Arial" charset="0"/>
                <a:cs typeface="Arial" charset="0"/>
              </a:rPr>
              <a:t>triển</a:t>
            </a:r>
            <a:r>
              <a:rPr lang="en-US" sz="2400" dirty="0">
                <a:latin typeface="Arial" charset="0"/>
                <a:cs typeface="Arial" charset="0"/>
              </a:rPr>
              <a:t> </a:t>
            </a:r>
            <a:r>
              <a:rPr lang="en-US" sz="2400" dirty="0" err="1">
                <a:latin typeface="Arial" charset="0"/>
                <a:cs typeface="Arial" charset="0"/>
              </a:rPr>
              <a:t>tại</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điểm</a:t>
            </a:r>
            <a:r>
              <a:rPr lang="en-US" sz="2400" dirty="0">
                <a:latin typeface="Arial" charset="0"/>
                <a:cs typeface="Arial" charset="0"/>
              </a:rPr>
              <a:t> </a:t>
            </a:r>
            <a:r>
              <a:rPr lang="en-US" sz="2400" dirty="0" err="1">
                <a:latin typeface="Arial" charset="0"/>
                <a:cs typeface="Arial" charset="0"/>
              </a:rPr>
              <a:t>chính</a:t>
            </a:r>
            <a:r>
              <a:rPr lang="en-US" sz="2400" dirty="0">
                <a:latin typeface="Arial" charset="0"/>
                <a:cs typeface="Arial" charset="0"/>
              </a:rPr>
              <a:t> </a:t>
            </a:r>
            <a:r>
              <a:rPr lang="en-US" sz="2400" dirty="0" err="1">
                <a:latin typeface="Arial" charset="0"/>
                <a:cs typeface="Arial" charset="0"/>
              </a:rPr>
              <a:t>nhưng</a:t>
            </a:r>
            <a:r>
              <a:rPr lang="en-US" sz="2400" dirty="0">
                <a:latin typeface="Arial" charset="0"/>
                <a:cs typeface="Arial" charset="0"/>
              </a:rPr>
              <a:t> </a:t>
            </a:r>
            <a:r>
              <a:rPr lang="en-US" sz="2400" dirty="0" err="1">
                <a:latin typeface="Arial" charset="0"/>
                <a:cs typeface="Arial" charset="0"/>
              </a:rPr>
              <a:t>chỉ</a:t>
            </a:r>
            <a:r>
              <a:rPr lang="en-US" sz="2400" dirty="0">
                <a:latin typeface="Arial" charset="0"/>
                <a:cs typeface="Arial" charset="0"/>
              </a:rPr>
              <a:t> </a:t>
            </a:r>
            <a:r>
              <a:rPr lang="en-US" sz="2400" dirty="0" err="1">
                <a:latin typeface="Arial" charset="0"/>
                <a:cs typeface="Arial" charset="0"/>
              </a:rPr>
              <a:t>số</a:t>
            </a:r>
            <a:r>
              <a:rPr lang="en-US" sz="2400" dirty="0">
                <a:latin typeface="Arial" charset="0"/>
                <a:cs typeface="Arial" charset="0"/>
              </a:rPr>
              <a:t> </a:t>
            </a:r>
            <a:r>
              <a:rPr lang="en-US" sz="2400" dirty="0" err="1">
                <a:latin typeface="Arial" charset="0"/>
                <a:cs typeface="Arial" charset="0"/>
              </a:rPr>
              <a:t>tiến</a:t>
            </a:r>
            <a:r>
              <a:rPr lang="en-US" sz="2400" dirty="0">
                <a:latin typeface="Arial" charset="0"/>
                <a:cs typeface="Arial" charset="0"/>
              </a:rPr>
              <a:t> </a:t>
            </a:r>
            <a:r>
              <a:rPr lang="en-US" sz="2400" dirty="0" err="1">
                <a:latin typeface="Arial" charset="0"/>
                <a:cs typeface="Arial" charset="0"/>
              </a:rPr>
              <a:t>triển</a:t>
            </a:r>
            <a:r>
              <a:rPr lang="en-US" sz="2400" dirty="0">
                <a:latin typeface="Arial" charset="0"/>
                <a:cs typeface="Arial" charset="0"/>
              </a:rPr>
              <a:t> </a:t>
            </a:r>
            <a:r>
              <a:rPr lang="en-US" sz="2400" dirty="0" err="1">
                <a:latin typeface="Arial" charset="0"/>
                <a:cs typeface="Arial" charset="0"/>
              </a:rPr>
              <a:t>thực</a:t>
            </a:r>
            <a:r>
              <a:rPr lang="en-US" sz="2400" dirty="0">
                <a:latin typeface="Arial" charset="0"/>
                <a:cs typeface="Arial" charset="0"/>
              </a:rPr>
              <a:t> </a:t>
            </a:r>
            <a:r>
              <a:rPr lang="en-US" sz="2400" dirty="0" err="1">
                <a:latin typeface="Arial" charset="0"/>
                <a:cs typeface="Arial" charset="0"/>
              </a:rPr>
              <a:t>sự</a:t>
            </a:r>
            <a:r>
              <a:rPr lang="en-US" sz="2400" dirty="0">
                <a:latin typeface="Arial" charset="0"/>
                <a:cs typeface="Arial" charset="0"/>
              </a:rPr>
              <a:t> </a:t>
            </a:r>
            <a:r>
              <a:rPr lang="en-US" sz="2400" dirty="0" err="1">
                <a:latin typeface="Arial" charset="0"/>
                <a:cs typeface="Arial" charset="0"/>
              </a:rPr>
              <a:t>là</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gói</a:t>
            </a:r>
            <a:r>
              <a:rPr lang="en-US" sz="2400" dirty="0">
                <a:latin typeface="Arial" charset="0"/>
                <a:cs typeface="Arial" charset="0"/>
              </a:rPr>
              <a:t> </a:t>
            </a:r>
            <a:r>
              <a:rPr lang="en-US" sz="2400" dirty="0" err="1">
                <a:latin typeface="Arial" charset="0"/>
                <a:cs typeface="Arial" charset="0"/>
              </a:rPr>
              <a:t>công</a:t>
            </a:r>
            <a:r>
              <a:rPr lang="en-US" sz="2400" dirty="0">
                <a:latin typeface="Arial" charset="0"/>
                <a:cs typeface="Arial" charset="0"/>
              </a:rPr>
              <a:t> </a:t>
            </a:r>
            <a:r>
              <a:rPr lang="en-US" sz="2400" dirty="0" err="1">
                <a:latin typeface="Arial" charset="0"/>
                <a:cs typeface="Arial" charset="0"/>
              </a:rPr>
              <a:t>việc</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ước</a:t>
            </a:r>
            <a:r>
              <a:rPr lang="en-US" sz="2400" dirty="0">
                <a:latin typeface="Arial" charset="0"/>
                <a:cs typeface="Arial" charset="0"/>
              </a:rPr>
              <a:t> </a:t>
            </a:r>
            <a:r>
              <a:rPr lang="en-US" sz="2400" dirty="0" err="1">
                <a:latin typeface="Arial" charset="0"/>
                <a:cs typeface="Arial" charset="0"/>
              </a:rPr>
              <a:t>lượng</a:t>
            </a:r>
            <a:r>
              <a:rPr lang="en-US" sz="2400" dirty="0">
                <a:latin typeface="Arial" charset="0"/>
                <a:cs typeface="Arial" charset="0"/>
              </a:rPr>
              <a:t> </a:t>
            </a:r>
            <a:r>
              <a:rPr lang="en-US" sz="2400" dirty="0" err="1">
                <a:latin typeface="Arial" charset="0"/>
                <a:cs typeface="Arial" charset="0"/>
              </a:rPr>
              <a:t>nên</a:t>
            </a:r>
            <a:r>
              <a:rPr lang="en-US" sz="2400" dirty="0">
                <a:latin typeface="Arial" charset="0"/>
                <a:cs typeface="Arial" charset="0"/>
              </a:rPr>
              <a:t> </a:t>
            </a:r>
            <a:r>
              <a:rPr lang="en-US" sz="2400" dirty="0" err="1">
                <a:latin typeface="Arial" charset="0"/>
                <a:cs typeface="Arial" charset="0"/>
              </a:rPr>
              <a:t>được</a:t>
            </a:r>
            <a:r>
              <a:rPr lang="en-US" sz="2400" dirty="0">
                <a:latin typeface="Arial" charset="0"/>
                <a:cs typeface="Arial" charset="0"/>
              </a:rPr>
              <a:t> </a:t>
            </a:r>
            <a:r>
              <a:rPr lang="en-US" sz="2400" dirty="0" err="1">
                <a:latin typeface="Arial" charset="0"/>
                <a:cs typeface="Arial" charset="0"/>
              </a:rPr>
              <a:t>thực</a:t>
            </a:r>
            <a:r>
              <a:rPr lang="en-US" sz="2400" dirty="0">
                <a:latin typeface="Arial" charset="0"/>
                <a:cs typeface="Arial" charset="0"/>
              </a:rPr>
              <a:t> </a:t>
            </a:r>
            <a:r>
              <a:rPr lang="en-US" sz="2400" dirty="0" err="1">
                <a:latin typeface="Arial" charset="0"/>
                <a:cs typeface="Arial" charset="0"/>
              </a:rPr>
              <a:t>hiện</a:t>
            </a:r>
            <a:r>
              <a:rPr lang="en-US" sz="2400" dirty="0">
                <a:latin typeface="Arial" charset="0"/>
                <a:cs typeface="Arial" charset="0"/>
              </a:rPr>
              <a:t> </a:t>
            </a:r>
            <a:r>
              <a:rPr lang="en-US" sz="2400" dirty="0" err="1">
                <a:latin typeface="Arial" charset="0"/>
                <a:cs typeface="Arial" charset="0"/>
              </a:rPr>
              <a:t>sao</a:t>
            </a:r>
            <a:r>
              <a:rPr lang="en-US" sz="2400" dirty="0">
                <a:latin typeface="Arial" charset="0"/>
                <a:cs typeface="Arial" charset="0"/>
              </a:rPr>
              <a:t> </a:t>
            </a:r>
            <a:r>
              <a:rPr lang="en-US" sz="2400" dirty="0" err="1">
                <a:latin typeface="Arial" charset="0"/>
                <a:cs typeface="Arial" charset="0"/>
              </a:rPr>
              <a:t>cho</a:t>
            </a:r>
            <a:r>
              <a:rPr lang="en-US" sz="2400" dirty="0">
                <a:latin typeface="Arial" charset="0"/>
                <a:cs typeface="Arial" charset="0"/>
              </a:rPr>
              <a:t> </a:t>
            </a:r>
            <a:r>
              <a:rPr lang="en-US" sz="2400" dirty="0" err="1">
                <a:latin typeface="Arial" charset="0"/>
                <a:cs typeface="Arial" charset="0"/>
              </a:rPr>
              <a:t>phù</a:t>
            </a:r>
            <a:r>
              <a:rPr lang="en-US" sz="2400" dirty="0">
                <a:latin typeface="Arial" charset="0"/>
                <a:cs typeface="Arial" charset="0"/>
              </a:rPr>
              <a:t> </a:t>
            </a:r>
            <a:r>
              <a:rPr lang="en-US" sz="2400" dirty="0" err="1">
                <a:latin typeface="Arial" charset="0"/>
                <a:cs typeface="Arial" charset="0"/>
              </a:rPr>
              <a:t>hợp</a:t>
            </a:r>
            <a:r>
              <a:rPr lang="en-US" sz="2400" dirty="0">
                <a:latin typeface="Arial" charset="0"/>
                <a:cs typeface="Arial" charset="0"/>
              </a:rPr>
              <a:t>. </a:t>
            </a:r>
          </a:p>
          <a:p>
            <a:pPr algn="just">
              <a:lnSpc>
                <a:spcPct val="150000"/>
              </a:lnSpc>
              <a:spcBef>
                <a:spcPct val="0"/>
              </a:spcBef>
            </a:pPr>
            <a:endParaRPr lang="en-US" sz="2400" dirty="0">
              <a:latin typeface="Arial" charset="0"/>
              <a:cs typeface="Arial" charset="0"/>
            </a:endParaRPr>
          </a:p>
        </p:txBody>
      </p:sp>
      <p:pic>
        <p:nvPicPr>
          <p:cNvPr id="12292"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CA86BBAD-6A84-4559-8B70-B5FFD120A667}" type="slidenum">
              <a:rPr lang="en-US" sz="1400" smtClean="0"/>
              <a:pPr eaLnBrk="1" hangingPunct="1"/>
              <a:t>6</a:t>
            </a:fld>
            <a:endParaRPr lang="en-US" sz="1400"/>
          </a:p>
        </p:txBody>
      </p:sp>
      <p:sp>
        <p:nvSpPr>
          <p:cNvPr id="6" name="AutoShape 2"/>
          <p:cNvSpPr txBox="1">
            <a:spLocks noChangeArrowheads="1"/>
          </p:cNvSpPr>
          <p:nvPr/>
        </p:nvSpPr>
        <p:spPr bwMode="auto">
          <a:xfrm>
            <a:off x="381000" y="304800"/>
            <a:ext cx="861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a:lstStyle>
          <a:p>
            <a:pPr eaLnBrk="1" hangingPunct="1"/>
            <a:r>
              <a:rPr lang="en-US" sz="2800" b="1" dirty="0">
                <a:latin typeface="Arial" charset="0"/>
                <a:cs typeface="Arial" charset="0"/>
              </a:rPr>
              <a:t>2. CÁC HOẠT ĐỘNG CỦA DỰ ÁN</a:t>
            </a:r>
          </a:p>
        </p:txBody>
      </p:sp>
      <p:sp>
        <p:nvSpPr>
          <p:cNvPr id="7" name="AutoShape 4"/>
          <p:cNvSpPr>
            <a:spLocks noChangeArrowheads="1"/>
          </p:cNvSpPr>
          <p:nvPr/>
        </p:nvSpPr>
        <p:spPr bwMode="auto">
          <a:xfrm>
            <a:off x="685800" y="1219200"/>
            <a:ext cx="6096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defRPr/>
            </a:pPr>
            <a:r>
              <a:rPr lang="en-US" sz="2400" b="1" dirty="0" err="1">
                <a:solidFill>
                  <a:srgbClr val="CCFF33"/>
                </a:solidFill>
                <a:effectLst>
                  <a:outerShdw blurRad="38100" dist="38100" dir="2700000" algn="tl">
                    <a:srgbClr val="000000"/>
                  </a:outerShdw>
                </a:effectLst>
              </a:rPr>
              <a:t>Xác</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lập</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cột</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mốc</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quan</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trọng</a:t>
            </a:r>
            <a:endParaRPr lang="en-US" sz="2400" b="1" dirty="0">
              <a:solidFill>
                <a:srgbClr val="CCFF33"/>
              </a:solidFill>
              <a:effectLst>
                <a:outerShdw blurRad="38100" dist="38100" dir="2700000" algn="tl">
                  <a:srgbClr val="000000"/>
                </a:outerShdw>
              </a:effectLst>
            </a:endParaRPr>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2. CÁC HOẠT ĐỘNG CỦA DỰ ÁN</a:t>
            </a:r>
          </a:p>
        </p:txBody>
      </p:sp>
      <p:sp>
        <p:nvSpPr>
          <p:cNvPr id="13315" name="Rectangle 3"/>
          <p:cNvSpPr>
            <a:spLocks noGrp="1" noChangeArrowheads="1"/>
          </p:cNvSpPr>
          <p:nvPr>
            <p:ph type="body" sz="half" idx="1"/>
          </p:nvPr>
        </p:nvSpPr>
        <p:spPr>
          <a:xfrm>
            <a:off x="366014" y="1828800"/>
            <a:ext cx="8153400" cy="1219200"/>
          </a:xfrm>
        </p:spPr>
        <p:txBody>
          <a:bodyPr/>
          <a:lstStyle/>
          <a:p>
            <a:r>
              <a:rPr lang="en-US" sz="2400" b="1" dirty="0" err="1">
                <a:latin typeface="Arial" charset="0"/>
                <a:cs typeface="Arial" charset="0"/>
              </a:rPr>
              <a:t>Ví</a:t>
            </a:r>
            <a:r>
              <a:rPr lang="en-US" sz="2400" b="1" dirty="0">
                <a:latin typeface="Arial" charset="0"/>
                <a:cs typeface="Arial" charset="0"/>
              </a:rPr>
              <a:t> </a:t>
            </a:r>
            <a:r>
              <a:rPr lang="en-US" sz="2400" b="1" dirty="0" err="1">
                <a:latin typeface="Arial" charset="0"/>
                <a:cs typeface="Arial" charset="0"/>
              </a:rPr>
              <a:t>dụ</a:t>
            </a:r>
            <a:r>
              <a:rPr lang="en-US" sz="2400" b="1" dirty="0">
                <a:latin typeface="Arial" charset="0"/>
                <a:cs typeface="Arial" charset="0"/>
              </a:rPr>
              <a:t>: </a:t>
            </a:r>
            <a:endParaRPr lang="en-US" sz="2400" dirty="0">
              <a:latin typeface="Arial" charset="0"/>
              <a:cs typeface="Arial" charset="0"/>
            </a:endParaRPr>
          </a:p>
          <a:p>
            <a:r>
              <a:rPr lang="en-US" sz="2400" dirty="0" err="1">
                <a:latin typeface="Arial" charset="0"/>
                <a:cs typeface="Arial" charset="0"/>
              </a:rPr>
              <a:t>Công</a:t>
            </a:r>
            <a:r>
              <a:rPr lang="en-US" sz="2400" dirty="0">
                <a:latin typeface="Arial" charset="0"/>
                <a:cs typeface="Arial" charset="0"/>
              </a:rPr>
              <a:t> </a:t>
            </a:r>
            <a:r>
              <a:rPr lang="en-US" sz="2400" dirty="0" err="1">
                <a:latin typeface="Arial" charset="0"/>
                <a:cs typeface="Arial" charset="0"/>
              </a:rPr>
              <a:t>ty</a:t>
            </a:r>
            <a:r>
              <a:rPr lang="en-US" sz="2400" dirty="0">
                <a:latin typeface="Arial" charset="0"/>
                <a:cs typeface="Arial" charset="0"/>
              </a:rPr>
              <a:t> </a:t>
            </a:r>
            <a:r>
              <a:rPr lang="en-US" sz="2400" dirty="0" err="1">
                <a:latin typeface="Arial" charset="0"/>
                <a:cs typeface="Arial" charset="0"/>
              </a:rPr>
              <a:t>tư</a:t>
            </a:r>
            <a:r>
              <a:rPr lang="en-US" sz="2400" dirty="0">
                <a:latin typeface="Arial" charset="0"/>
                <a:cs typeface="Arial" charset="0"/>
              </a:rPr>
              <a:t> </a:t>
            </a:r>
            <a:r>
              <a:rPr lang="en-US" sz="2400" dirty="0" err="1">
                <a:latin typeface="Arial" charset="0"/>
                <a:cs typeface="Arial" charset="0"/>
              </a:rPr>
              <a:t>vấn</a:t>
            </a:r>
            <a:r>
              <a:rPr lang="en-US" sz="2400" dirty="0">
                <a:latin typeface="Arial" charset="0"/>
                <a:cs typeface="Arial" charset="0"/>
              </a:rPr>
              <a:t> </a:t>
            </a:r>
            <a:r>
              <a:rPr lang="en-US" sz="2400" dirty="0" err="1">
                <a:latin typeface="Arial" charset="0"/>
                <a:cs typeface="Arial" charset="0"/>
              </a:rPr>
              <a:t>xây</a:t>
            </a:r>
            <a:r>
              <a:rPr lang="en-US" sz="2400" dirty="0">
                <a:latin typeface="Arial" charset="0"/>
                <a:cs typeface="Arial" charset="0"/>
              </a:rPr>
              <a:t> </a:t>
            </a:r>
            <a:r>
              <a:rPr lang="en-US" sz="2400" dirty="0" err="1">
                <a:latin typeface="Arial" charset="0"/>
                <a:cs typeface="Arial" charset="0"/>
              </a:rPr>
              <a:t>dựng</a:t>
            </a:r>
            <a:r>
              <a:rPr lang="en-US" sz="2400" dirty="0">
                <a:latin typeface="Arial" charset="0"/>
                <a:cs typeface="Arial" charset="0"/>
              </a:rPr>
              <a:t> </a:t>
            </a:r>
            <a:r>
              <a:rPr lang="en-US" sz="2400" dirty="0" err="1">
                <a:latin typeface="Arial" charset="0"/>
                <a:cs typeface="Arial" charset="0"/>
              </a:rPr>
              <a:t>ước</a:t>
            </a:r>
            <a:r>
              <a:rPr lang="en-US" sz="2400" dirty="0">
                <a:latin typeface="Arial" charset="0"/>
                <a:cs typeface="Arial" charset="0"/>
              </a:rPr>
              <a:t> </a:t>
            </a:r>
            <a:r>
              <a:rPr lang="en-US" sz="2400" dirty="0" err="1">
                <a:latin typeface="Arial" charset="0"/>
                <a:cs typeface="Arial" charset="0"/>
              </a:rPr>
              <a:t>lượng</a:t>
            </a:r>
            <a:r>
              <a:rPr lang="en-US" sz="2400" dirty="0">
                <a:latin typeface="Arial" charset="0"/>
                <a:cs typeface="Arial" charset="0"/>
              </a:rPr>
              <a:t> </a:t>
            </a:r>
            <a:r>
              <a:rPr lang="en-US" sz="2400" dirty="0" err="1">
                <a:latin typeface="Arial" charset="0"/>
                <a:cs typeface="Arial" charset="0"/>
              </a:rPr>
              <a:t>thời</a:t>
            </a:r>
            <a:r>
              <a:rPr lang="en-US" sz="2400" dirty="0">
                <a:latin typeface="Arial" charset="0"/>
                <a:cs typeface="Arial" charset="0"/>
              </a:rPr>
              <a:t> </a:t>
            </a:r>
            <a:r>
              <a:rPr lang="en-US" sz="2400" dirty="0" err="1">
                <a:latin typeface="Arial" charset="0"/>
                <a:cs typeface="Arial" charset="0"/>
              </a:rPr>
              <a:t>gian</a:t>
            </a:r>
            <a:r>
              <a:rPr lang="en-US" sz="2400" dirty="0">
                <a:latin typeface="Arial" charset="0"/>
                <a:cs typeface="Arial" charset="0"/>
              </a:rPr>
              <a:t> </a:t>
            </a:r>
            <a:r>
              <a:rPr lang="en-US" sz="2400" dirty="0" err="1">
                <a:latin typeface="Arial" charset="0"/>
                <a:cs typeface="Arial" charset="0"/>
              </a:rPr>
              <a:t>cho</a:t>
            </a:r>
            <a:r>
              <a:rPr lang="en-US" sz="2400" dirty="0">
                <a:latin typeface="Arial" charset="0"/>
                <a:cs typeface="Arial" charset="0"/>
              </a:rPr>
              <a:t> </a:t>
            </a:r>
            <a:r>
              <a:rPr lang="en-US" sz="2400" dirty="0" err="1">
                <a:latin typeface="Arial" charset="0"/>
                <a:cs typeface="Arial" charset="0"/>
              </a:rPr>
              <a:t>dự</a:t>
            </a:r>
            <a:r>
              <a:rPr lang="en-US" sz="2400" dirty="0">
                <a:latin typeface="Arial" charset="0"/>
                <a:cs typeface="Arial" charset="0"/>
              </a:rPr>
              <a:t> </a:t>
            </a:r>
            <a:r>
              <a:rPr lang="en-US" sz="2400" dirty="0" err="1">
                <a:latin typeface="Arial" charset="0"/>
                <a:cs typeface="Arial" charset="0"/>
              </a:rPr>
              <a:t>án</a:t>
            </a:r>
            <a:r>
              <a:rPr lang="en-US" sz="2400" dirty="0">
                <a:latin typeface="Arial" charset="0"/>
                <a:cs typeface="Arial" charset="0"/>
              </a:rPr>
              <a:t> </a:t>
            </a:r>
            <a:r>
              <a:rPr lang="en-US" sz="2400" dirty="0" err="1">
                <a:latin typeface="Arial" charset="0"/>
                <a:cs typeface="Arial" charset="0"/>
              </a:rPr>
              <a:t>khách</a:t>
            </a:r>
            <a:r>
              <a:rPr lang="en-US" sz="2400" dirty="0">
                <a:latin typeface="Arial" charset="0"/>
                <a:cs typeface="Arial" charset="0"/>
              </a:rPr>
              <a:t> </a:t>
            </a:r>
            <a:r>
              <a:rPr lang="en-US" sz="2400" dirty="0" err="1">
                <a:latin typeface="Arial" charset="0"/>
                <a:cs typeface="Arial" charset="0"/>
              </a:rPr>
              <a:t>hàng</a:t>
            </a:r>
            <a:r>
              <a:rPr lang="en-US" sz="2400" dirty="0">
                <a:latin typeface="Arial" charset="0"/>
                <a:cs typeface="Arial" charset="0"/>
              </a:rPr>
              <a:t> </a:t>
            </a:r>
            <a:r>
              <a:rPr lang="en-US" sz="2400" dirty="0" err="1">
                <a:latin typeface="Arial" charset="0"/>
                <a:cs typeface="Arial" charset="0"/>
              </a:rPr>
              <a:t>và</a:t>
            </a:r>
            <a:r>
              <a:rPr lang="en-US" sz="2400" dirty="0">
                <a:latin typeface="Arial" charset="0"/>
                <a:cs typeface="Arial" charset="0"/>
              </a:rPr>
              <a:t> </a:t>
            </a:r>
            <a:r>
              <a:rPr lang="en-US" sz="2400" dirty="0" err="1">
                <a:latin typeface="Arial" charset="0"/>
                <a:cs typeface="Arial" charset="0"/>
              </a:rPr>
              <a:t>có</a:t>
            </a:r>
            <a:r>
              <a:rPr lang="en-US" sz="2400" dirty="0">
                <a:latin typeface="Arial" charset="0"/>
                <a:cs typeface="Arial" charset="0"/>
              </a:rPr>
              <a:t> </a:t>
            </a:r>
            <a:r>
              <a:rPr lang="en-US" sz="2400" dirty="0" err="1">
                <a:latin typeface="Arial" charset="0"/>
                <a:cs typeface="Arial" charset="0"/>
              </a:rPr>
              <a:t>các</a:t>
            </a:r>
            <a:r>
              <a:rPr lang="en-US" sz="2400" dirty="0">
                <a:latin typeface="Arial" charset="0"/>
                <a:cs typeface="Arial" charset="0"/>
              </a:rPr>
              <a:t> </a:t>
            </a:r>
            <a:r>
              <a:rPr lang="en-US" sz="2400" dirty="0" err="1">
                <a:latin typeface="Arial" charset="0"/>
                <a:cs typeface="Arial" charset="0"/>
              </a:rPr>
              <a:t>mốc</a:t>
            </a:r>
            <a:r>
              <a:rPr lang="en-US" sz="2400" dirty="0">
                <a:latin typeface="Arial" charset="0"/>
                <a:cs typeface="Arial" charset="0"/>
              </a:rPr>
              <a:t> </a:t>
            </a:r>
            <a:r>
              <a:rPr lang="en-US" sz="2400" dirty="0" err="1">
                <a:latin typeface="Arial" charset="0"/>
                <a:cs typeface="Arial" charset="0"/>
              </a:rPr>
              <a:t>quan</a:t>
            </a:r>
            <a:r>
              <a:rPr lang="en-US" sz="2400" dirty="0">
                <a:latin typeface="Arial" charset="0"/>
                <a:cs typeface="Arial" charset="0"/>
              </a:rPr>
              <a:t> </a:t>
            </a:r>
            <a:r>
              <a:rPr lang="en-US" sz="2400" dirty="0" err="1">
                <a:latin typeface="Arial" charset="0"/>
                <a:cs typeface="Arial" charset="0"/>
              </a:rPr>
              <a:t>trọng</a:t>
            </a:r>
            <a:r>
              <a:rPr lang="en-US" sz="2400" dirty="0">
                <a:latin typeface="Arial" charset="0"/>
                <a:cs typeface="Arial" charset="0"/>
              </a:rPr>
              <a:t> </a:t>
            </a:r>
            <a:r>
              <a:rPr lang="en-US" sz="2400" dirty="0" err="1">
                <a:latin typeface="Arial" charset="0"/>
                <a:cs typeface="Arial" charset="0"/>
              </a:rPr>
              <a:t>như</a:t>
            </a:r>
            <a:r>
              <a:rPr lang="en-US" sz="2400" dirty="0">
                <a:latin typeface="Arial" charset="0"/>
                <a:cs typeface="Arial" charset="0"/>
              </a:rPr>
              <a:t> </a:t>
            </a:r>
            <a:r>
              <a:rPr lang="en-US" sz="2400" dirty="0" err="1">
                <a:latin typeface="Arial" charset="0"/>
                <a:cs typeface="Arial" charset="0"/>
              </a:rPr>
              <a:t>sau</a:t>
            </a:r>
            <a:r>
              <a:rPr lang="en-US" sz="2400" dirty="0">
                <a:latin typeface="Arial" charset="0"/>
                <a:cs typeface="Arial" charset="0"/>
              </a:rPr>
              <a:t>:</a:t>
            </a:r>
          </a:p>
          <a:p>
            <a:pPr algn="just">
              <a:lnSpc>
                <a:spcPct val="150000"/>
              </a:lnSpc>
              <a:spcBef>
                <a:spcPct val="0"/>
              </a:spcBef>
            </a:pPr>
            <a:endParaRPr lang="en-US" sz="2400" dirty="0">
              <a:latin typeface="Arial" charset="0"/>
              <a:cs typeface="Arial" charset="0"/>
            </a:endParaRPr>
          </a:p>
        </p:txBody>
      </p:sp>
      <p:pic>
        <p:nvPicPr>
          <p:cNvPr id="13316"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560CB630-1DD4-4960-8FFC-6904EF680442}" type="slidenum">
              <a:rPr lang="en-US" sz="1400" smtClean="0"/>
              <a:pPr eaLnBrk="1" hangingPunct="1"/>
              <a:t>7</a:t>
            </a:fld>
            <a:endParaRPr lang="en-US" sz="1400"/>
          </a:p>
        </p:txBody>
      </p:sp>
      <p:graphicFrame>
        <p:nvGraphicFramePr>
          <p:cNvPr id="6" name="Table 5"/>
          <p:cNvGraphicFramePr>
            <a:graphicFrameLocks noGrp="1"/>
          </p:cNvGraphicFramePr>
          <p:nvPr>
            <p:extLst>
              <p:ext uri="{D42A27DB-BD31-4B8C-83A1-F6EECF244321}">
                <p14:modId xmlns:p14="http://schemas.microsoft.com/office/powerpoint/2010/main" val="3031418630"/>
              </p:ext>
            </p:extLst>
          </p:nvPr>
        </p:nvGraphicFramePr>
        <p:xfrm>
          <a:off x="410368" y="3135573"/>
          <a:ext cx="8077201" cy="3048000"/>
        </p:xfrm>
        <a:graphic>
          <a:graphicData uri="http://schemas.openxmlformats.org/drawingml/2006/table">
            <a:tbl>
              <a:tblPr/>
              <a:tblGrid>
                <a:gridCol w="2259238">
                  <a:extLst>
                    <a:ext uri="{9D8B030D-6E8A-4147-A177-3AD203B41FA5}">
                      <a16:colId xmlns:a16="http://schemas.microsoft.com/office/drawing/2014/main" val="20000"/>
                    </a:ext>
                  </a:extLst>
                </a:gridCol>
                <a:gridCol w="976738">
                  <a:extLst>
                    <a:ext uri="{9D8B030D-6E8A-4147-A177-3AD203B41FA5}">
                      <a16:colId xmlns:a16="http://schemas.microsoft.com/office/drawing/2014/main" val="20001"/>
                    </a:ext>
                  </a:extLst>
                </a:gridCol>
                <a:gridCol w="968245">
                  <a:extLst>
                    <a:ext uri="{9D8B030D-6E8A-4147-A177-3AD203B41FA5}">
                      <a16:colId xmlns:a16="http://schemas.microsoft.com/office/drawing/2014/main" val="20002"/>
                    </a:ext>
                  </a:extLst>
                </a:gridCol>
                <a:gridCol w="968245">
                  <a:extLst>
                    <a:ext uri="{9D8B030D-6E8A-4147-A177-3AD203B41FA5}">
                      <a16:colId xmlns:a16="http://schemas.microsoft.com/office/drawing/2014/main" val="20003"/>
                    </a:ext>
                  </a:extLst>
                </a:gridCol>
                <a:gridCol w="968245">
                  <a:extLst>
                    <a:ext uri="{9D8B030D-6E8A-4147-A177-3AD203B41FA5}">
                      <a16:colId xmlns:a16="http://schemas.microsoft.com/office/drawing/2014/main" val="20004"/>
                    </a:ext>
                  </a:extLst>
                </a:gridCol>
                <a:gridCol w="968245">
                  <a:extLst>
                    <a:ext uri="{9D8B030D-6E8A-4147-A177-3AD203B41FA5}">
                      <a16:colId xmlns:a16="http://schemas.microsoft.com/office/drawing/2014/main" val="20005"/>
                    </a:ext>
                  </a:extLst>
                </a:gridCol>
                <a:gridCol w="968245">
                  <a:extLst>
                    <a:ext uri="{9D8B030D-6E8A-4147-A177-3AD203B41FA5}">
                      <a16:colId xmlns:a16="http://schemas.microsoft.com/office/drawing/2014/main" val="20006"/>
                    </a:ext>
                  </a:extLst>
                </a:gridCol>
              </a:tblGrid>
              <a:tr h="508000">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dirty="0" err="1">
                          <a:latin typeface="Arial" pitchFamily="34" charset="0"/>
                          <a:ea typeface="Calibri"/>
                          <a:cs typeface="Arial" pitchFamily="34" charset="0"/>
                        </a:rPr>
                        <a:t>Tháng</a:t>
                      </a:r>
                      <a:r>
                        <a:rPr lang="en-US" sz="1600" dirty="0">
                          <a:latin typeface="Arial" pitchFamily="34" charset="0"/>
                          <a:ea typeface="Calibri"/>
                          <a:cs typeface="Arial" pitchFamily="34" charset="0"/>
                        </a:rPr>
                        <a:t> 3</a:t>
                      </a:r>
                      <a:endParaRPr lang="en-US" sz="12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a:latin typeface="Arial" pitchFamily="34" charset="0"/>
                          <a:ea typeface="Calibri"/>
                          <a:cs typeface="Arial" pitchFamily="34" charset="0"/>
                        </a:rPr>
                        <a:t>Tháng 4</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a:latin typeface="Arial" pitchFamily="34" charset="0"/>
                          <a:ea typeface="Calibri"/>
                          <a:cs typeface="Arial" pitchFamily="34" charset="0"/>
                        </a:rPr>
                        <a:t>Tháng 5</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a:latin typeface="Arial" pitchFamily="34" charset="0"/>
                          <a:ea typeface="Calibri"/>
                          <a:cs typeface="Arial" pitchFamily="34" charset="0"/>
                        </a:rPr>
                        <a:t>Tháng 6</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a:latin typeface="Arial" pitchFamily="34" charset="0"/>
                          <a:ea typeface="Calibri"/>
                          <a:cs typeface="Arial" pitchFamily="34" charset="0"/>
                        </a:rPr>
                        <a:t>Tháng 7</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r>
                        <a:rPr lang="en-US" sz="1600">
                          <a:latin typeface="Arial" pitchFamily="34" charset="0"/>
                          <a:ea typeface="Calibri"/>
                          <a:cs typeface="Arial" pitchFamily="34" charset="0"/>
                        </a:rPr>
                        <a:t>Tháng 8</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8000">
                <a:tc>
                  <a:txBody>
                    <a:bodyPr/>
                    <a:lstStyle/>
                    <a:p>
                      <a:pPr algn="just">
                        <a:lnSpc>
                          <a:spcPct val="150000"/>
                        </a:lnSpc>
                        <a:spcAft>
                          <a:spcPts val="0"/>
                        </a:spcAft>
                      </a:pPr>
                      <a:r>
                        <a:rPr lang="en-US" sz="1600">
                          <a:solidFill>
                            <a:srgbClr val="000000"/>
                          </a:solidFill>
                          <a:latin typeface="Arial" pitchFamily="34" charset="0"/>
                          <a:ea typeface="Calibri"/>
                          <a:cs typeface="Arial" pitchFamily="34" charset="0"/>
                        </a:rPr>
                        <a:t>Hoàn tất hành động A</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8000">
                <a:tc>
                  <a:txBody>
                    <a:bodyPr/>
                    <a:lstStyle/>
                    <a:p>
                      <a:pPr algn="just">
                        <a:lnSpc>
                          <a:spcPct val="150000"/>
                        </a:lnSpc>
                        <a:spcAft>
                          <a:spcPts val="0"/>
                        </a:spcAft>
                      </a:pPr>
                      <a:r>
                        <a:rPr lang="en-US" sz="1600">
                          <a:solidFill>
                            <a:srgbClr val="000000"/>
                          </a:solidFill>
                          <a:latin typeface="Arial" pitchFamily="34" charset="0"/>
                          <a:ea typeface="Calibri"/>
                          <a:cs typeface="Arial" pitchFamily="34" charset="0"/>
                        </a:rPr>
                        <a:t>Hoàn tất hành động B</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1750" algn="ctr">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8000">
                <a:tc>
                  <a:txBody>
                    <a:bodyPr/>
                    <a:lstStyle/>
                    <a:p>
                      <a:pPr algn="just">
                        <a:lnSpc>
                          <a:spcPct val="150000"/>
                        </a:lnSpc>
                        <a:spcAft>
                          <a:spcPts val="0"/>
                        </a:spcAft>
                      </a:pPr>
                      <a:r>
                        <a:rPr lang="en-US" sz="1600">
                          <a:solidFill>
                            <a:srgbClr val="000000"/>
                          </a:solidFill>
                          <a:latin typeface="Arial" pitchFamily="34" charset="0"/>
                          <a:ea typeface="Calibri"/>
                          <a:cs typeface="Arial" pitchFamily="34" charset="0"/>
                        </a:rPr>
                        <a:t>Hoàn tất hành động C</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8000">
                <a:tc>
                  <a:txBody>
                    <a:bodyPr/>
                    <a:lstStyle/>
                    <a:p>
                      <a:pPr algn="just">
                        <a:lnSpc>
                          <a:spcPct val="150000"/>
                        </a:lnSpc>
                        <a:spcAft>
                          <a:spcPts val="0"/>
                        </a:spcAft>
                      </a:pPr>
                      <a:r>
                        <a:rPr lang="en-US" sz="1600">
                          <a:solidFill>
                            <a:srgbClr val="000000"/>
                          </a:solidFill>
                          <a:latin typeface="Arial" pitchFamily="34" charset="0"/>
                          <a:ea typeface="Calibri"/>
                          <a:cs typeface="Arial" pitchFamily="34" charset="0"/>
                        </a:rPr>
                        <a:t>Hoàn tất hành động D</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8000">
                <a:tc>
                  <a:txBody>
                    <a:bodyPr/>
                    <a:lstStyle/>
                    <a:p>
                      <a:pPr algn="just">
                        <a:lnSpc>
                          <a:spcPct val="150000"/>
                        </a:lnSpc>
                        <a:spcAft>
                          <a:spcPts val="0"/>
                        </a:spcAft>
                      </a:pPr>
                      <a:r>
                        <a:rPr lang="en-US" sz="1600">
                          <a:solidFill>
                            <a:srgbClr val="000000"/>
                          </a:solidFill>
                          <a:latin typeface="Arial" pitchFamily="34" charset="0"/>
                          <a:ea typeface="Calibri"/>
                          <a:cs typeface="Arial" pitchFamily="34" charset="0"/>
                        </a:rPr>
                        <a:t>Hoàn tất hành động E</a:t>
                      </a:r>
                      <a:endParaRPr lang="en-US" sz="12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80340" algn="just">
                        <a:lnSpc>
                          <a:spcPct val="150000"/>
                        </a:lnSpc>
                        <a:spcAft>
                          <a:spcPts val="0"/>
                        </a:spcAft>
                      </a:pP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AutoShape 4"/>
          <p:cNvSpPr>
            <a:spLocks noChangeArrowheads="1"/>
          </p:cNvSpPr>
          <p:nvPr/>
        </p:nvSpPr>
        <p:spPr bwMode="auto">
          <a:xfrm>
            <a:off x="685800" y="1219200"/>
            <a:ext cx="6096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defRPr/>
            </a:pPr>
            <a:r>
              <a:rPr lang="en-US" sz="2400" b="1" dirty="0" err="1">
                <a:solidFill>
                  <a:srgbClr val="CCFF33"/>
                </a:solidFill>
                <a:effectLst>
                  <a:outerShdw blurRad="38100" dist="38100" dir="2700000" algn="tl">
                    <a:srgbClr val="000000"/>
                  </a:outerShdw>
                </a:effectLst>
              </a:rPr>
              <a:t>Xác</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lập</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cột</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mốc</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quan</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trọng</a:t>
            </a:r>
            <a:endParaRPr lang="en-US" sz="2400" b="1" dirty="0">
              <a:solidFill>
                <a:srgbClr val="CCFF33"/>
              </a:solidFill>
              <a:effectLst>
                <a:outerShdw blurRad="38100" dist="38100" dir="2700000" algn="tl">
                  <a:srgbClr val="000000"/>
                </a:outerShdw>
              </a:effectLst>
            </a:endParaRP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p:cNvSpPr>
            <a:spLocks noGrp="1" noChangeArrowheads="1"/>
          </p:cNvSpPr>
          <p:nvPr>
            <p:ph type="title"/>
          </p:nvPr>
        </p:nvSpPr>
        <p:spPr>
          <a:xfrm>
            <a:off x="0" y="76200"/>
            <a:ext cx="8991600" cy="838200"/>
          </a:xfrm>
        </p:spPr>
        <p:txBody>
          <a:bodyPr/>
          <a:lstStyle/>
          <a:p>
            <a:pPr eaLnBrk="1" hangingPunct="1"/>
            <a:r>
              <a:rPr lang="en-US" sz="2800" b="1" dirty="0">
                <a:latin typeface="Arial" charset="0"/>
                <a:cs typeface="Arial" charset="0"/>
              </a:rPr>
              <a:t>2. CÁC HOẠT ĐỘNG CỦA DỰ ÁN</a:t>
            </a:r>
          </a:p>
        </p:txBody>
      </p:sp>
      <p:sp>
        <p:nvSpPr>
          <p:cNvPr id="14339" name="Rectangle 3"/>
          <p:cNvSpPr>
            <a:spLocks noGrp="1" noChangeArrowheads="1"/>
          </p:cNvSpPr>
          <p:nvPr>
            <p:ph type="body" sz="half" idx="1"/>
          </p:nvPr>
        </p:nvSpPr>
        <p:spPr>
          <a:xfrm>
            <a:off x="381000" y="2057400"/>
            <a:ext cx="8153400" cy="4800600"/>
          </a:xfrm>
        </p:spPr>
        <p:txBody>
          <a:bodyPr/>
          <a:lstStyle/>
          <a:p>
            <a:pPr>
              <a:lnSpc>
                <a:spcPct val="150000"/>
              </a:lnSpc>
              <a:spcBef>
                <a:spcPct val="0"/>
              </a:spcBef>
            </a:pPr>
            <a:r>
              <a:rPr lang="en-US" sz="2400"/>
              <a:t>Khi thời hạn chuyển giao cuối cùng là ràng buộc quan trọng hơn cả mà nhà tài trợ hay khách hàng mong muốn. </a:t>
            </a:r>
          </a:p>
          <a:p>
            <a:pPr>
              <a:lnSpc>
                <a:spcPct val="150000"/>
              </a:lnSpc>
              <a:spcBef>
                <a:spcPct val="0"/>
              </a:spcBef>
            </a:pPr>
            <a:r>
              <a:rPr lang="en-US" sz="2400"/>
              <a:t>Các dự án theo lịch trình sẽ dùng hết bất cứ nguồn lực nào cần để đảm bảo chuyển giao trong thời hạn đã được xác lập. </a:t>
            </a:r>
          </a:p>
          <a:p>
            <a:pPr lvl="1" eaLnBrk="1" hangingPunct="1">
              <a:lnSpc>
                <a:spcPct val="150000"/>
              </a:lnSpc>
              <a:spcBef>
                <a:spcPct val="0"/>
              </a:spcBef>
            </a:pPr>
            <a:endParaRPr lang="en-US">
              <a:latin typeface="Arial" charset="0"/>
              <a:cs typeface="Arial" charset="0"/>
            </a:endParaRPr>
          </a:p>
        </p:txBody>
      </p:sp>
      <p:pic>
        <p:nvPicPr>
          <p:cNvPr id="14340"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76200" y="1371600"/>
            <a:ext cx="89916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r>
              <a:rPr lang="en-US" sz="2400" b="1" dirty="0" err="1"/>
              <a:t>Dự</a:t>
            </a:r>
            <a:r>
              <a:rPr lang="en-US" sz="2400" b="1" dirty="0"/>
              <a:t> </a:t>
            </a:r>
            <a:r>
              <a:rPr lang="en-US" sz="2400" b="1" dirty="0" err="1"/>
              <a:t>án</a:t>
            </a:r>
            <a:r>
              <a:rPr lang="en-US" sz="2400" b="1" dirty="0"/>
              <a:t> </a:t>
            </a:r>
            <a:r>
              <a:rPr lang="en-US" sz="2400" b="1" dirty="0" err="1"/>
              <a:t>theo</a:t>
            </a:r>
            <a:r>
              <a:rPr lang="en-US" sz="2400" b="1" dirty="0"/>
              <a:t> </a:t>
            </a:r>
            <a:r>
              <a:rPr lang="en-US" sz="2400" b="1" dirty="0" err="1"/>
              <a:t>lịch</a:t>
            </a:r>
            <a:r>
              <a:rPr lang="en-US" sz="2400" b="1" dirty="0"/>
              <a:t> </a:t>
            </a:r>
            <a:r>
              <a:rPr lang="en-US" sz="2400" b="1" dirty="0" err="1"/>
              <a:t>trình</a:t>
            </a:r>
            <a:endParaRPr lang="en-US" sz="2400" dirty="0"/>
          </a:p>
        </p:txBody>
      </p:sp>
      <p:sp>
        <p:nvSpPr>
          <p:cNvPr id="143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1D718603-7723-47E3-946B-E9AA217A312A}" type="slidenum">
              <a:rPr lang="en-US" sz="1400" smtClean="0"/>
              <a:pPr eaLnBrk="1" hangingPunct="1"/>
              <a:t>8</a:t>
            </a:fld>
            <a:endParaRPr lang="en-US" sz="1400"/>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a:xfrm>
            <a:off x="0" y="304800"/>
            <a:ext cx="8991600" cy="838200"/>
          </a:xfrm>
        </p:spPr>
        <p:txBody>
          <a:bodyPr/>
          <a:lstStyle/>
          <a:p>
            <a:pPr eaLnBrk="1" hangingPunct="1"/>
            <a:r>
              <a:rPr lang="en-US" sz="2800" b="1" dirty="0">
                <a:latin typeface="Arial" charset="0"/>
                <a:cs typeface="Arial" charset="0"/>
              </a:rPr>
              <a:t>2. CÁC HOẠT ĐỘNG CỦA DỰ ÁN</a:t>
            </a:r>
          </a:p>
        </p:txBody>
      </p:sp>
      <p:sp>
        <p:nvSpPr>
          <p:cNvPr id="15363" name="Rectangle 3"/>
          <p:cNvSpPr>
            <a:spLocks noGrp="1" noChangeArrowheads="1"/>
          </p:cNvSpPr>
          <p:nvPr>
            <p:ph type="body" sz="half" idx="1"/>
          </p:nvPr>
        </p:nvSpPr>
        <p:spPr>
          <a:xfrm>
            <a:off x="381000" y="2057400"/>
            <a:ext cx="8153400" cy="4800600"/>
          </a:xfrm>
        </p:spPr>
        <p:txBody>
          <a:bodyPr/>
          <a:lstStyle/>
          <a:p>
            <a:pPr>
              <a:lnSpc>
                <a:spcPct val="150000"/>
              </a:lnSpc>
              <a:spcBef>
                <a:spcPct val="0"/>
              </a:spcBef>
            </a:pPr>
            <a:r>
              <a:rPr lang="en-US" sz="2400"/>
              <a:t>Khi giá trị các nguồn lực, cụ thể là các nguồn lực kỹ năng và chi phí ràng buộc quan trọng hơn cả mà nhà tài trợ hay khách hàng mong muốn. </a:t>
            </a:r>
          </a:p>
          <a:p>
            <a:pPr>
              <a:lnSpc>
                <a:spcPct val="150000"/>
              </a:lnSpc>
              <a:spcBef>
                <a:spcPct val="0"/>
              </a:spcBef>
            </a:pPr>
            <a:r>
              <a:rPr lang="en-US" sz="2400"/>
              <a:t>Các dự án theo nguồn lực phải mở rộng thời gian hoặc từ bỏ chất lượng để giữ lại các ràng buộc về nguồn lực. </a:t>
            </a:r>
          </a:p>
          <a:p>
            <a:pPr lvl="1" eaLnBrk="1" hangingPunct="1">
              <a:lnSpc>
                <a:spcPct val="150000"/>
              </a:lnSpc>
              <a:spcBef>
                <a:spcPct val="0"/>
              </a:spcBef>
            </a:pPr>
            <a:endParaRPr lang="en-US">
              <a:latin typeface="Arial" charset="0"/>
              <a:cs typeface="Arial" charset="0"/>
            </a:endParaRPr>
          </a:p>
        </p:txBody>
      </p:sp>
      <p:pic>
        <p:nvPicPr>
          <p:cNvPr id="15364"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36576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effectLst>
                  <a:outerShdw blurRad="38100" dist="38100" dir="2700000" algn="tl">
                    <a:srgbClr val="000000"/>
                  </a:outerShdw>
                </a:effectLst>
              </a:rPr>
              <a:t>Dự</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án</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theo</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nguồn</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lực</a:t>
            </a:r>
            <a:endParaRPr lang="en-US" sz="2400" b="1" dirty="0">
              <a:solidFill>
                <a:srgbClr val="CCFF33"/>
              </a:solidFill>
              <a:effectLst>
                <a:outerShdw blurRad="38100" dist="38100" dir="2700000" algn="tl">
                  <a:srgbClr val="000000"/>
                </a:outerShdw>
              </a:effectLst>
            </a:endParaRPr>
          </a:p>
        </p:txBody>
      </p:sp>
      <p:sp>
        <p:nvSpPr>
          <p:cNvPr id="153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375B4137-EF7E-4398-9648-EF9DC1186477}" type="slidenum">
              <a:rPr lang="en-US" sz="1400" smtClean="0"/>
              <a:pPr eaLnBrk="1" hangingPunct="1"/>
              <a:t>9</a:t>
            </a:fld>
            <a:endParaRPr lang="en-US" sz="1400"/>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sz="half" idx="1"/>
          </p:nvPr>
        </p:nvSpPr>
        <p:spPr>
          <a:xfrm>
            <a:off x="334169" y="1770797"/>
            <a:ext cx="8153400" cy="5105400"/>
          </a:xfrm>
        </p:spPr>
        <p:txBody>
          <a:bodyPr/>
          <a:lstStyle/>
          <a:p>
            <a:pPr marL="0" indent="0">
              <a:lnSpc>
                <a:spcPct val="150000"/>
              </a:lnSpc>
              <a:spcBef>
                <a:spcPct val="0"/>
              </a:spcBef>
              <a:buNone/>
            </a:pPr>
            <a:r>
              <a:rPr lang="en-US" sz="2400" dirty="0" err="1">
                <a:latin typeface="Arial" charset="0"/>
                <a:cs typeface="Arial" charset="0"/>
              </a:rPr>
              <a:t>Ví</a:t>
            </a:r>
            <a:r>
              <a:rPr lang="en-US" sz="2400" dirty="0">
                <a:latin typeface="Arial" charset="0"/>
                <a:cs typeface="Arial" charset="0"/>
              </a:rPr>
              <a:t> </a:t>
            </a:r>
            <a:r>
              <a:rPr lang="en-US" sz="2400" dirty="0" err="1">
                <a:latin typeface="Arial" charset="0"/>
                <a:cs typeface="Arial" charset="0"/>
              </a:rPr>
              <a:t>dụ</a:t>
            </a:r>
            <a:r>
              <a:rPr lang="en-US" sz="2400" dirty="0">
                <a:latin typeface="Arial" charset="0"/>
                <a:cs typeface="Arial" charset="0"/>
              </a:rPr>
              <a:t>:</a:t>
            </a:r>
          </a:p>
          <a:p>
            <a:pPr>
              <a:lnSpc>
                <a:spcPct val="150000"/>
              </a:lnSpc>
              <a:spcBef>
                <a:spcPct val="0"/>
              </a:spcBef>
            </a:pPr>
            <a:r>
              <a:rPr lang="en-US" sz="2400" dirty="0" err="1">
                <a:latin typeface="Arial" charset="0"/>
                <a:cs typeface="Arial" charset="0"/>
              </a:rPr>
              <a:t>Chương</a:t>
            </a:r>
            <a:r>
              <a:rPr lang="en-US" sz="2400" dirty="0">
                <a:latin typeface="Arial" charset="0"/>
                <a:cs typeface="Arial" charset="0"/>
              </a:rPr>
              <a:t> </a:t>
            </a:r>
            <a:r>
              <a:rPr lang="en-US" sz="2400" dirty="0" err="1">
                <a:latin typeface="Arial" charset="0"/>
                <a:cs typeface="Arial" charset="0"/>
              </a:rPr>
              <a:t>trình</a:t>
            </a:r>
            <a:r>
              <a:rPr lang="en-US" sz="2400" dirty="0">
                <a:latin typeface="Arial" charset="0"/>
                <a:cs typeface="Arial" charset="0"/>
              </a:rPr>
              <a:t> Y2K: </a:t>
            </a:r>
          </a:p>
          <a:p>
            <a:pPr lvl="1">
              <a:lnSpc>
                <a:spcPct val="150000"/>
              </a:lnSpc>
              <a:spcBef>
                <a:spcPct val="0"/>
              </a:spcBef>
            </a:pPr>
            <a:r>
              <a:rPr lang="en-US" sz="2000" dirty="0" err="1">
                <a:latin typeface="Arial" charset="0"/>
                <a:cs typeface="Arial" charset="0"/>
              </a:rPr>
              <a:t>Mỗi</a:t>
            </a:r>
            <a:r>
              <a:rPr lang="en-US" sz="2000" dirty="0">
                <a:latin typeface="Arial" charset="0"/>
                <a:cs typeface="Arial" charset="0"/>
              </a:rPr>
              <a:t> </a:t>
            </a:r>
            <a:r>
              <a:rPr lang="en-US" sz="2000" dirty="0" err="1">
                <a:latin typeface="Arial" charset="0"/>
                <a:cs typeface="Arial" charset="0"/>
              </a:rPr>
              <a:t>giám</a:t>
            </a:r>
            <a:r>
              <a:rPr lang="en-US" sz="2000" dirty="0">
                <a:latin typeface="Arial" charset="0"/>
                <a:cs typeface="Arial" charset="0"/>
              </a:rPr>
              <a:t> </a:t>
            </a:r>
            <a:r>
              <a:rPr lang="en-US" sz="2000" dirty="0" err="1">
                <a:latin typeface="Arial" charset="0"/>
                <a:cs typeface="Arial" charset="0"/>
              </a:rPr>
              <a:t>đốc</a:t>
            </a:r>
            <a:r>
              <a:rPr lang="en-US" sz="2000" dirty="0">
                <a:latin typeface="Arial" charset="0"/>
                <a:cs typeface="Arial" charset="0"/>
              </a:rPr>
              <a:t> </a:t>
            </a:r>
            <a:r>
              <a:rPr lang="en-US" sz="2000" dirty="0" err="1">
                <a:latin typeface="Arial" charset="0"/>
                <a:cs typeface="Arial" charset="0"/>
              </a:rPr>
              <a:t>dự</a:t>
            </a:r>
            <a:r>
              <a:rPr lang="en-US" sz="2000" dirty="0">
                <a:latin typeface="Arial" charset="0"/>
                <a:cs typeface="Arial" charset="0"/>
              </a:rPr>
              <a:t> </a:t>
            </a:r>
            <a:r>
              <a:rPr lang="en-US" sz="2000" dirty="0" err="1">
                <a:latin typeface="Arial" charset="0"/>
                <a:cs typeface="Arial" charset="0"/>
              </a:rPr>
              <a:t>án</a:t>
            </a:r>
            <a:r>
              <a:rPr lang="en-US" sz="2000" dirty="0">
                <a:latin typeface="Arial" charset="0"/>
                <a:cs typeface="Arial" charset="0"/>
              </a:rPr>
              <a:t> </a:t>
            </a:r>
            <a:r>
              <a:rPr lang="en-US" sz="2000" dirty="0" err="1">
                <a:latin typeface="Arial" charset="0"/>
                <a:cs typeface="Arial" charset="0"/>
              </a:rPr>
              <a:t>có</a:t>
            </a:r>
            <a:r>
              <a:rPr lang="en-US" sz="2000" dirty="0">
                <a:latin typeface="Arial" charset="0"/>
                <a:cs typeface="Arial" charset="0"/>
              </a:rPr>
              <a:t> </a:t>
            </a:r>
            <a:r>
              <a:rPr lang="en-US" sz="2000" dirty="0" err="1">
                <a:latin typeface="Arial" charset="0"/>
                <a:cs typeface="Arial" charset="0"/>
              </a:rPr>
              <a:t>một</a:t>
            </a:r>
            <a:r>
              <a:rPr lang="en-US" sz="2000" dirty="0">
                <a:latin typeface="Arial" charset="0"/>
                <a:cs typeface="Arial" charset="0"/>
              </a:rPr>
              <a:t> </a:t>
            </a:r>
            <a:r>
              <a:rPr lang="en-US" sz="2000" dirty="0" err="1">
                <a:latin typeface="Arial" charset="0"/>
                <a:cs typeface="Arial" charset="0"/>
              </a:rPr>
              <a:t>thời</a:t>
            </a:r>
            <a:r>
              <a:rPr lang="en-US" sz="2000" dirty="0">
                <a:latin typeface="Arial" charset="0"/>
                <a:cs typeface="Arial" charset="0"/>
              </a:rPr>
              <a:t> </a:t>
            </a:r>
            <a:r>
              <a:rPr lang="en-US" sz="2000" dirty="0" err="1">
                <a:latin typeface="Arial" charset="0"/>
                <a:cs typeface="Arial" charset="0"/>
              </a:rPr>
              <a:t>hạn</a:t>
            </a:r>
            <a:r>
              <a:rPr lang="en-US" sz="2000" dirty="0">
                <a:latin typeface="Arial" charset="0"/>
                <a:cs typeface="Arial" charset="0"/>
              </a:rPr>
              <a:t> </a:t>
            </a:r>
            <a:r>
              <a:rPr lang="en-US" sz="2000" dirty="0" err="1">
                <a:latin typeface="Arial" charset="0"/>
                <a:cs typeface="Arial" charset="0"/>
              </a:rPr>
              <a:t>cuối</a:t>
            </a:r>
            <a:r>
              <a:rPr lang="en-US" sz="2000" dirty="0">
                <a:latin typeface="Arial" charset="0"/>
                <a:cs typeface="Arial" charset="0"/>
              </a:rPr>
              <a:t> </a:t>
            </a:r>
            <a:r>
              <a:rPr lang="en-US" sz="2000" dirty="0" err="1">
                <a:latin typeface="Arial" charset="0"/>
                <a:cs typeface="Arial" charset="0"/>
              </a:rPr>
              <a:t>cùng</a:t>
            </a:r>
            <a:r>
              <a:rPr lang="en-US" sz="2000" dirty="0">
                <a:latin typeface="Arial" charset="0"/>
                <a:cs typeface="Arial" charset="0"/>
              </a:rPr>
              <a:t> </a:t>
            </a:r>
            <a:r>
              <a:rPr lang="en-US" sz="2000" dirty="0" err="1">
                <a:latin typeface="Arial" charset="0"/>
                <a:cs typeface="Arial" charset="0"/>
              </a:rPr>
              <a:t>không</a:t>
            </a:r>
            <a:r>
              <a:rPr lang="en-US" sz="2000" dirty="0">
                <a:latin typeface="Arial" charset="0"/>
                <a:cs typeface="Arial" charset="0"/>
              </a:rPr>
              <a:t> </a:t>
            </a:r>
            <a:r>
              <a:rPr lang="en-US" sz="2000" dirty="0" err="1">
                <a:latin typeface="Arial" charset="0"/>
                <a:cs typeface="Arial" charset="0"/>
              </a:rPr>
              <a:t>thể</a:t>
            </a:r>
            <a:r>
              <a:rPr lang="en-US" sz="2000" dirty="0">
                <a:latin typeface="Arial" charset="0"/>
                <a:cs typeface="Arial" charset="0"/>
              </a:rPr>
              <a:t> </a:t>
            </a:r>
            <a:r>
              <a:rPr lang="en-US" sz="2000" dirty="0" err="1">
                <a:latin typeface="Arial" charset="0"/>
                <a:cs typeface="Arial" charset="0"/>
              </a:rPr>
              <a:t>thương</a:t>
            </a:r>
            <a:r>
              <a:rPr lang="en-US" sz="2000" dirty="0">
                <a:latin typeface="Arial" charset="0"/>
                <a:cs typeface="Arial" charset="0"/>
              </a:rPr>
              <a:t> </a:t>
            </a:r>
            <a:r>
              <a:rPr lang="en-US" sz="2000" dirty="0" err="1">
                <a:latin typeface="Arial" charset="0"/>
                <a:cs typeface="Arial" charset="0"/>
              </a:rPr>
              <a:t>lượng</a:t>
            </a:r>
            <a:r>
              <a:rPr lang="en-US" sz="2000" dirty="0">
                <a:latin typeface="Arial" charset="0"/>
                <a:cs typeface="Arial" charset="0"/>
              </a:rPr>
              <a:t> </a:t>
            </a:r>
            <a:r>
              <a:rPr lang="en-US" sz="2000" dirty="0" err="1">
                <a:latin typeface="Arial" charset="0"/>
                <a:cs typeface="Arial" charset="0"/>
              </a:rPr>
              <a:t>được</a:t>
            </a:r>
            <a:r>
              <a:rPr lang="en-US" sz="2000" dirty="0">
                <a:latin typeface="Arial" charset="0"/>
                <a:cs typeface="Arial" charset="0"/>
              </a:rPr>
              <a:t>, </a:t>
            </a:r>
            <a:r>
              <a:rPr lang="en-US" sz="2000" dirty="0" err="1">
                <a:latin typeface="Arial" charset="0"/>
                <a:cs typeface="Arial" charset="0"/>
              </a:rPr>
              <a:t>chính</a:t>
            </a:r>
            <a:r>
              <a:rPr lang="en-US" sz="2000" dirty="0">
                <a:latin typeface="Arial" charset="0"/>
                <a:cs typeface="Arial" charset="0"/>
              </a:rPr>
              <a:t> </a:t>
            </a:r>
            <a:r>
              <a:rPr lang="en-US" sz="2000" dirty="0" err="1">
                <a:latin typeface="Arial" charset="0"/>
                <a:cs typeface="Arial" charset="0"/>
              </a:rPr>
              <a:t>xác</a:t>
            </a:r>
            <a:r>
              <a:rPr lang="en-US" sz="2000" dirty="0">
                <a:latin typeface="Arial" charset="0"/>
                <a:cs typeface="Arial" charset="0"/>
              </a:rPr>
              <a:t> </a:t>
            </a:r>
            <a:r>
              <a:rPr lang="en-US" sz="2000" dirty="0" err="1">
                <a:latin typeface="Arial" charset="0"/>
                <a:cs typeface="Arial" charset="0"/>
              </a:rPr>
              <a:t>là</a:t>
            </a:r>
            <a:r>
              <a:rPr lang="en-US" sz="2000" dirty="0">
                <a:latin typeface="Arial" charset="0"/>
                <a:cs typeface="Arial" charset="0"/>
              </a:rPr>
              <a:t> 12 </a:t>
            </a:r>
            <a:r>
              <a:rPr lang="en-US" sz="2000" dirty="0" err="1">
                <a:latin typeface="Arial" charset="0"/>
                <a:cs typeface="Arial" charset="0"/>
              </a:rPr>
              <a:t>giờ</a:t>
            </a:r>
            <a:r>
              <a:rPr lang="en-US" sz="2000" dirty="0">
                <a:latin typeface="Arial" charset="0"/>
                <a:cs typeface="Arial" charset="0"/>
              </a:rPr>
              <a:t> </a:t>
            </a:r>
            <a:r>
              <a:rPr lang="en-US" sz="2000" dirty="0" err="1">
                <a:latin typeface="Arial" charset="0"/>
                <a:cs typeface="Arial" charset="0"/>
              </a:rPr>
              <a:t>trưa</a:t>
            </a:r>
            <a:r>
              <a:rPr lang="en-US" sz="2000" dirty="0">
                <a:latin typeface="Arial" charset="0"/>
                <a:cs typeface="Arial" charset="0"/>
              </a:rPr>
              <a:t> </a:t>
            </a:r>
            <a:r>
              <a:rPr lang="en-US" sz="2000" dirty="0" err="1">
                <a:latin typeface="Arial" charset="0"/>
                <a:cs typeface="Arial" charset="0"/>
              </a:rPr>
              <a:t>ngày</a:t>
            </a:r>
            <a:r>
              <a:rPr lang="en-US" sz="2000" dirty="0">
                <a:latin typeface="Arial" charset="0"/>
                <a:cs typeface="Arial" charset="0"/>
              </a:rPr>
              <a:t> 31 </a:t>
            </a:r>
            <a:r>
              <a:rPr lang="en-US" sz="2000" dirty="0" err="1">
                <a:latin typeface="Arial" charset="0"/>
                <a:cs typeface="Arial" charset="0"/>
              </a:rPr>
              <a:t>tháng</a:t>
            </a:r>
            <a:r>
              <a:rPr lang="en-US" sz="2000" dirty="0">
                <a:latin typeface="Arial" charset="0"/>
                <a:cs typeface="Arial" charset="0"/>
              </a:rPr>
              <a:t> 12 </a:t>
            </a:r>
            <a:r>
              <a:rPr lang="en-US" sz="2000" dirty="0" err="1">
                <a:latin typeface="Arial" charset="0"/>
                <a:cs typeface="Arial" charset="0"/>
              </a:rPr>
              <a:t>năm</a:t>
            </a:r>
            <a:r>
              <a:rPr lang="en-US" sz="2000" dirty="0">
                <a:latin typeface="Arial" charset="0"/>
                <a:cs typeface="Arial" charset="0"/>
              </a:rPr>
              <a:t> 1999. </a:t>
            </a:r>
          </a:p>
          <a:p>
            <a:pPr lvl="1">
              <a:lnSpc>
                <a:spcPct val="150000"/>
              </a:lnSpc>
              <a:spcBef>
                <a:spcPct val="0"/>
              </a:spcBef>
            </a:pPr>
            <a:r>
              <a:rPr lang="en-US" sz="2000" dirty="0" err="1">
                <a:latin typeface="Arial" charset="0"/>
                <a:cs typeface="Arial" charset="0"/>
              </a:rPr>
              <a:t>Các</a:t>
            </a:r>
            <a:r>
              <a:rPr lang="en-US" sz="2000" dirty="0">
                <a:latin typeface="Arial" charset="0"/>
                <a:cs typeface="Arial" charset="0"/>
              </a:rPr>
              <a:t> </a:t>
            </a:r>
            <a:r>
              <a:rPr lang="en-US" sz="2000" dirty="0" err="1">
                <a:latin typeface="Arial" charset="0"/>
                <a:cs typeface="Arial" charset="0"/>
              </a:rPr>
              <a:t>công</a:t>
            </a:r>
            <a:r>
              <a:rPr lang="en-US" sz="2000" dirty="0">
                <a:latin typeface="Arial" charset="0"/>
                <a:cs typeface="Arial" charset="0"/>
              </a:rPr>
              <a:t> </a:t>
            </a:r>
            <a:r>
              <a:rPr lang="en-US" sz="2000" dirty="0" err="1">
                <a:latin typeface="Arial" charset="0"/>
                <a:cs typeface="Arial" charset="0"/>
              </a:rPr>
              <a:t>ty</a:t>
            </a:r>
            <a:r>
              <a:rPr lang="en-US" sz="2000" dirty="0">
                <a:latin typeface="Arial" charset="0"/>
                <a:cs typeface="Arial" charset="0"/>
              </a:rPr>
              <a:t> </a:t>
            </a:r>
            <a:r>
              <a:rPr lang="en-US" sz="2000" dirty="0" err="1">
                <a:latin typeface="Arial" charset="0"/>
                <a:cs typeface="Arial" charset="0"/>
              </a:rPr>
              <a:t>bắt</a:t>
            </a:r>
            <a:r>
              <a:rPr lang="en-US" sz="2000" dirty="0">
                <a:latin typeface="Arial" charset="0"/>
                <a:cs typeface="Arial" charset="0"/>
              </a:rPr>
              <a:t> </a:t>
            </a:r>
            <a:r>
              <a:rPr lang="en-US" sz="2000" dirty="0" err="1">
                <a:latin typeface="Arial" charset="0"/>
                <a:cs typeface="Arial" charset="0"/>
              </a:rPr>
              <a:t>buộc</a:t>
            </a:r>
            <a:r>
              <a:rPr lang="en-US" sz="2000" dirty="0">
                <a:latin typeface="Arial" charset="0"/>
                <a:cs typeface="Arial" charset="0"/>
              </a:rPr>
              <a:t> </a:t>
            </a:r>
            <a:r>
              <a:rPr lang="en-US" sz="2000" dirty="0" err="1">
                <a:latin typeface="Arial" charset="0"/>
                <a:cs typeface="Arial" charset="0"/>
              </a:rPr>
              <a:t>phải</a:t>
            </a:r>
            <a:r>
              <a:rPr lang="en-US" sz="2000" dirty="0">
                <a:latin typeface="Arial" charset="0"/>
                <a:cs typeface="Arial" charset="0"/>
              </a:rPr>
              <a:t> </a:t>
            </a:r>
            <a:r>
              <a:rPr lang="en-US" sz="2000" dirty="0" err="1">
                <a:latin typeface="Arial" charset="0"/>
                <a:cs typeface="Arial" charset="0"/>
              </a:rPr>
              <a:t>dùng</a:t>
            </a:r>
            <a:r>
              <a:rPr lang="en-US" sz="2000" dirty="0">
                <a:latin typeface="Arial" charset="0"/>
                <a:cs typeface="Arial" charset="0"/>
              </a:rPr>
              <a:t> </a:t>
            </a:r>
            <a:r>
              <a:rPr lang="en-US" sz="2000" dirty="0" err="1">
                <a:latin typeface="Arial" charset="0"/>
                <a:cs typeface="Arial" charset="0"/>
              </a:rPr>
              <a:t>hết</a:t>
            </a:r>
            <a:r>
              <a:rPr lang="en-US" sz="2000" dirty="0">
                <a:latin typeface="Arial" charset="0"/>
                <a:cs typeface="Arial" charset="0"/>
              </a:rPr>
              <a:t> </a:t>
            </a:r>
            <a:r>
              <a:rPr lang="en-US" sz="2000" dirty="0" err="1">
                <a:latin typeface="Arial" charset="0"/>
                <a:cs typeface="Arial" charset="0"/>
              </a:rPr>
              <a:t>các</a:t>
            </a:r>
            <a:r>
              <a:rPr lang="en-US" sz="2000" dirty="0">
                <a:latin typeface="Arial" charset="0"/>
                <a:cs typeface="Arial" charset="0"/>
              </a:rPr>
              <a:t> </a:t>
            </a:r>
            <a:r>
              <a:rPr lang="en-US" sz="2000" dirty="0" err="1">
                <a:latin typeface="Arial" charset="0"/>
                <a:cs typeface="Arial" charset="0"/>
              </a:rPr>
              <a:t>nguồn</a:t>
            </a:r>
            <a:r>
              <a:rPr lang="en-US" sz="2000" dirty="0">
                <a:latin typeface="Arial" charset="0"/>
                <a:cs typeface="Arial" charset="0"/>
              </a:rPr>
              <a:t> </a:t>
            </a:r>
            <a:r>
              <a:rPr lang="en-US" sz="2000" dirty="0" err="1">
                <a:latin typeface="Arial" charset="0"/>
                <a:cs typeface="Arial" charset="0"/>
              </a:rPr>
              <a:t>lực</a:t>
            </a:r>
            <a:r>
              <a:rPr lang="en-US" sz="2000" dirty="0">
                <a:latin typeface="Arial" charset="0"/>
                <a:cs typeface="Arial" charset="0"/>
              </a:rPr>
              <a:t> </a:t>
            </a:r>
            <a:r>
              <a:rPr lang="en-US" sz="2000" dirty="0" err="1">
                <a:latin typeface="Arial" charset="0"/>
                <a:cs typeface="Arial" charset="0"/>
              </a:rPr>
              <a:t>khổng</a:t>
            </a:r>
            <a:r>
              <a:rPr lang="en-US" sz="2000" dirty="0">
                <a:latin typeface="Arial" charset="0"/>
                <a:cs typeface="Arial" charset="0"/>
              </a:rPr>
              <a:t> </a:t>
            </a:r>
            <a:r>
              <a:rPr lang="en-US" sz="2000" dirty="0" err="1">
                <a:latin typeface="Arial" charset="0"/>
                <a:cs typeface="Arial" charset="0"/>
              </a:rPr>
              <a:t>lồ</a:t>
            </a:r>
            <a:r>
              <a:rPr lang="en-US" sz="2000" dirty="0">
                <a:latin typeface="Arial" charset="0"/>
                <a:cs typeface="Arial" charset="0"/>
              </a:rPr>
              <a:t> </a:t>
            </a:r>
            <a:r>
              <a:rPr lang="en-US" sz="2000" dirty="0" err="1">
                <a:latin typeface="Arial" charset="0"/>
                <a:cs typeface="Arial" charset="0"/>
              </a:rPr>
              <a:t>để</a:t>
            </a:r>
            <a:r>
              <a:rPr lang="en-US" sz="2000" dirty="0">
                <a:latin typeface="Arial" charset="0"/>
                <a:cs typeface="Arial" charset="0"/>
              </a:rPr>
              <a:t> </a:t>
            </a:r>
            <a:r>
              <a:rPr lang="en-US" sz="2000" dirty="0" err="1">
                <a:latin typeface="Arial" charset="0"/>
                <a:cs typeface="Arial" charset="0"/>
              </a:rPr>
              <a:t>nâng</a:t>
            </a:r>
            <a:r>
              <a:rPr lang="en-US" sz="2000" dirty="0">
                <a:latin typeface="Arial" charset="0"/>
                <a:cs typeface="Arial" charset="0"/>
              </a:rPr>
              <a:t> </a:t>
            </a:r>
            <a:r>
              <a:rPr lang="en-US" sz="2000" dirty="0" err="1">
                <a:latin typeface="Arial" charset="0"/>
                <a:cs typeface="Arial" charset="0"/>
              </a:rPr>
              <a:t>cấp</a:t>
            </a:r>
            <a:r>
              <a:rPr lang="en-US" sz="2000" dirty="0">
                <a:latin typeface="Arial" charset="0"/>
                <a:cs typeface="Arial" charset="0"/>
              </a:rPr>
              <a:t> </a:t>
            </a:r>
            <a:r>
              <a:rPr lang="en-US" sz="2000" dirty="0" err="1">
                <a:latin typeface="Arial" charset="0"/>
                <a:cs typeface="Arial" charset="0"/>
              </a:rPr>
              <a:t>hoặc</a:t>
            </a:r>
            <a:r>
              <a:rPr lang="en-US" sz="2000" dirty="0">
                <a:latin typeface="Arial" charset="0"/>
                <a:cs typeface="Arial" charset="0"/>
              </a:rPr>
              <a:t> </a:t>
            </a:r>
            <a:r>
              <a:rPr lang="en-US" sz="2000" dirty="0" err="1">
                <a:latin typeface="Arial" charset="0"/>
                <a:cs typeface="Arial" charset="0"/>
              </a:rPr>
              <a:t>thay</a:t>
            </a:r>
            <a:r>
              <a:rPr lang="en-US" sz="2000" dirty="0">
                <a:latin typeface="Arial" charset="0"/>
                <a:cs typeface="Arial" charset="0"/>
              </a:rPr>
              <a:t> </a:t>
            </a:r>
            <a:r>
              <a:rPr lang="en-US" sz="2000" dirty="0" err="1">
                <a:latin typeface="Arial" charset="0"/>
                <a:cs typeface="Arial" charset="0"/>
              </a:rPr>
              <a:t>thế</a:t>
            </a:r>
            <a:r>
              <a:rPr lang="en-US" sz="2000" dirty="0">
                <a:latin typeface="Arial" charset="0"/>
                <a:cs typeface="Arial" charset="0"/>
              </a:rPr>
              <a:t> </a:t>
            </a:r>
            <a:r>
              <a:rPr lang="en-US" sz="2000" dirty="0" err="1">
                <a:latin typeface="Arial" charset="0"/>
                <a:cs typeface="Arial" charset="0"/>
              </a:rPr>
              <a:t>các</a:t>
            </a:r>
            <a:r>
              <a:rPr lang="en-US" sz="2000" dirty="0">
                <a:latin typeface="Arial" charset="0"/>
                <a:cs typeface="Arial" charset="0"/>
              </a:rPr>
              <a:t> </a:t>
            </a:r>
            <a:r>
              <a:rPr lang="en-US" sz="2000" dirty="0" err="1">
                <a:latin typeface="Arial" charset="0"/>
                <a:cs typeface="Arial" charset="0"/>
              </a:rPr>
              <a:t>hệ</a:t>
            </a:r>
            <a:r>
              <a:rPr lang="en-US" sz="2000" dirty="0">
                <a:latin typeface="Arial" charset="0"/>
                <a:cs typeface="Arial" charset="0"/>
              </a:rPr>
              <a:t> </a:t>
            </a:r>
            <a:r>
              <a:rPr lang="en-US" sz="2000" dirty="0" err="1">
                <a:latin typeface="Arial" charset="0"/>
                <a:cs typeface="Arial" charset="0"/>
              </a:rPr>
              <a:t>thống</a:t>
            </a:r>
            <a:r>
              <a:rPr lang="en-US" sz="2000" dirty="0">
                <a:latin typeface="Arial" charset="0"/>
                <a:cs typeface="Arial" charset="0"/>
              </a:rPr>
              <a:t> </a:t>
            </a:r>
            <a:r>
              <a:rPr lang="en-US" sz="2000" dirty="0" err="1">
                <a:latin typeface="Arial" charset="0"/>
                <a:cs typeface="Arial" charset="0"/>
              </a:rPr>
              <a:t>không</a:t>
            </a:r>
            <a:r>
              <a:rPr lang="en-US" sz="2000" dirty="0">
                <a:latin typeface="Arial" charset="0"/>
                <a:cs typeface="Arial" charset="0"/>
              </a:rPr>
              <a:t> </a:t>
            </a:r>
            <a:r>
              <a:rPr lang="en-US" sz="2000" dirty="0" err="1">
                <a:latin typeface="Arial" charset="0"/>
                <a:cs typeface="Arial" charset="0"/>
              </a:rPr>
              <a:t>thể</a:t>
            </a:r>
            <a:r>
              <a:rPr lang="en-US" sz="2000" dirty="0">
                <a:latin typeface="Arial" charset="0"/>
                <a:cs typeface="Arial" charset="0"/>
              </a:rPr>
              <a:t> </a:t>
            </a:r>
            <a:r>
              <a:rPr lang="en-US" sz="2000" dirty="0" err="1">
                <a:latin typeface="Arial" charset="0"/>
                <a:cs typeface="Arial" charset="0"/>
              </a:rPr>
              <a:t>thực</a:t>
            </a:r>
            <a:r>
              <a:rPr lang="en-US" sz="2000" dirty="0">
                <a:latin typeface="Arial" charset="0"/>
                <a:cs typeface="Arial" charset="0"/>
              </a:rPr>
              <a:t> </a:t>
            </a:r>
            <a:r>
              <a:rPr lang="en-US" sz="2000" dirty="0" err="1">
                <a:latin typeface="Arial" charset="0"/>
                <a:cs typeface="Arial" charset="0"/>
              </a:rPr>
              <a:t>hiện</a:t>
            </a:r>
            <a:r>
              <a:rPr lang="en-US" sz="2000" dirty="0">
                <a:latin typeface="Arial" charset="0"/>
                <a:cs typeface="Arial" charset="0"/>
              </a:rPr>
              <a:t> </a:t>
            </a:r>
            <a:r>
              <a:rPr lang="en-US" sz="2000" dirty="0" err="1">
                <a:latin typeface="Arial" charset="0"/>
                <a:cs typeface="Arial" charset="0"/>
              </a:rPr>
              <a:t>các</a:t>
            </a:r>
            <a:r>
              <a:rPr lang="en-US" sz="2000" dirty="0">
                <a:latin typeface="Arial" charset="0"/>
                <a:cs typeface="Arial" charset="0"/>
              </a:rPr>
              <a:t> </a:t>
            </a:r>
            <a:r>
              <a:rPr lang="en-US" sz="2000" dirty="0" err="1">
                <a:latin typeface="Arial" charset="0"/>
                <a:cs typeface="Arial" charset="0"/>
              </a:rPr>
              <a:t>mệnh</a:t>
            </a:r>
            <a:r>
              <a:rPr lang="en-US" sz="2000" dirty="0">
                <a:latin typeface="Arial" charset="0"/>
                <a:cs typeface="Arial" charset="0"/>
              </a:rPr>
              <a:t> </a:t>
            </a:r>
            <a:r>
              <a:rPr lang="en-US" sz="2000" dirty="0" err="1">
                <a:latin typeface="Arial" charset="0"/>
                <a:cs typeface="Arial" charset="0"/>
              </a:rPr>
              <a:t>lệnh</a:t>
            </a:r>
            <a:r>
              <a:rPr lang="en-US" sz="2000" dirty="0">
                <a:latin typeface="Arial" charset="0"/>
                <a:cs typeface="Arial" charset="0"/>
              </a:rPr>
              <a:t> </a:t>
            </a:r>
            <a:r>
              <a:rPr lang="en-US" sz="2000" dirty="0" err="1">
                <a:latin typeface="Arial" charset="0"/>
                <a:cs typeface="Arial" charset="0"/>
              </a:rPr>
              <a:t>đúng</a:t>
            </a:r>
            <a:r>
              <a:rPr lang="en-US" sz="2000" dirty="0">
                <a:latin typeface="Arial" charset="0"/>
                <a:cs typeface="Arial" charset="0"/>
              </a:rPr>
              <a:t> </a:t>
            </a:r>
            <a:r>
              <a:rPr lang="en-US" sz="2000" dirty="0" err="1">
                <a:latin typeface="Arial" charset="0"/>
                <a:cs typeface="Arial" charset="0"/>
              </a:rPr>
              <a:t>giờ</a:t>
            </a:r>
            <a:r>
              <a:rPr lang="en-US" sz="2000" dirty="0">
                <a:latin typeface="Arial" charset="0"/>
                <a:cs typeface="Arial" charset="0"/>
              </a:rPr>
              <a:t>. </a:t>
            </a:r>
          </a:p>
          <a:p>
            <a:pPr>
              <a:lnSpc>
                <a:spcPct val="150000"/>
              </a:lnSpc>
              <a:spcBef>
                <a:spcPct val="0"/>
              </a:spcBef>
            </a:pPr>
            <a:endParaRPr lang="en-US" sz="2400" dirty="0">
              <a:latin typeface="Arial" charset="0"/>
              <a:cs typeface="Arial" charset="0"/>
            </a:endParaRPr>
          </a:p>
          <a:p>
            <a:pPr lvl="1" eaLnBrk="1" hangingPunct="1">
              <a:lnSpc>
                <a:spcPct val="150000"/>
              </a:lnSpc>
              <a:spcBef>
                <a:spcPct val="0"/>
              </a:spcBef>
            </a:pPr>
            <a:endParaRPr lang="en-US" dirty="0">
              <a:latin typeface="Arial" charset="0"/>
              <a:cs typeface="Arial" charset="0"/>
            </a:endParaRPr>
          </a:p>
        </p:txBody>
      </p:sp>
      <p:pic>
        <p:nvPicPr>
          <p:cNvPr id="16388"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76200" y="1106606"/>
            <a:ext cx="89154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t>Các</a:t>
            </a:r>
            <a:r>
              <a:rPr lang="en-US" sz="2400" b="1" dirty="0"/>
              <a:t> </a:t>
            </a:r>
            <a:r>
              <a:rPr lang="en-US" sz="2400" b="1" dirty="0" err="1"/>
              <a:t>dự</a:t>
            </a:r>
            <a:r>
              <a:rPr lang="en-US" sz="2400" b="1" dirty="0"/>
              <a:t> </a:t>
            </a:r>
            <a:r>
              <a:rPr lang="en-US" sz="2400" b="1" dirty="0" err="1"/>
              <a:t>án</a:t>
            </a:r>
            <a:r>
              <a:rPr lang="en-US" sz="2400" b="1" dirty="0"/>
              <a:t> </a:t>
            </a:r>
            <a:r>
              <a:rPr lang="en-US" sz="2400" b="1" dirty="0" err="1"/>
              <a:t>theo</a:t>
            </a:r>
            <a:r>
              <a:rPr lang="en-US" sz="2400" b="1" dirty="0"/>
              <a:t> </a:t>
            </a:r>
            <a:r>
              <a:rPr lang="en-US" sz="2400" b="1" dirty="0" err="1"/>
              <a:t>lịch</a:t>
            </a:r>
            <a:r>
              <a:rPr lang="en-US" sz="2400" b="1" dirty="0"/>
              <a:t> </a:t>
            </a:r>
            <a:r>
              <a:rPr lang="en-US" sz="2400" b="1" dirty="0" err="1"/>
              <a:t>trình</a:t>
            </a:r>
            <a:r>
              <a:rPr lang="en-US" sz="2400" b="1" dirty="0"/>
              <a:t> so </a:t>
            </a:r>
            <a:r>
              <a:rPr lang="en-US" sz="2400" b="1" dirty="0" err="1"/>
              <a:t>với</a:t>
            </a:r>
            <a:r>
              <a:rPr lang="en-US" sz="2400" b="1" dirty="0"/>
              <a:t> </a:t>
            </a:r>
            <a:r>
              <a:rPr lang="en-US" sz="2400" b="1" dirty="0" err="1"/>
              <a:t>các</a:t>
            </a:r>
            <a:r>
              <a:rPr lang="en-US" sz="2400" b="1" dirty="0"/>
              <a:t> </a:t>
            </a:r>
            <a:r>
              <a:rPr lang="en-US" sz="2400" b="1" dirty="0" err="1"/>
              <a:t>dự</a:t>
            </a:r>
            <a:r>
              <a:rPr lang="en-US" sz="2400" b="1" dirty="0"/>
              <a:t> </a:t>
            </a:r>
            <a:r>
              <a:rPr lang="en-US" sz="2400" b="1" dirty="0" err="1"/>
              <a:t>án</a:t>
            </a:r>
            <a:r>
              <a:rPr lang="en-US" sz="2400" b="1" dirty="0"/>
              <a:t> </a:t>
            </a:r>
            <a:r>
              <a:rPr lang="en-US" sz="2400" b="1" dirty="0" err="1"/>
              <a:t>theo</a:t>
            </a:r>
            <a:r>
              <a:rPr lang="en-US" sz="2400" b="1" dirty="0"/>
              <a:t> </a:t>
            </a:r>
            <a:r>
              <a:rPr lang="en-US" sz="2400" b="1" dirty="0" err="1"/>
              <a:t>nguồn</a:t>
            </a:r>
            <a:r>
              <a:rPr lang="en-US" sz="2400" b="1" dirty="0"/>
              <a:t> </a:t>
            </a:r>
            <a:r>
              <a:rPr lang="en-US" sz="2400" b="1" dirty="0" err="1"/>
              <a:t>lực</a:t>
            </a:r>
            <a:r>
              <a:rPr lang="en-US" sz="2400" b="1" dirty="0"/>
              <a:t>. </a:t>
            </a:r>
            <a:endParaRPr lang="en-US" sz="2400" dirty="0"/>
          </a:p>
        </p:txBody>
      </p:sp>
      <p:sp>
        <p:nvSpPr>
          <p:cNvPr id="163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F8D7FC65-8733-4DE8-BF3F-7263E0B8F763}" type="slidenum">
              <a:rPr lang="en-US" sz="1400" smtClean="0"/>
              <a:pPr eaLnBrk="1" hangingPunct="1"/>
              <a:t>10</a:t>
            </a:fld>
            <a:endParaRPr lang="en-US" sz="1400"/>
          </a:p>
        </p:txBody>
      </p:sp>
      <p:sp>
        <p:nvSpPr>
          <p:cNvPr id="8" name="AutoShape 2"/>
          <p:cNvSpPr txBox="1">
            <a:spLocks noChangeArrowheads="1"/>
          </p:cNvSpPr>
          <p:nvPr/>
        </p:nvSpPr>
        <p:spPr bwMode="auto">
          <a:xfrm>
            <a:off x="0" y="18197"/>
            <a:ext cx="899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a:lstStyle>
          <a:p>
            <a:pPr eaLnBrk="1" hangingPunct="1"/>
            <a:r>
              <a:rPr lang="en-US" sz="2800" b="1" dirty="0">
                <a:latin typeface="Arial" charset="0"/>
                <a:cs typeface="Arial" charset="0"/>
              </a:rPr>
              <a:t>2. CÁC HOẠT ĐỘNG CỦA DỰ ÁN</a:t>
            </a: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sp>
        <p:nvSpPr>
          <p:cNvPr id="10243" name="Rectangle 3"/>
          <p:cNvSpPr>
            <a:spLocks noGrp="1" noChangeArrowheads="1"/>
          </p:cNvSpPr>
          <p:nvPr>
            <p:ph type="body" sz="half" idx="1"/>
          </p:nvPr>
        </p:nvSpPr>
        <p:spPr>
          <a:xfrm>
            <a:off x="76200" y="1524000"/>
            <a:ext cx="8534400" cy="4800600"/>
          </a:xfrm>
        </p:spPr>
        <p:txBody>
          <a:bodyPr/>
          <a:lstStyle/>
          <a:p>
            <a:pPr>
              <a:lnSpc>
                <a:spcPct val="150000"/>
              </a:lnSpc>
              <a:spcBef>
                <a:spcPts val="0"/>
              </a:spcBef>
              <a:defRPr/>
            </a:pPr>
            <a:r>
              <a:rPr lang="en-US" b="1" dirty="0" err="1">
                <a:latin typeface="Arial" pitchFamily="34" charset="0"/>
                <a:cs typeface="Arial" pitchFamily="34" charset="0"/>
              </a:rPr>
              <a:t>Các</a:t>
            </a:r>
            <a:r>
              <a:rPr lang="en-US" b="1" dirty="0">
                <a:latin typeface="Arial" pitchFamily="34" charset="0"/>
                <a:cs typeface="Arial" pitchFamily="34" charset="0"/>
              </a:rPr>
              <a:t> </a:t>
            </a:r>
            <a:r>
              <a:rPr lang="en-US" b="1" dirty="0" err="1">
                <a:latin typeface="Arial" pitchFamily="34" charset="0"/>
                <a:cs typeface="Arial" pitchFamily="34" charset="0"/>
              </a:rPr>
              <a:t>kỹ</a:t>
            </a:r>
            <a:r>
              <a:rPr lang="en-US" b="1" dirty="0">
                <a:latin typeface="Arial" pitchFamily="34" charset="0"/>
                <a:cs typeface="Arial" pitchFamily="34" charset="0"/>
              </a:rPr>
              <a:t> </a:t>
            </a:r>
            <a:r>
              <a:rPr lang="en-US" b="1" dirty="0" err="1">
                <a:latin typeface="Arial" pitchFamily="34" charset="0"/>
                <a:cs typeface="Arial" pitchFamily="34" charset="0"/>
              </a:rPr>
              <a:t>thuật</a:t>
            </a:r>
            <a:r>
              <a:rPr lang="en-US" b="1" dirty="0">
                <a:latin typeface="Arial" pitchFamily="34" charset="0"/>
                <a:cs typeface="Arial" pitchFamily="34" charset="0"/>
              </a:rPr>
              <a:t> </a:t>
            </a:r>
            <a:r>
              <a:rPr lang="en-US" b="1" dirty="0" err="1">
                <a:latin typeface="Arial" pitchFamily="34" charset="0"/>
                <a:cs typeface="Arial" pitchFamily="34" charset="0"/>
              </a:rPr>
              <a:t>ước</a:t>
            </a:r>
            <a:r>
              <a:rPr lang="en-US" b="1" dirty="0">
                <a:latin typeface="Arial" pitchFamily="34" charset="0"/>
                <a:cs typeface="Arial" pitchFamily="34" charset="0"/>
              </a:rPr>
              <a:t> </a:t>
            </a:r>
            <a:r>
              <a:rPr lang="en-US" b="1" dirty="0" err="1">
                <a:latin typeface="Arial" pitchFamily="34" charset="0"/>
                <a:cs typeface="Arial" pitchFamily="34" charset="0"/>
              </a:rPr>
              <a:t>lượng</a:t>
            </a:r>
            <a:r>
              <a:rPr lang="en-US" b="1" dirty="0">
                <a:latin typeface="Arial" pitchFamily="34" charset="0"/>
                <a:cs typeface="Arial" pitchFamily="34" charset="0"/>
              </a:rPr>
              <a:t>:</a:t>
            </a:r>
          </a:p>
          <a:p>
            <a:pPr lvl="1">
              <a:lnSpc>
                <a:spcPct val="150000"/>
              </a:lnSpc>
              <a:spcBef>
                <a:spcPts val="0"/>
              </a:spcBef>
              <a:defRPr/>
            </a:pPr>
            <a:r>
              <a:rPr lang="en-US" dirty="0" err="1">
                <a:latin typeface="Arial" pitchFamily="34" charset="0"/>
                <a:ea typeface="+mn-ea"/>
                <a:cs typeface="Arial" pitchFamily="34" charset="0"/>
              </a:rPr>
              <a:t>Ước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lượng</a:t>
            </a:r>
            <a:r>
              <a:rPr lang="en-US" dirty="0">
                <a:latin typeface="Arial" pitchFamily="34" charset="0"/>
                <a:ea typeface="+mn-ea"/>
                <a:cs typeface="Arial" pitchFamily="34" charset="0"/>
              </a:rPr>
              <a:t> phi </a:t>
            </a:r>
            <a:r>
              <a:rPr lang="en-US" dirty="0" err="1">
                <a:latin typeface="Arial" pitchFamily="34" charset="0"/>
                <a:ea typeface="+mn-ea"/>
                <a:cs typeface="Arial" pitchFamily="34" charset="0"/>
              </a:rPr>
              <a:t>khoa</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học</a:t>
            </a:r>
            <a:r>
              <a:rPr lang="en-US" dirty="0">
                <a:latin typeface="Arial" pitchFamily="34" charset="0"/>
                <a:ea typeface="+mn-ea"/>
                <a:cs typeface="Arial" pitchFamily="34" charset="0"/>
              </a:rPr>
              <a:t>: </a:t>
            </a:r>
          </a:p>
          <a:p>
            <a:pPr lvl="2">
              <a:lnSpc>
                <a:spcPct val="150000"/>
              </a:lnSpc>
              <a:spcBef>
                <a:spcPts val="0"/>
              </a:spcBef>
              <a:defRPr/>
            </a:pPr>
            <a:r>
              <a:rPr lang="en-US" dirty="0" err="1">
                <a:latin typeface="Arial" pitchFamily="34" charset="0"/>
                <a:ea typeface="+mn-ea"/>
                <a:cs typeface="Arial" pitchFamily="34" charset="0"/>
              </a:rPr>
              <a:t>Dựa</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trên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kinh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nghiệm</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chủ</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quan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cảm</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tính</a:t>
            </a:r>
            <a:r>
              <a:rPr lang="en-US" dirty="0">
                <a:latin typeface="Arial" pitchFamily="34" charset="0"/>
                <a:ea typeface="+mn-ea"/>
                <a:cs typeface="Arial" pitchFamily="34" charset="0"/>
              </a:rPr>
              <a:t>. </a:t>
            </a:r>
          </a:p>
          <a:p>
            <a:pPr lvl="2">
              <a:lnSpc>
                <a:spcPct val="150000"/>
              </a:lnSpc>
              <a:spcBef>
                <a:spcPts val="0"/>
              </a:spcBef>
              <a:defRPr/>
            </a:pPr>
            <a:r>
              <a:rPr lang="en-US" dirty="0" err="1">
                <a:latin typeface="Arial" pitchFamily="34" charset="0"/>
                <a:ea typeface="+mn-ea"/>
                <a:cs typeface="Arial" pitchFamily="34" charset="0"/>
              </a:rPr>
              <a:t>Nhanh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và</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dễ</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dàng</a:t>
            </a:r>
            <a:r>
              <a:rPr lang="en-US" dirty="0">
                <a:latin typeface="Arial" pitchFamily="34" charset="0"/>
                <a:ea typeface="+mn-ea"/>
                <a:cs typeface="Arial" pitchFamily="34" charset="0"/>
              </a:rPr>
              <a:t>. </a:t>
            </a:r>
          </a:p>
          <a:p>
            <a:pPr lvl="2">
              <a:lnSpc>
                <a:spcPct val="150000"/>
              </a:lnSpc>
              <a:spcBef>
                <a:spcPts val="0"/>
              </a:spcBef>
              <a:defRPr/>
            </a:pPr>
            <a:r>
              <a:rPr lang="en-US" dirty="0" err="1">
                <a:latin typeface="Arial" pitchFamily="34" charset="0"/>
                <a:ea typeface="+mn-ea"/>
                <a:cs typeface="Arial" pitchFamily="34" charset="0"/>
              </a:rPr>
              <a:t>Kết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quả</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thiếu</a:t>
            </a:r>
            <a:r>
              <a:rPr lang="en-US" dirty="0">
                <a:latin typeface="Arial" pitchFamily="34" charset="0"/>
                <a:ea typeface="+mn-ea"/>
                <a:cs typeface="Arial" pitchFamily="34" charset="0"/>
              </a:rPr>
              <a:t> tin </a:t>
            </a:r>
            <a:r>
              <a:rPr lang="en-US" dirty="0" err="1">
                <a:latin typeface="Arial" pitchFamily="34" charset="0"/>
                <a:ea typeface="+mn-ea"/>
                <a:cs typeface="Arial" pitchFamily="34" charset="0"/>
              </a:rPr>
              <a:t>cậy</a:t>
            </a:r>
            <a:r>
              <a:rPr lang="en-US" dirty="0">
                <a:latin typeface="Arial" pitchFamily="34" charset="0"/>
                <a:ea typeface="+mn-ea"/>
                <a:cs typeface="Arial" pitchFamily="34" charset="0"/>
              </a:rPr>
              <a:t>. </a:t>
            </a:r>
          </a:p>
          <a:p>
            <a:pPr lvl="2">
              <a:lnSpc>
                <a:spcPct val="150000"/>
              </a:lnSpc>
              <a:spcBef>
                <a:spcPts val="0"/>
              </a:spcBef>
              <a:defRPr/>
            </a:pPr>
            <a:r>
              <a:rPr lang="en-US" dirty="0" err="1">
                <a:latin typeface="Arial" pitchFamily="34" charset="0"/>
                <a:ea typeface="+mn-ea"/>
                <a:cs typeface="Arial" pitchFamily="34" charset="0"/>
              </a:rPr>
              <a:t>Chỉ</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nên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dùng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trong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các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trường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hợp</a:t>
            </a:r>
            <a:r>
              <a:rPr lang="en-US" dirty="0">
                <a:latin typeface="Arial" pitchFamily="34" charset="0"/>
                <a:ea typeface="+mn-ea"/>
                <a:cs typeface="Arial" pitchFamily="34" charset="0"/>
              </a:rPr>
              <a:t> </a:t>
            </a:r>
          </a:p>
          <a:p>
            <a:pPr lvl="3">
              <a:lnSpc>
                <a:spcPct val="150000"/>
              </a:lnSpc>
              <a:spcBef>
                <a:spcPts val="0"/>
              </a:spcBef>
              <a:defRPr/>
            </a:pPr>
            <a:r>
              <a:rPr lang="en-US" dirty="0" err="1">
                <a:latin typeface="Arial" pitchFamily="34" charset="0"/>
                <a:ea typeface="+mn-ea"/>
                <a:cs typeface="Arial" pitchFamily="34" charset="0"/>
              </a:rPr>
              <a:t>Đội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ngũ</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chuyên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môn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rất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có</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kinh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nghiệm</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có</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kỹ</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năng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cao</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đội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hình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cố</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định</a:t>
            </a:r>
            <a:r>
              <a:rPr lang="en-US" dirty="0">
                <a:latin typeface="Arial" pitchFamily="34" charset="0"/>
                <a:ea typeface="+mn-ea"/>
                <a:cs typeface="Arial" pitchFamily="34" charset="0"/>
              </a:rPr>
              <a:t>. </a:t>
            </a:r>
          </a:p>
          <a:p>
            <a:pPr lvl="3">
              <a:lnSpc>
                <a:spcPct val="150000"/>
              </a:lnSpc>
              <a:spcBef>
                <a:spcPts val="0"/>
              </a:spcBef>
              <a:defRPr/>
            </a:pPr>
            <a:r>
              <a:rPr lang="en-US" dirty="0" err="1">
                <a:latin typeface="Arial" pitchFamily="34" charset="0"/>
                <a:ea typeface="+mn-ea"/>
                <a:cs typeface="Arial" pitchFamily="34" charset="0"/>
              </a:rPr>
              <a:t>Dự</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án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đã</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quy</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định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bắt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buộc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phải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theo</a:t>
            </a:r>
            <a:r>
              <a:rPr lang="en-US" dirty="0">
                <a:latin typeface="Arial" pitchFamily="34" charset="0"/>
                <a:ea typeface="+mn-ea"/>
                <a:cs typeface="Arial" pitchFamily="34" charset="0"/>
              </a:rPr>
              <a:t>. </a:t>
            </a:r>
          </a:p>
        </p:txBody>
      </p:sp>
      <p:pic>
        <p:nvPicPr>
          <p:cNvPr id="17412"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D534773F-1166-4192-B9AF-3FBD93B2D655}" type="slidenum">
              <a:rPr lang="en-US" sz="1400" smtClean="0"/>
              <a:pPr eaLnBrk="1" hangingPunct="1"/>
              <a:t>11</a:t>
            </a:fld>
            <a:endParaRPr lang="en-US" sz="1400"/>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sp>
        <p:nvSpPr>
          <p:cNvPr id="10243" name="Rectangle 3"/>
          <p:cNvSpPr>
            <a:spLocks noGrp="1" noChangeArrowheads="1"/>
          </p:cNvSpPr>
          <p:nvPr>
            <p:ph type="body" sz="half" idx="1"/>
          </p:nvPr>
        </p:nvSpPr>
        <p:spPr>
          <a:xfrm>
            <a:off x="76200" y="1447800"/>
            <a:ext cx="8534400" cy="4800600"/>
          </a:xfrm>
        </p:spPr>
        <p:txBody>
          <a:bodyPr/>
          <a:lstStyle/>
          <a:p>
            <a:pPr>
              <a:lnSpc>
                <a:spcPct val="150000"/>
              </a:lnSpc>
              <a:spcBef>
                <a:spcPts val="0"/>
              </a:spcBef>
              <a:defRPr/>
            </a:pPr>
            <a:r>
              <a:rPr lang="en-US" b="1" dirty="0" err="1">
                <a:latin typeface="Arial" pitchFamily="34" charset="0"/>
                <a:cs typeface="Arial" pitchFamily="34" charset="0"/>
              </a:rPr>
              <a:t>Các</a:t>
            </a:r>
            <a:r>
              <a:rPr lang="en-US" b="1" dirty="0">
                <a:latin typeface="Arial" pitchFamily="34" charset="0"/>
                <a:cs typeface="Arial" pitchFamily="34" charset="0"/>
              </a:rPr>
              <a:t> </a:t>
            </a:r>
            <a:r>
              <a:rPr lang="en-US" b="1" dirty="0" err="1">
                <a:latin typeface="Arial" pitchFamily="34" charset="0"/>
                <a:cs typeface="Arial" pitchFamily="34" charset="0"/>
              </a:rPr>
              <a:t>kỹ</a:t>
            </a:r>
            <a:r>
              <a:rPr lang="en-US" b="1" dirty="0">
                <a:latin typeface="Arial" pitchFamily="34" charset="0"/>
                <a:cs typeface="Arial" pitchFamily="34" charset="0"/>
              </a:rPr>
              <a:t> </a:t>
            </a:r>
            <a:r>
              <a:rPr lang="en-US" b="1" dirty="0" err="1">
                <a:latin typeface="Arial" pitchFamily="34" charset="0"/>
                <a:cs typeface="Arial" pitchFamily="34" charset="0"/>
              </a:rPr>
              <a:t>thuật</a:t>
            </a:r>
            <a:r>
              <a:rPr lang="en-US" b="1" dirty="0">
                <a:latin typeface="Arial" pitchFamily="34" charset="0"/>
                <a:cs typeface="Arial" pitchFamily="34" charset="0"/>
              </a:rPr>
              <a:t> </a:t>
            </a:r>
            <a:r>
              <a:rPr lang="en-US" b="1" dirty="0" err="1">
                <a:latin typeface="Arial" pitchFamily="34" charset="0"/>
                <a:cs typeface="Arial" pitchFamily="34" charset="0"/>
              </a:rPr>
              <a:t>ước</a:t>
            </a:r>
            <a:r>
              <a:rPr lang="en-US" b="1" dirty="0">
                <a:latin typeface="Arial" pitchFamily="34" charset="0"/>
                <a:cs typeface="Arial" pitchFamily="34" charset="0"/>
              </a:rPr>
              <a:t> </a:t>
            </a:r>
            <a:r>
              <a:rPr lang="en-US" b="1" dirty="0" err="1">
                <a:latin typeface="Arial" pitchFamily="34" charset="0"/>
                <a:cs typeface="Arial" pitchFamily="34" charset="0"/>
              </a:rPr>
              <a:t>lượng</a:t>
            </a:r>
            <a:r>
              <a:rPr lang="en-US" b="1" dirty="0">
                <a:latin typeface="Arial" pitchFamily="34" charset="0"/>
                <a:cs typeface="Arial" pitchFamily="34" charset="0"/>
              </a:rPr>
              <a:t>:</a:t>
            </a:r>
          </a:p>
          <a:p>
            <a:pPr lvl="1">
              <a:lnSpc>
                <a:spcPct val="150000"/>
              </a:lnSpc>
              <a:spcBef>
                <a:spcPts val="0"/>
              </a:spcBef>
              <a:defRPr/>
            </a:pPr>
            <a:r>
              <a:rPr lang="en-US" dirty="0" err="1">
                <a:latin typeface="Arial" pitchFamily="34" charset="0"/>
                <a:ea typeface="+mn-ea"/>
                <a:cs typeface="Arial" pitchFamily="34" charset="0"/>
              </a:rPr>
              <a:t>Ước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lượng</a:t>
            </a:r>
            <a:r>
              <a:rPr lang="en-US" dirty="0">
                <a:latin typeface="Arial" pitchFamily="34" charset="0"/>
                <a:ea typeface="+mn-ea"/>
                <a:cs typeface="Arial" pitchFamily="34" charset="0"/>
              </a:rPr>
              <a:t> PERT: </a:t>
            </a:r>
          </a:p>
          <a:p>
            <a:pPr lvl="2">
              <a:lnSpc>
                <a:spcPct val="150000"/>
              </a:lnSpc>
              <a:spcBef>
                <a:spcPts val="0"/>
              </a:spcBef>
              <a:defRPr/>
            </a:pPr>
            <a:r>
              <a:rPr lang="en-US" dirty="0" err="1">
                <a:latin typeface="Arial" pitchFamily="34" charset="0"/>
                <a:ea typeface="+mn-ea"/>
                <a:cs typeface="Arial" pitchFamily="34" charset="0"/>
              </a:rPr>
              <a:t>Thích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hợp</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đối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với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những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dự</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án</a:t>
            </a:r>
            <a:r>
              <a:rPr lang="en-US" dirty="0">
                <a:latin typeface="Arial" pitchFamily="34" charset="0"/>
                <a:ea typeface="+mn-ea"/>
                <a:cs typeface="Arial" pitchFamily="34" charset="0"/>
              </a:rPr>
              <a:t>: </a:t>
            </a:r>
          </a:p>
          <a:p>
            <a:pPr lvl="3">
              <a:lnSpc>
                <a:spcPct val="150000"/>
              </a:lnSpc>
              <a:spcBef>
                <a:spcPts val="0"/>
              </a:spcBef>
              <a:defRPr/>
            </a:pPr>
            <a:r>
              <a:rPr lang="en-US" dirty="0" err="1">
                <a:latin typeface="Arial" pitchFamily="34" charset="0"/>
                <a:ea typeface="+mn-ea"/>
                <a:cs typeface="Arial" pitchFamily="34" charset="0"/>
              </a:rPr>
              <a:t>Đòi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hỏi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tính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sáng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tạo</a:t>
            </a:r>
            <a:r>
              <a:rPr lang="en-US" dirty="0">
                <a:latin typeface="Arial" pitchFamily="34" charset="0"/>
                <a:ea typeface="+mn-ea"/>
                <a:cs typeface="Arial" pitchFamily="34" charset="0"/>
              </a:rPr>
              <a:t>. </a:t>
            </a:r>
          </a:p>
          <a:p>
            <a:pPr lvl="3">
              <a:lnSpc>
                <a:spcPct val="150000"/>
              </a:lnSpc>
              <a:spcBef>
                <a:spcPts val="0"/>
              </a:spcBef>
              <a:defRPr/>
            </a:pPr>
            <a:r>
              <a:rPr lang="en-US" dirty="0" err="1">
                <a:latin typeface="Arial" pitchFamily="34" charset="0"/>
                <a:ea typeface="+mn-ea"/>
                <a:cs typeface="Arial" pitchFamily="34" charset="0"/>
              </a:rPr>
              <a:t>Coi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trọng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chất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lượng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kết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quả</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công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việc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hơn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là</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thời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gian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hoàn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thành</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dự</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án</a:t>
            </a:r>
            <a:r>
              <a:rPr lang="en-US" dirty="0">
                <a:latin typeface="Arial" pitchFamily="34" charset="0"/>
                <a:ea typeface="+mn-ea"/>
                <a:cs typeface="Arial" pitchFamily="34" charset="0"/>
              </a:rPr>
              <a:t>. </a:t>
            </a:r>
          </a:p>
          <a:p>
            <a:pPr lvl="2">
              <a:lnSpc>
                <a:spcPct val="150000"/>
              </a:lnSpc>
              <a:spcBef>
                <a:spcPts val="0"/>
              </a:spcBef>
              <a:defRPr/>
            </a:pPr>
            <a:r>
              <a:rPr lang="en-US" dirty="0" err="1">
                <a:latin typeface="Arial" pitchFamily="34" charset="0"/>
                <a:ea typeface="+mn-ea"/>
                <a:cs typeface="Arial" pitchFamily="34" charset="0"/>
              </a:rPr>
              <a:t>Công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thức</a:t>
            </a:r>
            <a:r>
              <a:rPr lang="en-US" dirty="0">
                <a:latin typeface="Arial" pitchFamily="34" charset="0"/>
                <a:ea typeface="+mn-ea"/>
                <a:cs typeface="Arial" pitchFamily="34" charset="0"/>
              </a:rPr>
              <a:t> PERT: </a:t>
            </a:r>
          </a:p>
          <a:p>
            <a:pPr lvl="3">
              <a:lnSpc>
                <a:spcPct val="150000"/>
              </a:lnSpc>
              <a:spcBef>
                <a:spcPts val="0"/>
              </a:spcBef>
              <a:defRPr/>
            </a:pPr>
            <a:r>
              <a:rPr lang="en-US" dirty="0" err="1">
                <a:latin typeface="Arial" pitchFamily="34" charset="0"/>
                <a:ea typeface="+mn-ea"/>
                <a:cs typeface="Arial" pitchFamily="34" charset="0"/>
              </a:rPr>
              <a:t>Cần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làm</a:t>
            </a:r>
            <a:r>
              <a:rPr lang="en-US" dirty="0">
                <a:latin typeface="Arial" pitchFamily="34" charset="0"/>
                <a:ea typeface="+mn-ea"/>
                <a:cs typeface="Arial" pitchFamily="34" charset="0"/>
              </a:rPr>
              <a:t> 3 </a:t>
            </a:r>
            <a:r>
              <a:rPr lang="en-US" dirty="0" err="1">
                <a:latin typeface="Arial" pitchFamily="34" charset="0"/>
                <a:ea typeface="+mn-ea"/>
                <a:cs typeface="Arial" pitchFamily="34" charset="0"/>
              </a:rPr>
              <a:t>ước</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lượng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thời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gian</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cho</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mỗi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công</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việc</a:t>
            </a:r>
            <a:r>
              <a:rPr lang="en-US" dirty="0">
                <a:latin typeface="Arial" pitchFamily="34" charset="0"/>
                <a:ea typeface="+mn-ea"/>
                <a:cs typeface="Arial" pitchFamily="34" charset="0"/>
              </a:rPr>
              <a:t>. </a:t>
            </a:r>
          </a:p>
          <a:p>
            <a:pPr lvl="3">
              <a:lnSpc>
                <a:spcPct val="150000"/>
              </a:lnSpc>
              <a:spcBef>
                <a:spcPts val="0"/>
              </a:spcBef>
              <a:defRPr/>
            </a:pPr>
            <a:r>
              <a:rPr lang="en-US" dirty="0" err="1">
                <a:latin typeface="Arial" pitchFamily="34" charset="0"/>
                <a:ea typeface="+mn-ea"/>
                <a:cs typeface="Arial" pitchFamily="34" charset="0"/>
              </a:rPr>
              <a:t>Kết</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hợp</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lại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để</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có</a:t>
            </a:r>
            <a:r>
              <a:rPr lang="en-US" dirty="0">
                <a:latin typeface="Arial" pitchFamily="34" charset="0"/>
                <a:ea typeface="+mn-ea"/>
                <a:cs typeface="Arial" pitchFamily="34" charset="0"/>
              </a:rPr>
              <a:t> con </a:t>
            </a:r>
            <a:r>
              <a:rPr lang="en-US" dirty="0" err="1">
                <a:latin typeface="Arial" pitchFamily="34" charset="0"/>
                <a:ea typeface="+mn-ea"/>
                <a:cs typeface="Arial" pitchFamily="34" charset="0"/>
              </a:rPr>
              <a:t>số</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cuối</a:t>
            </a:r>
            <a:r>
              <a:rPr lang="en-US" dirty="0">
                <a:latin typeface="Arial" pitchFamily="34" charset="0"/>
                <a:ea typeface="+mn-ea"/>
                <a:cs typeface="Arial" pitchFamily="34" charset="0"/>
              </a:rPr>
              <a:t> </a:t>
            </a:r>
            <a:r>
              <a:rPr lang="en-US" dirty="0" err="1">
                <a:latin typeface="Arial" pitchFamily="34" charset="0"/>
                <a:ea typeface="+mn-ea"/>
                <a:cs typeface="Arial" pitchFamily="34" charset="0"/>
              </a:rPr>
              <a:t>cùng</a:t>
            </a:r>
            <a:r>
              <a:rPr lang="en-US" dirty="0">
                <a:latin typeface="Arial" pitchFamily="34" charset="0"/>
                <a:ea typeface="+mn-ea"/>
                <a:cs typeface="Arial" pitchFamily="34" charset="0"/>
              </a:rPr>
              <a:t>. </a:t>
            </a:r>
            <a:endParaRPr lang="en-US" dirty="0">
              <a:latin typeface="Arial" pitchFamily="34" charset="0"/>
              <a:cs typeface="Arial" pitchFamily="34" charset="0"/>
            </a:endParaRPr>
          </a:p>
        </p:txBody>
      </p:sp>
      <p:pic>
        <p:nvPicPr>
          <p:cNvPr id="18436"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52354F0F-E7F0-4010-9782-674B9751DBC2}" type="slidenum">
              <a:rPr lang="en-US" sz="1400" smtClean="0"/>
              <a:pPr eaLnBrk="1" hangingPunct="1"/>
              <a:t>12</a:t>
            </a:fld>
            <a:endParaRPr lang="en-US" sz="1400"/>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sp>
        <p:nvSpPr>
          <p:cNvPr id="10243" name="Rectangle 3"/>
          <p:cNvSpPr>
            <a:spLocks noGrp="1" noChangeArrowheads="1"/>
          </p:cNvSpPr>
          <p:nvPr>
            <p:ph type="body" sz="half" idx="1"/>
          </p:nvPr>
        </p:nvSpPr>
        <p:spPr>
          <a:xfrm>
            <a:off x="76200" y="1447800"/>
            <a:ext cx="9067800" cy="5181600"/>
          </a:xfrm>
        </p:spPr>
        <p:txBody>
          <a:bodyPr/>
          <a:lstStyle/>
          <a:p>
            <a:pPr>
              <a:lnSpc>
                <a:spcPct val="150000"/>
              </a:lnSpc>
              <a:spcBef>
                <a:spcPts val="0"/>
              </a:spcBef>
              <a:defRPr/>
            </a:pPr>
            <a:r>
              <a:rPr lang="en-US" b="1" dirty="0" err="1">
                <a:latin typeface="Arial" pitchFamily="34" charset="0"/>
                <a:cs typeface="Arial" pitchFamily="34" charset="0"/>
              </a:rPr>
              <a:t>Các</a:t>
            </a:r>
            <a:r>
              <a:rPr lang="en-US" b="1" dirty="0">
                <a:latin typeface="Arial" pitchFamily="34" charset="0"/>
                <a:cs typeface="Arial" pitchFamily="34" charset="0"/>
              </a:rPr>
              <a:t> </a:t>
            </a:r>
            <a:r>
              <a:rPr lang="en-US" b="1" dirty="0" err="1">
                <a:latin typeface="Arial" pitchFamily="34" charset="0"/>
                <a:cs typeface="Arial" pitchFamily="34" charset="0"/>
              </a:rPr>
              <a:t>kỹ</a:t>
            </a:r>
            <a:r>
              <a:rPr lang="en-US" b="1" dirty="0">
                <a:latin typeface="Arial" pitchFamily="34" charset="0"/>
                <a:cs typeface="Arial" pitchFamily="34" charset="0"/>
              </a:rPr>
              <a:t> </a:t>
            </a:r>
            <a:r>
              <a:rPr lang="en-US" b="1" dirty="0" err="1">
                <a:latin typeface="Arial" pitchFamily="34" charset="0"/>
                <a:cs typeface="Arial" pitchFamily="34" charset="0"/>
              </a:rPr>
              <a:t>thuật</a:t>
            </a:r>
            <a:r>
              <a:rPr lang="en-US" b="1" dirty="0">
                <a:latin typeface="Arial" pitchFamily="34" charset="0"/>
                <a:cs typeface="Arial" pitchFamily="34" charset="0"/>
              </a:rPr>
              <a:t> </a:t>
            </a:r>
            <a:r>
              <a:rPr lang="en-US" b="1" dirty="0" err="1">
                <a:latin typeface="Arial" pitchFamily="34" charset="0"/>
                <a:cs typeface="Arial" pitchFamily="34" charset="0"/>
              </a:rPr>
              <a:t>ước</a:t>
            </a:r>
            <a:r>
              <a:rPr lang="en-US" b="1" dirty="0">
                <a:latin typeface="Arial" pitchFamily="34" charset="0"/>
                <a:cs typeface="Arial" pitchFamily="34" charset="0"/>
              </a:rPr>
              <a:t> </a:t>
            </a:r>
            <a:r>
              <a:rPr lang="en-US" b="1" dirty="0" err="1">
                <a:latin typeface="Arial" pitchFamily="34" charset="0"/>
                <a:cs typeface="Arial" pitchFamily="34" charset="0"/>
              </a:rPr>
              <a:t>lượng</a:t>
            </a:r>
            <a:r>
              <a:rPr lang="en-US" b="1" dirty="0">
                <a:latin typeface="Arial" pitchFamily="34" charset="0"/>
                <a:cs typeface="Arial" pitchFamily="34" charset="0"/>
              </a:rPr>
              <a:t>:</a:t>
            </a:r>
          </a:p>
          <a:p>
            <a:pPr lvl="1">
              <a:lnSpc>
                <a:spcPct val="150000"/>
              </a:lnSpc>
              <a:spcBef>
                <a:spcPts val="0"/>
              </a:spcBef>
              <a:defRPr/>
            </a:pPr>
            <a:r>
              <a:rPr lang="en-US" sz="2000" dirty="0" err="1">
                <a:ea typeface="+mn-ea"/>
                <a:cs typeface="+mn-cs"/>
              </a:rPr>
              <a:t>Ước</a:t>
            </a:r>
            <a:r>
              <a:rPr lang="en-US" sz="2000" dirty="0">
                <a:ea typeface="+mn-ea"/>
                <a:cs typeface="+mn-cs"/>
              </a:rPr>
              <a:t> </a:t>
            </a:r>
            <a:r>
              <a:rPr lang="en-US" sz="2000" dirty="0" err="1">
                <a:ea typeface="+mn-ea"/>
                <a:cs typeface="+mn-cs"/>
              </a:rPr>
              <a:t>lượng</a:t>
            </a:r>
            <a:r>
              <a:rPr lang="en-US" sz="2000" dirty="0">
                <a:ea typeface="+mn-ea"/>
                <a:cs typeface="+mn-cs"/>
              </a:rPr>
              <a:t> </a:t>
            </a:r>
            <a:r>
              <a:rPr lang="en-US" sz="2000" dirty="0" err="1">
                <a:ea typeface="+mn-ea"/>
                <a:cs typeface="+mn-cs"/>
              </a:rPr>
              <a:t>khả</a:t>
            </a:r>
            <a:r>
              <a:rPr lang="en-US" sz="2000" dirty="0">
                <a:ea typeface="+mn-ea"/>
                <a:cs typeface="+mn-cs"/>
              </a:rPr>
              <a:t> </a:t>
            </a:r>
            <a:r>
              <a:rPr lang="en-US" sz="2000" dirty="0" err="1">
                <a:ea typeface="+mn-ea"/>
                <a:cs typeface="+mn-cs"/>
              </a:rPr>
              <a:t>dĩ</a:t>
            </a:r>
            <a:r>
              <a:rPr lang="en-US" sz="2000" dirty="0">
                <a:ea typeface="+mn-ea"/>
                <a:cs typeface="+mn-cs"/>
              </a:rPr>
              <a:t> </a:t>
            </a:r>
            <a:r>
              <a:rPr lang="en-US" sz="2000" dirty="0" err="1">
                <a:ea typeface="+mn-ea"/>
                <a:cs typeface="+mn-cs"/>
              </a:rPr>
              <a:t>nhất</a:t>
            </a:r>
            <a:r>
              <a:rPr lang="en-US" sz="2000" dirty="0">
                <a:ea typeface="+mn-ea"/>
                <a:cs typeface="+mn-cs"/>
              </a:rPr>
              <a:t> (ML-Most Likely): </a:t>
            </a:r>
            <a:r>
              <a:rPr lang="en-US" sz="2000" dirty="0" err="1">
                <a:ea typeface="+mn-ea"/>
                <a:cs typeface="+mn-cs"/>
              </a:rPr>
              <a:t>Thời</a:t>
            </a:r>
            <a:r>
              <a:rPr lang="en-US" sz="2000" dirty="0">
                <a:ea typeface="+mn-ea"/>
                <a:cs typeface="+mn-cs"/>
              </a:rPr>
              <a:t> </a:t>
            </a:r>
            <a:r>
              <a:rPr lang="en-US" sz="2000" dirty="0" err="1">
                <a:ea typeface="+mn-ea"/>
                <a:cs typeface="+mn-cs"/>
              </a:rPr>
              <a:t>gian</a:t>
            </a:r>
            <a:r>
              <a:rPr lang="en-US" sz="2000" dirty="0">
                <a:ea typeface="+mn-ea"/>
                <a:cs typeface="+mn-cs"/>
              </a:rPr>
              <a:t> </a:t>
            </a:r>
            <a:r>
              <a:rPr lang="en-US" sz="2000" dirty="0" err="1">
                <a:ea typeface="+mn-ea"/>
                <a:cs typeface="+mn-cs"/>
              </a:rPr>
              <a:t>cần</a:t>
            </a:r>
            <a:r>
              <a:rPr lang="en-US" sz="2000" dirty="0">
                <a:ea typeface="+mn-ea"/>
                <a:cs typeface="+mn-cs"/>
              </a:rPr>
              <a:t> </a:t>
            </a:r>
            <a:r>
              <a:rPr lang="en-US" sz="2000" dirty="0" err="1">
                <a:ea typeface="+mn-ea"/>
                <a:cs typeface="+mn-cs"/>
              </a:rPr>
              <a:t>để</a:t>
            </a:r>
            <a:r>
              <a:rPr lang="en-US" sz="2000" dirty="0">
                <a:ea typeface="+mn-ea"/>
                <a:cs typeface="+mn-cs"/>
              </a:rPr>
              <a:t> </a:t>
            </a:r>
            <a:r>
              <a:rPr lang="en-US" sz="2000" dirty="0" err="1">
                <a:ea typeface="+mn-ea"/>
                <a:cs typeface="+mn-cs"/>
              </a:rPr>
              <a:t>hoàn</a:t>
            </a:r>
            <a:r>
              <a:rPr lang="en-US" sz="2000" dirty="0">
                <a:ea typeface="+mn-ea"/>
                <a:cs typeface="+mn-cs"/>
              </a:rPr>
              <a:t> </a:t>
            </a:r>
            <a:r>
              <a:rPr lang="en-US" sz="2000" dirty="0" err="1">
                <a:ea typeface="+mn-ea"/>
                <a:cs typeface="+mn-cs"/>
              </a:rPr>
              <a:t>thành</a:t>
            </a:r>
            <a:r>
              <a:rPr lang="en-US" sz="2000" dirty="0">
                <a:ea typeface="+mn-ea"/>
                <a:cs typeface="+mn-cs"/>
              </a:rPr>
              <a:t> </a:t>
            </a:r>
            <a:r>
              <a:rPr lang="en-US" sz="2000" dirty="0" err="1">
                <a:ea typeface="+mn-ea"/>
                <a:cs typeface="+mn-cs"/>
              </a:rPr>
              <a:t>công</a:t>
            </a:r>
            <a:r>
              <a:rPr lang="en-US" sz="2000" dirty="0">
                <a:ea typeface="+mn-ea"/>
                <a:cs typeface="+mn-cs"/>
              </a:rPr>
              <a:t> </a:t>
            </a:r>
            <a:r>
              <a:rPr lang="en-US" sz="2000" dirty="0" err="1">
                <a:ea typeface="+mn-ea"/>
                <a:cs typeface="+mn-cs"/>
              </a:rPr>
              <a:t>việc</a:t>
            </a:r>
            <a:r>
              <a:rPr lang="en-US" sz="2000" dirty="0">
                <a:ea typeface="+mn-ea"/>
                <a:cs typeface="+mn-cs"/>
              </a:rPr>
              <a:t> </a:t>
            </a:r>
            <a:r>
              <a:rPr lang="en-US" sz="2000" dirty="0" err="1">
                <a:ea typeface="+mn-ea"/>
                <a:cs typeface="+mn-cs"/>
              </a:rPr>
              <a:t>trong</a:t>
            </a:r>
            <a:r>
              <a:rPr lang="en-US" sz="2000" dirty="0">
                <a:ea typeface="+mn-ea"/>
                <a:cs typeface="+mn-cs"/>
              </a:rPr>
              <a:t> </a:t>
            </a:r>
            <a:r>
              <a:rPr lang="en-US" sz="2000" dirty="0" err="1">
                <a:ea typeface="+mn-ea"/>
                <a:cs typeface="+mn-cs"/>
              </a:rPr>
              <a:t>điều</a:t>
            </a:r>
            <a:r>
              <a:rPr lang="en-US" sz="2000" dirty="0">
                <a:ea typeface="+mn-ea"/>
                <a:cs typeface="+mn-cs"/>
              </a:rPr>
              <a:t> </a:t>
            </a:r>
            <a:r>
              <a:rPr lang="en-US" sz="2000" dirty="0" err="1">
                <a:ea typeface="+mn-ea"/>
                <a:cs typeface="+mn-cs"/>
              </a:rPr>
              <a:t>kiện</a:t>
            </a:r>
            <a:r>
              <a:rPr lang="en-US" sz="2000" dirty="0">
                <a:ea typeface="+mn-ea"/>
                <a:cs typeface="+mn-cs"/>
              </a:rPr>
              <a:t> “</a:t>
            </a:r>
            <a:r>
              <a:rPr lang="en-US" sz="2000" dirty="0" err="1">
                <a:ea typeface="+mn-ea"/>
                <a:cs typeface="+mn-cs"/>
              </a:rPr>
              <a:t>bình</a:t>
            </a:r>
            <a:r>
              <a:rPr lang="en-US" sz="2000" dirty="0">
                <a:ea typeface="+mn-ea"/>
                <a:cs typeface="+mn-cs"/>
              </a:rPr>
              <a:t> </a:t>
            </a:r>
            <a:r>
              <a:rPr lang="en-US" sz="2000" dirty="0" err="1">
                <a:ea typeface="+mn-ea"/>
                <a:cs typeface="+mn-cs"/>
              </a:rPr>
              <a:t>thường</a:t>
            </a:r>
            <a:r>
              <a:rPr lang="en-US" sz="2000" dirty="0">
                <a:ea typeface="+mn-ea"/>
                <a:cs typeface="+mn-cs"/>
              </a:rPr>
              <a:t>” hay “</a:t>
            </a:r>
            <a:r>
              <a:rPr lang="en-US" sz="2000" dirty="0" err="1">
                <a:ea typeface="+mn-ea"/>
                <a:cs typeface="+mn-cs"/>
              </a:rPr>
              <a:t>hợp</a:t>
            </a:r>
            <a:r>
              <a:rPr lang="en-US" sz="2000" dirty="0">
                <a:ea typeface="+mn-ea"/>
                <a:cs typeface="+mn-cs"/>
              </a:rPr>
              <a:t> </a:t>
            </a:r>
            <a:r>
              <a:rPr lang="en-US" sz="2000" dirty="0" err="1">
                <a:ea typeface="+mn-ea"/>
                <a:cs typeface="+mn-cs"/>
              </a:rPr>
              <a:t>lý</a:t>
            </a:r>
            <a:r>
              <a:rPr lang="en-US" sz="2000" dirty="0">
                <a:ea typeface="+mn-ea"/>
                <a:cs typeface="+mn-cs"/>
              </a:rPr>
              <a:t>”. </a:t>
            </a:r>
          </a:p>
          <a:p>
            <a:pPr lvl="1">
              <a:lnSpc>
                <a:spcPct val="150000"/>
              </a:lnSpc>
              <a:spcBef>
                <a:spcPts val="0"/>
              </a:spcBef>
              <a:defRPr/>
            </a:pPr>
            <a:r>
              <a:rPr lang="en-US" sz="2000" dirty="0" err="1">
                <a:ea typeface="+mn-ea"/>
                <a:cs typeface="+mn-cs"/>
              </a:rPr>
              <a:t>Ước</a:t>
            </a:r>
            <a:r>
              <a:rPr lang="en-US" sz="2000" dirty="0">
                <a:ea typeface="+mn-ea"/>
                <a:cs typeface="+mn-cs"/>
              </a:rPr>
              <a:t> </a:t>
            </a:r>
            <a:r>
              <a:rPr lang="en-US" sz="2000" dirty="0" err="1">
                <a:ea typeface="+mn-ea"/>
                <a:cs typeface="+mn-cs"/>
              </a:rPr>
              <a:t>lượng</a:t>
            </a:r>
            <a:r>
              <a:rPr lang="en-US" sz="2000" dirty="0">
                <a:ea typeface="+mn-ea"/>
                <a:cs typeface="+mn-cs"/>
              </a:rPr>
              <a:t> </a:t>
            </a:r>
            <a:r>
              <a:rPr lang="en-US" sz="2000" dirty="0" err="1">
                <a:ea typeface="+mn-ea"/>
                <a:cs typeface="+mn-cs"/>
              </a:rPr>
              <a:t>lạc</a:t>
            </a:r>
            <a:r>
              <a:rPr lang="en-US" sz="2000" dirty="0">
                <a:ea typeface="+mn-ea"/>
                <a:cs typeface="+mn-cs"/>
              </a:rPr>
              <a:t> </a:t>
            </a:r>
            <a:r>
              <a:rPr lang="en-US" sz="2000" dirty="0" err="1">
                <a:ea typeface="+mn-ea"/>
                <a:cs typeface="+mn-cs"/>
              </a:rPr>
              <a:t>quan</a:t>
            </a:r>
            <a:r>
              <a:rPr lang="en-US" sz="2000" dirty="0">
                <a:ea typeface="+mn-ea"/>
                <a:cs typeface="+mn-cs"/>
              </a:rPr>
              <a:t> </a:t>
            </a:r>
            <a:r>
              <a:rPr lang="en-US" sz="2000" dirty="0" err="1">
                <a:ea typeface="+mn-ea"/>
                <a:cs typeface="+mn-cs"/>
              </a:rPr>
              <a:t>nhất</a:t>
            </a:r>
            <a:r>
              <a:rPr lang="en-US" sz="2000" dirty="0">
                <a:ea typeface="+mn-ea"/>
                <a:cs typeface="+mn-cs"/>
              </a:rPr>
              <a:t> (MO-Most Optimistic): </a:t>
            </a:r>
            <a:r>
              <a:rPr lang="en-US" sz="2000" dirty="0" err="1">
                <a:ea typeface="+mn-ea"/>
                <a:cs typeface="+mn-cs"/>
              </a:rPr>
              <a:t>Thời</a:t>
            </a:r>
            <a:r>
              <a:rPr lang="en-US" sz="2000" dirty="0">
                <a:ea typeface="+mn-ea"/>
                <a:cs typeface="+mn-cs"/>
              </a:rPr>
              <a:t> </a:t>
            </a:r>
            <a:r>
              <a:rPr lang="en-US" sz="2000" dirty="0" err="1">
                <a:ea typeface="+mn-ea"/>
                <a:cs typeface="+mn-cs"/>
              </a:rPr>
              <a:t>gian</a:t>
            </a:r>
            <a:r>
              <a:rPr lang="en-US" sz="2000" dirty="0">
                <a:ea typeface="+mn-ea"/>
                <a:cs typeface="+mn-cs"/>
              </a:rPr>
              <a:t> </a:t>
            </a:r>
            <a:r>
              <a:rPr lang="en-US" sz="2000" dirty="0" err="1">
                <a:ea typeface="+mn-ea"/>
                <a:cs typeface="+mn-cs"/>
              </a:rPr>
              <a:t>cần</a:t>
            </a:r>
            <a:r>
              <a:rPr lang="en-US" sz="2000" dirty="0">
                <a:ea typeface="+mn-ea"/>
                <a:cs typeface="+mn-cs"/>
              </a:rPr>
              <a:t> </a:t>
            </a:r>
            <a:r>
              <a:rPr lang="en-US" sz="2000" dirty="0" err="1">
                <a:ea typeface="+mn-ea"/>
                <a:cs typeface="+mn-cs"/>
              </a:rPr>
              <a:t>để</a:t>
            </a:r>
            <a:r>
              <a:rPr lang="en-US" sz="2000" dirty="0">
                <a:ea typeface="+mn-ea"/>
                <a:cs typeface="+mn-cs"/>
              </a:rPr>
              <a:t> </a:t>
            </a:r>
            <a:r>
              <a:rPr lang="en-US" sz="2000" dirty="0" err="1">
                <a:ea typeface="+mn-ea"/>
                <a:cs typeface="+mn-cs"/>
              </a:rPr>
              <a:t>hoàn</a:t>
            </a:r>
            <a:r>
              <a:rPr lang="en-US" sz="2000" dirty="0">
                <a:ea typeface="+mn-ea"/>
                <a:cs typeface="+mn-cs"/>
              </a:rPr>
              <a:t> </a:t>
            </a:r>
            <a:r>
              <a:rPr lang="en-US" sz="2000" dirty="0" err="1">
                <a:ea typeface="+mn-ea"/>
                <a:cs typeface="+mn-cs"/>
              </a:rPr>
              <a:t>thành</a:t>
            </a:r>
            <a:r>
              <a:rPr lang="en-US" sz="2000" dirty="0">
                <a:ea typeface="+mn-ea"/>
                <a:cs typeface="+mn-cs"/>
              </a:rPr>
              <a:t> </a:t>
            </a:r>
            <a:r>
              <a:rPr lang="en-US" sz="2000" dirty="0" err="1">
                <a:ea typeface="+mn-ea"/>
                <a:cs typeface="+mn-cs"/>
              </a:rPr>
              <a:t>công</a:t>
            </a:r>
            <a:r>
              <a:rPr lang="en-US" sz="2000" dirty="0">
                <a:ea typeface="+mn-ea"/>
                <a:cs typeface="+mn-cs"/>
              </a:rPr>
              <a:t> </a:t>
            </a:r>
            <a:r>
              <a:rPr lang="en-US" sz="2000" dirty="0" err="1">
                <a:ea typeface="+mn-ea"/>
                <a:cs typeface="+mn-cs"/>
              </a:rPr>
              <a:t>việc</a:t>
            </a:r>
            <a:r>
              <a:rPr lang="en-US" sz="2000" dirty="0">
                <a:ea typeface="+mn-ea"/>
                <a:cs typeface="+mn-cs"/>
              </a:rPr>
              <a:t> </a:t>
            </a:r>
            <a:r>
              <a:rPr lang="en-US" sz="2000" dirty="0" err="1">
                <a:ea typeface="+mn-ea"/>
                <a:cs typeface="+mn-cs"/>
              </a:rPr>
              <a:t>trong</a:t>
            </a:r>
            <a:r>
              <a:rPr lang="en-US" sz="2000" dirty="0">
                <a:ea typeface="+mn-ea"/>
                <a:cs typeface="+mn-cs"/>
              </a:rPr>
              <a:t> </a:t>
            </a:r>
            <a:r>
              <a:rPr lang="en-US" sz="2000" dirty="0" err="1">
                <a:ea typeface="+mn-ea"/>
                <a:cs typeface="+mn-cs"/>
              </a:rPr>
              <a:t>điều</a:t>
            </a:r>
            <a:r>
              <a:rPr lang="en-US" sz="2000" dirty="0">
                <a:ea typeface="+mn-ea"/>
                <a:cs typeface="+mn-cs"/>
              </a:rPr>
              <a:t> </a:t>
            </a:r>
            <a:r>
              <a:rPr lang="en-US" sz="2000" dirty="0" err="1">
                <a:ea typeface="+mn-ea"/>
                <a:cs typeface="+mn-cs"/>
              </a:rPr>
              <a:t>kiện</a:t>
            </a:r>
            <a:r>
              <a:rPr lang="en-US" sz="2000" dirty="0">
                <a:ea typeface="+mn-ea"/>
                <a:cs typeface="+mn-cs"/>
              </a:rPr>
              <a:t> “</a:t>
            </a:r>
            <a:r>
              <a:rPr lang="en-US" sz="2000" dirty="0" err="1">
                <a:ea typeface="+mn-ea"/>
                <a:cs typeface="+mn-cs"/>
              </a:rPr>
              <a:t>tốt</a:t>
            </a:r>
            <a:r>
              <a:rPr lang="en-US" sz="2000" dirty="0">
                <a:ea typeface="+mn-ea"/>
                <a:cs typeface="+mn-cs"/>
              </a:rPr>
              <a:t> </a:t>
            </a:r>
            <a:r>
              <a:rPr lang="en-US" sz="2000" dirty="0" err="1">
                <a:ea typeface="+mn-ea"/>
                <a:cs typeface="+mn-cs"/>
              </a:rPr>
              <a:t>nhất</a:t>
            </a:r>
            <a:r>
              <a:rPr lang="en-US" sz="2000" dirty="0">
                <a:ea typeface="+mn-ea"/>
                <a:cs typeface="+mn-cs"/>
              </a:rPr>
              <a:t>” hay “</a:t>
            </a:r>
            <a:r>
              <a:rPr lang="en-US" sz="2000" dirty="0" err="1">
                <a:ea typeface="+mn-ea"/>
                <a:cs typeface="+mn-cs"/>
              </a:rPr>
              <a:t>lý</a:t>
            </a:r>
            <a:r>
              <a:rPr lang="en-US" sz="2000" dirty="0">
                <a:ea typeface="+mn-ea"/>
                <a:cs typeface="+mn-cs"/>
              </a:rPr>
              <a:t> </a:t>
            </a:r>
            <a:r>
              <a:rPr lang="en-US" sz="2000" dirty="0" err="1">
                <a:ea typeface="+mn-ea"/>
                <a:cs typeface="+mn-cs"/>
              </a:rPr>
              <a:t>tưởng</a:t>
            </a:r>
            <a:r>
              <a:rPr lang="en-US" sz="2000" dirty="0">
                <a:ea typeface="+mn-ea"/>
                <a:cs typeface="+mn-cs"/>
              </a:rPr>
              <a:t>” (</a:t>
            </a:r>
            <a:r>
              <a:rPr lang="en-US" sz="2000" dirty="0" err="1">
                <a:ea typeface="+mn-ea"/>
                <a:cs typeface="+mn-cs"/>
              </a:rPr>
              <a:t>không</a:t>
            </a:r>
            <a:r>
              <a:rPr lang="en-US" sz="2000" dirty="0">
                <a:ea typeface="+mn-ea"/>
                <a:cs typeface="+mn-cs"/>
              </a:rPr>
              <a:t> </a:t>
            </a:r>
            <a:r>
              <a:rPr lang="en-US" sz="2000" dirty="0" err="1">
                <a:ea typeface="+mn-ea"/>
                <a:cs typeface="+mn-cs"/>
              </a:rPr>
              <a:t>có</a:t>
            </a:r>
            <a:r>
              <a:rPr lang="en-US" sz="2000" dirty="0">
                <a:ea typeface="+mn-ea"/>
                <a:cs typeface="+mn-cs"/>
              </a:rPr>
              <a:t> </a:t>
            </a:r>
            <a:r>
              <a:rPr lang="en-US" sz="2000" dirty="0" err="1">
                <a:ea typeface="+mn-ea"/>
                <a:cs typeface="+mn-cs"/>
              </a:rPr>
              <a:t>trở</a:t>
            </a:r>
            <a:r>
              <a:rPr lang="en-US" sz="2000" dirty="0">
                <a:ea typeface="+mn-ea"/>
                <a:cs typeface="+mn-cs"/>
              </a:rPr>
              <a:t> </a:t>
            </a:r>
            <a:r>
              <a:rPr lang="en-US" sz="2000" dirty="0" err="1">
                <a:ea typeface="+mn-ea"/>
                <a:cs typeface="+mn-cs"/>
              </a:rPr>
              <a:t>ngại</a:t>
            </a:r>
            <a:r>
              <a:rPr lang="en-US" sz="2000" dirty="0">
                <a:ea typeface="+mn-ea"/>
                <a:cs typeface="+mn-cs"/>
              </a:rPr>
              <a:t> </a:t>
            </a:r>
            <a:r>
              <a:rPr lang="en-US" sz="2000" dirty="0" err="1">
                <a:ea typeface="+mn-ea"/>
                <a:cs typeface="+mn-cs"/>
              </a:rPr>
              <a:t>nào</a:t>
            </a:r>
            <a:r>
              <a:rPr lang="en-US" sz="2000" dirty="0">
                <a:ea typeface="+mn-ea"/>
                <a:cs typeface="+mn-cs"/>
              </a:rPr>
              <a:t>). </a:t>
            </a:r>
          </a:p>
          <a:p>
            <a:pPr lvl="1">
              <a:lnSpc>
                <a:spcPct val="150000"/>
              </a:lnSpc>
              <a:spcBef>
                <a:spcPts val="0"/>
              </a:spcBef>
              <a:defRPr/>
            </a:pPr>
            <a:r>
              <a:rPr lang="en-US" sz="2000" dirty="0" err="1">
                <a:ea typeface="+mn-ea"/>
                <a:cs typeface="+mn-cs"/>
              </a:rPr>
              <a:t>Ước</a:t>
            </a:r>
            <a:r>
              <a:rPr lang="en-US" sz="2000" dirty="0">
                <a:ea typeface="+mn-ea"/>
                <a:cs typeface="+mn-cs"/>
              </a:rPr>
              <a:t> </a:t>
            </a:r>
            <a:r>
              <a:rPr lang="en-US" sz="2000" dirty="0" err="1">
                <a:ea typeface="+mn-ea"/>
                <a:cs typeface="+mn-cs"/>
              </a:rPr>
              <a:t>lượng</a:t>
            </a:r>
            <a:r>
              <a:rPr lang="en-US" sz="2000" dirty="0">
                <a:ea typeface="+mn-ea"/>
                <a:cs typeface="+mn-cs"/>
              </a:rPr>
              <a:t> bi </a:t>
            </a:r>
            <a:r>
              <a:rPr lang="en-US" sz="2000" dirty="0" err="1">
                <a:ea typeface="+mn-ea"/>
                <a:cs typeface="+mn-cs"/>
              </a:rPr>
              <a:t>quan</a:t>
            </a:r>
            <a:r>
              <a:rPr lang="en-US" sz="2000" dirty="0">
                <a:ea typeface="+mn-ea"/>
                <a:cs typeface="+mn-cs"/>
              </a:rPr>
              <a:t> </a:t>
            </a:r>
            <a:r>
              <a:rPr lang="en-US" sz="2000" dirty="0" err="1">
                <a:ea typeface="+mn-ea"/>
                <a:cs typeface="+mn-cs"/>
              </a:rPr>
              <a:t>nhất</a:t>
            </a:r>
            <a:r>
              <a:rPr lang="en-US" sz="2000" dirty="0">
                <a:ea typeface="+mn-ea"/>
                <a:cs typeface="+mn-cs"/>
              </a:rPr>
              <a:t> (MP-Most Pessimistic): </a:t>
            </a:r>
            <a:r>
              <a:rPr lang="en-US" sz="2000" dirty="0" err="1">
                <a:ea typeface="+mn-ea"/>
                <a:cs typeface="+mn-cs"/>
              </a:rPr>
              <a:t>Thời</a:t>
            </a:r>
            <a:r>
              <a:rPr lang="en-US" sz="2000" dirty="0">
                <a:ea typeface="+mn-ea"/>
                <a:cs typeface="+mn-cs"/>
              </a:rPr>
              <a:t> </a:t>
            </a:r>
            <a:r>
              <a:rPr lang="en-US" sz="2000" dirty="0" err="1">
                <a:ea typeface="+mn-ea"/>
                <a:cs typeface="+mn-cs"/>
              </a:rPr>
              <a:t>gian</a:t>
            </a:r>
            <a:r>
              <a:rPr lang="en-US" sz="2000" dirty="0">
                <a:ea typeface="+mn-ea"/>
                <a:cs typeface="+mn-cs"/>
              </a:rPr>
              <a:t> </a:t>
            </a:r>
            <a:r>
              <a:rPr lang="en-US" sz="2000" dirty="0" err="1">
                <a:ea typeface="+mn-ea"/>
                <a:cs typeface="+mn-cs"/>
              </a:rPr>
              <a:t>cần</a:t>
            </a:r>
            <a:r>
              <a:rPr lang="en-US" sz="2000" dirty="0">
                <a:ea typeface="+mn-ea"/>
                <a:cs typeface="+mn-cs"/>
              </a:rPr>
              <a:t> </a:t>
            </a:r>
            <a:r>
              <a:rPr lang="en-US" sz="2000" dirty="0" err="1">
                <a:ea typeface="+mn-ea"/>
                <a:cs typeface="+mn-cs"/>
              </a:rPr>
              <a:t>để</a:t>
            </a:r>
            <a:r>
              <a:rPr lang="en-US" sz="2000" dirty="0">
                <a:ea typeface="+mn-ea"/>
                <a:cs typeface="+mn-cs"/>
              </a:rPr>
              <a:t> </a:t>
            </a:r>
            <a:r>
              <a:rPr lang="en-US" sz="2000" dirty="0" err="1">
                <a:ea typeface="+mn-ea"/>
                <a:cs typeface="+mn-cs"/>
              </a:rPr>
              <a:t>hoàn</a:t>
            </a:r>
            <a:r>
              <a:rPr lang="en-US" sz="2000" dirty="0">
                <a:ea typeface="+mn-ea"/>
                <a:cs typeface="+mn-cs"/>
              </a:rPr>
              <a:t> </a:t>
            </a:r>
            <a:r>
              <a:rPr lang="en-US" sz="2000" dirty="0" err="1">
                <a:ea typeface="+mn-ea"/>
                <a:cs typeface="+mn-cs"/>
              </a:rPr>
              <a:t>thành</a:t>
            </a:r>
            <a:r>
              <a:rPr lang="en-US" sz="2000" dirty="0">
                <a:ea typeface="+mn-ea"/>
                <a:cs typeface="+mn-cs"/>
              </a:rPr>
              <a:t> </a:t>
            </a:r>
            <a:r>
              <a:rPr lang="en-US" sz="2000" dirty="0" err="1">
                <a:ea typeface="+mn-ea"/>
                <a:cs typeface="+mn-cs"/>
              </a:rPr>
              <a:t>công</a:t>
            </a:r>
            <a:r>
              <a:rPr lang="en-US" sz="2000" dirty="0">
                <a:ea typeface="+mn-ea"/>
                <a:cs typeface="+mn-cs"/>
              </a:rPr>
              <a:t> </a:t>
            </a:r>
            <a:r>
              <a:rPr lang="en-US" sz="2000" dirty="0" err="1">
                <a:ea typeface="+mn-ea"/>
                <a:cs typeface="+mn-cs"/>
              </a:rPr>
              <a:t>việc</a:t>
            </a:r>
            <a:r>
              <a:rPr lang="en-US" sz="2000" dirty="0">
                <a:ea typeface="+mn-ea"/>
                <a:cs typeface="+mn-cs"/>
              </a:rPr>
              <a:t> </a:t>
            </a:r>
            <a:r>
              <a:rPr lang="en-US" sz="2000" dirty="0" err="1">
                <a:ea typeface="+mn-ea"/>
                <a:cs typeface="+mn-cs"/>
              </a:rPr>
              <a:t>một</a:t>
            </a:r>
            <a:r>
              <a:rPr lang="en-US" sz="2000" dirty="0">
                <a:ea typeface="+mn-ea"/>
                <a:cs typeface="+mn-cs"/>
              </a:rPr>
              <a:t> </a:t>
            </a:r>
            <a:r>
              <a:rPr lang="en-US" sz="2000" dirty="0" err="1">
                <a:ea typeface="+mn-ea"/>
                <a:cs typeface="+mn-cs"/>
              </a:rPr>
              <a:t>cách</a:t>
            </a:r>
            <a:r>
              <a:rPr lang="en-US" sz="2000" dirty="0">
                <a:ea typeface="+mn-ea"/>
                <a:cs typeface="+mn-cs"/>
              </a:rPr>
              <a:t> “</a:t>
            </a:r>
            <a:r>
              <a:rPr lang="en-US" sz="2000" dirty="0" err="1">
                <a:ea typeface="+mn-ea"/>
                <a:cs typeface="+mn-cs"/>
              </a:rPr>
              <a:t>tồi</a:t>
            </a:r>
            <a:r>
              <a:rPr lang="en-US" sz="2000" dirty="0">
                <a:ea typeface="+mn-ea"/>
                <a:cs typeface="+mn-cs"/>
              </a:rPr>
              <a:t> </a:t>
            </a:r>
            <a:r>
              <a:rPr lang="en-US" sz="2000" dirty="0" err="1">
                <a:ea typeface="+mn-ea"/>
                <a:cs typeface="+mn-cs"/>
              </a:rPr>
              <a:t>nhất</a:t>
            </a:r>
            <a:r>
              <a:rPr lang="en-US" sz="2000" dirty="0">
                <a:ea typeface="+mn-ea"/>
                <a:cs typeface="+mn-cs"/>
              </a:rPr>
              <a:t>” (</a:t>
            </a:r>
            <a:r>
              <a:rPr lang="en-US" sz="2000" dirty="0" err="1">
                <a:ea typeface="+mn-ea"/>
                <a:cs typeface="+mn-cs"/>
              </a:rPr>
              <a:t>đầy</a:t>
            </a:r>
            <a:r>
              <a:rPr lang="en-US" sz="2000" dirty="0">
                <a:ea typeface="+mn-ea"/>
                <a:cs typeface="+mn-cs"/>
              </a:rPr>
              <a:t> </a:t>
            </a:r>
            <a:r>
              <a:rPr lang="en-US" sz="2000" dirty="0" err="1">
                <a:ea typeface="+mn-ea"/>
                <a:cs typeface="+mn-cs"/>
              </a:rPr>
              <a:t>trở</a:t>
            </a:r>
            <a:r>
              <a:rPr lang="en-US" sz="2000" dirty="0">
                <a:ea typeface="+mn-ea"/>
                <a:cs typeface="+mn-cs"/>
              </a:rPr>
              <a:t> </a:t>
            </a:r>
            <a:r>
              <a:rPr lang="en-US" sz="2000" dirty="0" err="1">
                <a:ea typeface="+mn-ea"/>
                <a:cs typeface="+mn-cs"/>
              </a:rPr>
              <a:t>ngại</a:t>
            </a:r>
            <a:r>
              <a:rPr lang="en-US" sz="2000" dirty="0">
                <a:ea typeface="+mn-ea"/>
                <a:cs typeface="+mn-cs"/>
              </a:rPr>
              <a:t>). </a:t>
            </a:r>
          </a:p>
          <a:p>
            <a:pPr lvl="1">
              <a:lnSpc>
                <a:spcPct val="150000"/>
              </a:lnSpc>
              <a:spcBef>
                <a:spcPts val="0"/>
              </a:spcBef>
              <a:defRPr/>
            </a:pPr>
            <a:r>
              <a:rPr lang="en-US" sz="2000" dirty="0" err="1">
                <a:ea typeface="+mn-ea"/>
                <a:cs typeface="+mn-cs"/>
              </a:rPr>
              <a:t>Ước</a:t>
            </a:r>
            <a:r>
              <a:rPr lang="en-US" sz="2000" dirty="0">
                <a:ea typeface="+mn-ea"/>
                <a:cs typeface="+mn-cs"/>
              </a:rPr>
              <a:t> </a:t>
            </a:r>
            <a:r>
              <a:rPr lang="en-US" sz="2000" dirty="0" err="1">
                <a:ea typeface="+mn-ea"/>
                <a:cs typeface="+mn-cs"/>
              </a:rPr>
              <a:t>lượng</a:t>
            </a:r>
            <a:r>
              <a:rPr lang="en-US" sz="2000" dirty="0">
                <a:ea typeface="+mn-ea"/>
                <a:cs typeface="+mn-cs"/>
              </a:rPr>
              <a:t> </a:t>
            </a:r>
            <a:r>
              <a:rPr lang="en-US" sz="2000" dirty="0" err="1">
                <a:ea typeface="+mn-ea"/>
                <a:cs typeface="+mn-cs"/>
              </a:rPr>
              <a:t>cuối</a:t>
            </a:r>
            <a:r>
              <a:rPr lang="en-US" sz="2000" dirty="0">
                <a:ea typeface="+mn-ea"/>
                <a:cs typeface="+mn-cs"/>
              </a:rPr>
              <a:t> </a:t>
            </a:r>
            <a:r>
              <a:rPr lang="en-US" sz="2000" dirty="0" err="1">
                <a:ea typeface="+mn-ea"/>
                <a:cs typeface="+mn-cs"/>
              </a:rPr>
              <a:t>cùng</a:t>
            </a:r>
            <a:r>
              <a:rPr lang="en-US" sz="2000" dirty="0">
                <a:ea typeface="+mn-ea"/>
                <a:cs typeface="+mn-cs"/>
              </a:rPr>
              <a:t> </a:t>
            </a:r>
            <a:r>
              <a:rPr lang="en-US" sz="2000" dirty="0" err="1">
                <a:ea typeface="+mn-ea"/>
                <a:cs typeface="+mn-cs"/>
              </a:rPr>
              <a:t>tính</a:t>
            </a:r>
            <a:r>
              <a:rPr lang="en-US" sz="2000" dirty="0">
                <a:ea typeface="+mn-ea"/>
                <a:cs typeface="+mn-cs"/>
              </a:rPr>
              <a:t> </a:t>
            </a:r>
            <a:r>
              <a:rPr lang="en-US" sz="2000" dirty="0" err="1">
                <a:ea typeface="+mn-ea"/>
                <a:cs typeface="+mn-cs"/>
              </a:rPr>
              <a:t>theo</a:t>
            </a:r>
            <a:r>
              <a:rPr lang="en-US" sz="2000" dirty="0">
                <a:ea typeface="+mn-ea"/>
                <a:cs typeface="+mn-cs"/>
              </a:rPr>
              <a:t> </a:t>
            </a:r>
            <a:r>
              <a:rPr lang="en-US" sz="2000" dirty="0" err="1">
                <a:ea typeface="+mn-ea"/>
                <a:cs typeface="+mn-cs"/>
              </a:rPr>
              <a:t>công</a:t>
            </a:r>
            <a:r>
              <a:rPr lang="en-US" sz="2000" dirty="0">
                <a:ea typeface="+mn-ea"/>
                <a:cs typeface="+mn-cs"/>
              </a:rPr>
              <a:t> </a:t>
            </a:r>
            <a:r>
              <a:rPr lang="en-US" sz="2000" dirty="0" err="1">
                <a:ea typeface="+mn-ea"/>
                <a:cs typeface="+mn-cs"/>
              </a:rPr>
              <a:t>thức</a:t>
            </a:r>
            <a:r>
              <a:rPr lang="en-US" sz="2000" dirty="0">
                <a:ea typeface="+mn-ea"/>
                <a:cs typeface="+mn-cs"/>
              </a:rPr>
              <a:t>: (MO + 4(ML) + MP)/6 </a:t>
            </a:r>
            <a:endParaRPr lang="en-US" sz="1600" dirty="0"/>
          </a:p>
        </p:txBody>
      </p:sp>
      <p:pic>
        <p:nvPicPr>
          <p:cNvPr id="19460"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24A7ABCD-CEE2-4859-A8AA-E297568727A6}" type="slidenum">
              <a:rPr lang="en-US" sz="1400" smtClean="0"/>
              <a:pPr eaLnBrk="1" hangingPunct="1"/>
              <a:t>13</a:t>
            </a:fld>
            <a:endParaRPr lang="en-US" sz="1400"/>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sp>
        <p:nvSpPr>
          <p:cNvPr id="20483" name="Rectangle 3"/>
          <p:cNvSpPr>
            <a:spLocks noGrp="1" noChangeArrowheads="1"/>
          </p:cNvSpPr>
          <p:nvPr>
            <p:ph type="body" sz="half" idx="1"/>
          </p:nvPr>
        </p:nvSpPr>
        <p:spPr>
          <a:xfrm>
            <a:off x="381000" y="2057400"/>
            <a:ext cx="8763000" cy="4800600"/>
          </a:xfrm>
        </p:spPr>
        <p:txBody>
          <a:bodyPr/>
          <a:lstStyle/>
          <a:p>
            <a:pPr>
              <a:lnSpc>
                <a:spcPct val="150000"/>
              </a:lnSpc>
              <a:spcBef>
                <a:spcPct val="0"/>
              </a:spcBef>
            </a:pPr>
            <a:r>
              <a:rPr lang="en-US" sz="3200" dirty="0" err="1">
                <a:latin typeface="Arial" charset="0"/>
                <a:cs typeface="Arial" charset="0"/>
              </a:rPr>
              <a:t>Ước</a:t>
            </a:r>
            <a:r>
              <a:rPr lang="en-US" sz="3200" dirty="0">
                <a:latin typeface="Arial" charset="0"/>
                <a:cs typeface="Arial" charset="0"/>
              </a:rPr>
              <a:t> </a:t>
            </a:r>
            <a:r>
              <a:rPr lang="en-US" sz="3200" dirty="0" err="1">
                <a:latin typeface="Arial" charset="0"/>
                <a:cs typeface="Arial" charset="0"/>
              </a:rPr>
              <a:t>lượng</a:t>
            </a:r>
            <a:r>
              <a:rPr lang="en-US" sz="3200" dirty="0">
                <a:latin typeface="Arial" charset="0"/>
                <a:cs typeface="Arial" charset="0"/>
              </a:rPr>
              <a:t> </a:t>
            </a:r>
            <a:r>
              <a:rPr lang="en-US" sz="3200" dirty="0" err="1">
                <a:latin typeface="Arial" charset="0"/>
                <a:cs typeface="Arial" charset="0"/>
              </a:rPr>
              <a:t>thời</a:t>
            </a:r>
            <a:r>
              <a:rPr lang="en-US" sz="3200" dirty="0">
                <a:latin typeface="Arial" charset="0"/>
                <a:cs typeface="Arial" charset="0"/>
              </a:rPr>
              <a:t> </a:t>
            </a:r>
            <a:r>
              <a:rPr lang="en-US" sz="3200" dirty="0" err="1">
                <a:latin typeface="Arial" charset="0"/>
                <a:cs typeface="Arial" charset="0"/>
              </a:rPr>
              <a:t>gian</a:t>
            </a:r>
            <a:r>
              <a:rPr lang="en-US" sz="3200" dirty="0">
                <a:latin typeface="Arial" charset="0"/>
                <a:cs typeface="Arial" charset="0"/>
              </a:rPr>
              <a:t> </a:t>
            </a:r>
            <a:r>
              <a:rPr lang="en-US" sz="3200" dirty="0" err="1">
                <a:latin typeface="Arial" charset="0"/>
                <a:cs typeface="Arial" charset="0"/>
              </a:rPr>
              <a:t>cho</a:t>
            </a:r>
            <a:r>
              <a:rPr lang="en-US" sz="3200" dirty="0">
                <a:latin typeface="Arial" charset="0"/>
                <a:cs typeface="Arial" charset="0"/>
              </a:rPr>
              <a:t> </a:t>
            </a:r>
            <a:r>
              <a:rPr lang="en-US" sz="3200" dirty="0" err="1">
                <a:latin typeface="Arial" charset="0"/>
                <a:cs typeface="Arial" charset="0"/>
              </a:rPr>
              <a:t>các</a:t>
            </a:r>
            <a:r>
              <a:rPr lang="en-US" sz="3200" dirty="0">
                <a:latin typeface="Arial" charset="0"/>
                <a:cs typeface="Arial" charset="0"/>
              </a:rPr>
              <a:t> </a:t>
            </a:r>
            <a:r>
              <a:rPr lang="en-US" sz="3200" dirty="0" err="1">
                <a:latin typeface="Arial" charset="0"/>
                <a:cs typeface="Arial" charset="0"/>
              </a:rPr>
              <a:t>công</a:t>
            </a:r>
            <a:r>
              <a:rPr lang="en-US" sz="3200" dirty="0">
                <a:latin typeface="Arial" charset="0"/>
                <a:cs typeface="Arial" charset="0"/>
              </a:rPr>
              <a:t> </a:t>
            </a:r>
            <a:r>
              <a:rPr lang="en-US" sz="3200" dirty="0" err="1">
                <a:latin typeface="Arial" charset="0"/>
                <a:cs typeface="Arial" charset="0"/>
              </a:rPr>
              <a:t>việc</a:t>
            </a:r>
            <a:r>
              <a:rPr lang="en-US" sz="3200" dirty="0">
                <a:latin typeface="Arial" charset="0"/>
                <a:cs typeface="Arial" charset="0"/>
              </a:rPr>
              <a:t> </a:t>
            </a:r>
            <a:r>
              <a:rPr lang="en-US" sz="3200" dirty="0" err="1">
                <a:latin typeface="Arial" charset="0"/>
                <a:cs typeface="Arial" charset="0"/>
              </a:rPr>
              <a:t>liên</a:t>
            </a:r>
            <a:r>
              <a:rPr lang="en-US" sz="3200" dirty="0">
                <a:latin typeface="Arial" charset="0"/>
                <a:cs typeface="Arial" charset="0"/>
              </a:rPr>
              <a:t> </a:t>
            </a:r>
            <a:r>
              <a:rPr lang="en-US" sz="3200" dirty="0" err="1">
                <a:latin typeface="Arial" charset="0"/>
                <a:cs typeface="Arial" charset="0"/>
              </a:rPr>
              <a:t>quan</a:t>
            </a:r>
            <a:r>
              <a:rPr lang="en-US" sz="3200" dirty="0">
                <a:latin typeface="Arial" charset="0"/>
                <a:cs typeface="Arial" charset="0"/>
              </a:rPr>
              <a:t> </a:t>
            </a:r>
            <a:r>
              <a:rPr lang="en-US" sz="3200" dirty="0" err="1">
                <a:latin typeface="Arial" charset="0"/>
                <a:cs typeface="Arial" charset="0"/>
              </a:rPr>
              <a:t>đến</a:t>
            </a:r>
            <a:r>
              <a:rPr lang="en-US" sz="3200" dirty="0">
                <a:latin typeface="Arial" charset="0"/>
                <a:cs typeface="Arial" charset="0"/>
              </a:rPr>
              <a:t> </a:t>
            </a:r>
            <a:r>
              <a:rPr lang="en-US" sz="3200" dirty="0" err="1">
                <a:latin typeface="Arial" charset="0"/>
                <a:cs typeface="Arial" charset="0"/>
              </a:rPr>
              <a:t>lắp</a:t>
            </a:r>
            <a:r>
              <a:rPr lang="en-US" sz="3200" dirty="0">
                <a:latin typeface="Arial" charset="0"/>
                <a:cs typeface="Arial" charset="0"/>
              </a:rPr>
              <a:t> </a:t>
            </a:r>
            <a:r>
              <a:rPr lang="en-US" sz="3200" dirty="0" err="1">
                <a:latin typeface="Arial" charset="0"/>
                <a:cs typeface="Arial" charset="0"/>
              </a:rPr>
              <a:t>mạng</a:t>
            </a:r>
            <a:r>
              <a:rPr lang="en-US" sz="3200" dirty="0">
                <a:latin typeface="Arial" charset="0"/>
                <a:cs typeface="Arial" charset="0"/>
              </a:rPr>
              <a:t> </a:t>
            </a:r>
            <a:r>
              <a:rPr lang="en-US" sz="3200" dirty="0" err="1">
                <a:latin typeface="Arial" charset="0"/>
                <a:cs typeface="Arial" charset="0"/>
              </a:rPr>
              <a:t>nội</a:t>
            </a:r>
            <a:r>
              <a:rPr lang="en-US" sz="3200" dirty="0">
                <a:latin typeface="Arial" charset="0"/>
                <a:cs typeface="Arial" charset="0"/>
              </a:rPr>
              <a:t> </a:t>
            </a:r>
            <a:r>
              <a:rPr lang="en-US" sz="3200" dirty="0" err="1">
                <a:latin typeface="Arial" charset="0"/>
                <a:cs typeface="Arial" charset="0"/>
              </a:rPr>
              <a:t>bộ</a:t>
            </a:r>
            <a:r>
              <a:rPr lang="en-US" sz="3200" dirty="0">
                <a:latin typeface="Arial" charset="0"/>
                <a:cs typeface="Arial" charset="0"/>
              </a:rPr>
              <a:t> </a:t>
            </a:r>
            <a:r>
              <a:rPr lang="en-US" sz="3200" dirty="0" err="1">
                <a:latin typeface="Arial" charset="0"/>
                <a:cs typeface="Arial" charset="0"/>
              </a:rPr>
              <a:t>cho</a:t>
            </a:r>
            <a:r>
              <a:rPr lang="en-US" sz="3200" dirty="0">
                <a:latin typeface="Arial" charset="0"/>
                <a:cs typeface="Arial" charset="0"/>
              </a:rPr>
              <a:t> </a:t>
            </a:r>
            <a:r>
              <a:rPr lang="en-US" sz="3200" dirty="0" err="1">
                <a:latin typeface="Arial" charset="0"/>
                <a:cs typeface="Arial" charset="0"/>
              </a:rPr>
              <a:t>cơ</a:t>
            </a:r>
            <a:r>
              <a:rPr lang="en-US" sz="3200" dirty="0">
                <a:latin typeface="Arial" charset="0"/>
                <a:cs typeface="Arial" charset="0"/>
              </a:rPr>
              <a:t> </a:t>
            </a:r>
            <a:r>
              <a:rPr lang="en-US" sz="3200" dirty="0" err="1">
                <a:latin typeface="Arial" charset="0"/>
                <a:cs typeface="Arial" charset="0"/>
              </a:rPr>
              <a:t>quan</a:t>
            </a:r>
            <a:r>
              <a:rPr lang="en-US" sz="3200" dirty="0">
                <a:latin typeface="Arial" charset="0"/>
                <a:cs typeface="Arial" charset="0"/>
              </a:rPr>
              <a:t>. (EST: estimation - </a:t>
            </a:r>
            <a:r>
              <a:rPr lang="en-US" sz="3200" dirty="0" err="1">
                <a:latin typeface="Arial" charset="0"/>
                <a:cs typeface="Arial" charset="0"/>
              </a:rPr>
              <a:t>ước</a:t>
            </a:r>
            <a:r>
              <a:rPr lang="en-US" sz="3200" dirty="0">
                <a:latin typeface="Arial" charset="0"/>
                <a:cs typeface="Arial" charset="0"/>
              </a:rPr>
              <a:t> </a:t>
            </a:r>
            <a:r>
              <a:rPr lang="en-US" sz="3200" dirty="0" err="1">
                <a:latin typeface="Arial" charset="0"/>
                <a:cs typeface="Arial" charset="0"/>
              </a:rPr>
              <a:t>lượng</a:t>
            </a:r>
            <a:r>
              <a:rPr lang="en-US" sz="3200" dirty="0">
                <a:latin typeface="Arial" charset="0"/>
                <a:cs typeface="Arial" charset="0"/>
              </a:rPr>
              <a:t> </a:t>
            </a:r>
            <a:r>
              <a:rPr lang="en-US" sz="3200" dirty="0" err="1">
                <a:latin typeface="Arial" charset="0"/>
                <a:cs typeface="Arial" charset="0"/>
              </a:rPr>
              <a:t>thời</a:t>
            </a:r>
            <a:r>
              <a:rPr lang="en-US" sz="3200" dirty="0">
                <a:latin typeface="Arial" charset="0"/>
                <a:cs typeface="Arial" charset="0"/>
              </a:rPr>
              <a:t> </a:t>
            </a:r>
            <a:r>
              <a:rPr lang="en-US" sz="3200" dirty="0" err="1">
                <a:latin typeface="Arial" charset="0"/>
                <a:cs typeface="Arial" charset="0"/>
              </a:rPr>
              <a:t>gian</a:t>
            </a:r>
            <a:r>
              <a:rPr lang="en-US" sz="3200" dirty="0">
                <a:latin typeface="Arial" charset="0"/>
                <a:cs typeface="Arial" charset="0"/>
              </a:rPr>
              <a:t> </a:t>
            </a:r>
            <a:r>
              <a:rPr lang="en-US" sz="3200" dirty="0" err="1">
                <a:latin typeface="Arial" charset="0"/>
                <a:cs typeface="Arial" charset="0"/>
              </a:rPr>
              <a:t>để</a:t>
            </a:r>
            <a:r>
              <a:rPr lang="en-US" sz="3200" dirty="0">
                <a:latin typeface="Arial" charset="0"/>
                <a:cs typeface="Arial" charset="0"/>
              </a:rPr>
              <a:t> </a:t>
            </a:r>
            <a:r>
              <a:rPr lang="en-US" sz="3200" dirty="0" err="1">
                <a:latin typeface="Arial" charset="0"/>
                <a:cs typeface="Arial" charset="0"/>
              </a:rPr>
              <a:t>làm</a:t>
            </a:r>
            <a:r>
              <a:rPr lang="en-US" sz="3200" dirty="0">
                <a:latin typeface="Arial" charset="0"/>
                <a:cs typeface="Arial" charset="0"/>
              </a:rPr>
              <a:t> </a:t>
            </a:r>
            <a:r>
              <a:rPr lang="en-US" sz="3200" dirty="0" err="1">
                <a:latin typeface="Arial" charset="0"/>
                <a:cs typeface="Arial" charset="0"/>
              </a:rPr>
              <a:t>dự</a:t>
            </a:r>
            <a:r>
              <a:rPr lang="en-US" sz="3200" dirty="0">
                <a:latin typeface="Arial" charset="0"/>
                <a:cs typeface="Arial" charset="0"/>
              </a:rPr>
              <a:t> </a:t>
            </a:r>
            <a:r>
              <a:rPr lang="en-US" sz="3200" dirty="0" err="1">
                <a:latin typeface="Arial" charset="0"/>
                <a:cs typeface="Arial" charset="0"/>
              </a:rPr>
              <a:t>án</a:t>
            </a:r>
            <a:r>
              <a:rPr lang="en-US" sz="3200" dirty="0">
                <a:latin typeface="Arial" charset="0"/>
                <a:cs typeface="Arial" charset="0"/>
              </a:rPr>
              <a:t>) </a:t>
            </a:r>
          </a:p>
          <a:p>
            <a:pPr>
              <a:lnSpc>
                <a:spcPct val="150000"/>
              </a:lnSpc>
              <a:spcBef>
                <a:spcPct val="0"/>
              </a:spcBef>
            </a:pPr>
            <a:r>
              <a:rPr lang="en-US" sz="3200" dirty="0" err="1">
                <a:latin typeface="Arial" charset="0"/>
                <a:cs typeface="Arial" charset="0"/>
              </a:rPr>
              <a:t>Đơn</a:t>
            </a:r>
            <a:r>
              <a:rPr lang="en-US" sz="3200" dirty="0">
                <a:latin typeface="Arial" charset="0"/>
                <a:cs typeface="Arial" charset="0"/>
              </a:rPr>
              <a:t> </a:t>
            </a:r>
            <a:r>
              <a:rPr lang="en-US" sz="3200" dirty="0" err="1">
                <a:latin typeface="Arial" charset="0"/>
                <a:cs typeface="Arial" charset="0"/>
              </a:rPr>
              <a:t>vị</a:t>
            </a:r>
            <a:r>
              <a:rPr lang="en-US" sz="3200" dirty="0">
                <a:latin typeface="Arial" charset="0"/>
                <a:cs typeface="Arial" charset="0"/>
              </a:rPr>
              <a:t> </a:t>
            </a:r>
            <a:r>
              <a:rPr lang="en-US" sz="3200" dirty="0" err="1">
                <a:latin typeface="Arial" charset="0"/>
                <a:cs typeface="Arial" charset="0"/>
              </a:rPr>
              <a:t>tính</a:t>
            </a:r>
            <a:r>
              <a:rPr lang="en-US" sz="3200" dirty="0">
                <a:latin typeface="Arial" charset="0"/>
                <a:cs typeface="Arial" charset="0"/>
              </a:rPr>
              <a:t>: </a:t>
            </a:r>
            <a:r>
              <a:rPr lang="en-US" sz="3200" dirty="0" err="1">
                <a:latin typeface="Arial" charset="0"/>
                <a:cs typeface="Arial" charset="0"/>
              </a:rPr>
              <a:t>Ngày</a:t>
            </a:r>
            <a:endParaRPr lang="en-US" sz="3200" dirty="0">
              <a:latin typeface="Arial" charset="0"/>
              <a:cs typeface="Arial" charset="0"/>
            </a:endParaRPr>
          </a:p>
          <a:p>
            <a:pPr lvl="1" eaLnBrk="1" hangingPunct="1">
              <a:lnSpc>
                <a:spcPct val="150000"/>
              </a:lnSpc>
              <a:spcBef>
                <a:spcPct val="0"/>
              </a:spcBef>
            </a:pPr>
            <a:endParaRPr lang="en-US" dirty="0">
              <a:latin typeface="Arial" charset="0"/>
              <a:cs typeface="Arial" charset="0"/>
            </a:endParaRPr>
          </a:p>
        </p:txBody>
      </p:sp>
      <p:pic>
        <p:nvPicPr>
          <p:cNvPr id="20484"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28956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effectLst>
                  <a:outerShdw blurRad="38100" dist="38100" dir="2700000" algn="tl">
                    <a:srgbClr val="000000"/>
                  </a:outerShdw>
                </a:effectLst>
              </a:rPr>
              <a:t>Ví</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dụ</a:t>
            </a:r>
            <a:endParaRPr lang="en-US" sz="2400" b="1" dirty="0">
              <a:solidFill>
                <a:srgbClr val="CCFF33"/>
              </a:solidFill>
              <a:effectLst>
                <a:outerShdw blurRad="38100" dist="38100" dir="2700000" algn="tl">
                  <a:srgbClr val="000000"/>
                </a:outerShdw>
              </a:effectLst>
            </a:endParaRPr>
          </a:p>
        </p:txBody>
      </p:sp>
      <p:sp>
        <p:nvSpPr>
          <p:cNvPr id="204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C77F7C98-8C43-4869-94B5-2A563D090724}" type="slidenum">
              <a:rPr lang="en-US" sz="1400" smtClean="0"/>
              <a:pPr eaLnBrk="1" hangingPunct="1"/>
              <a:t>14</a:t>
            </a:fld>
            <a:endParaRPr lang="en-US" sz="1400"/>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pic>
        <p:nvPicPr>
          <p:cNvPr id="21507"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20574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effectLst>
                  <a:outerShdw blurRad="38100" dist="38100" dir="2700000" algn="tl">
                    <a:srgbClr val="000000"/>
                  </a:outerShdw>
                </a:effectLst>
              </a:rPr>
              <a:t>Ví</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dụ</a:t>
            </a:r>
            <a:r>
              <a:rPr lang="en-US" sz="2400" b="1" dirty="0">
                <a:solidFill>
                  <a:srgbClr val="CCFF33"/>
                </a:solidFill>
                <a:effectLst>
                  <a:outerShdw blurRad="38100" dist="38100" dir="2700000" algn="tl">
                    <a:srgbClr val="000000"/>
                  </a:outerShdw>
                </a:effectLst>
              </a:rPr>
              <a:t>: </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B3B1DDCD-C307-4CA4-96D6-1C31AB1160A7}" type="slidenum">
              <a:rPr lang="en-US" sz="1400" smtClean="0"/>
              <a:pPr eaLnBrk="1" hangingPunct="1"/>
              <a:t>15</a:t>
            </a:fld>
            <a:endParaRPr lang="en-US" sz="1400"/>
          </a:p>
        </p:txBody>
      </p:sp>
      <p:graphicFrame>
        <p:nvGraphicFramePr>
          <p:cNvPr id="8" name="Table 7"/>
          <p:cNvGraphicFramePr>
            <a:graphicFrameLocks noGrp="1"/>
          </p:cNvGraphicFramePr>
          <p:nvPr>
            <p:extLst>
              <p:ext uri="{D42A27DB-BD31-4B8C-83A1-F6EECF244321}">
                <p14:modId xmlns:p14="http://schemas.microsoft.com/office/powerpoint/2010/main" val="3398106111"/>
              </p:ext>
            </p:extLst>
          </p:nvPr>
        </p:nvGraphicFramePr>
        <p:xfrm>
          <a:off x="533400" y="1981200"/>
          <a:ext cx="7924800" cy="4542918"/>
        </p:xfrm>
        <a:graphic>
          <a:graphicData uri="http://schemas.openxmlformats.org/drawingml/2006/table">
            <a:tbl>
              <a:tblPr/>
              <a:tblGrid>
                <a:gridCol w="3465931">
                  <a:extLst>
                    <a:ext uri="{9D8B030D-6E8A-4147-A177-3AD203B41FA5}">
                      <a16:colId xmlns:a16="http://schemas.microsoft.com/office/drawing/2014/main" val="20000"/>
                    </a:ext>
                  </a:extLst>
                </a:gridCol>
                <a:gridCol w="1084751">
                  <a:extLst>
                    <a:ext uri="{9D8B030D-6E8A-4147-A177-3AD203B41FA5}">
                      <a16:colId xmlns:a16="http://schemas.microsoft.com/office/drawing/2014/main" val="20001"/>
                    </a:ext>
                  </a:extLst>
                </a:gridCol>
                <a:gridCol w="1205467">
                  <a:extLst>
                    <a:ext uri="{9D8B030D-6E8A-4147-A177-3AD203B41FA5}">
                      <a16:colId xmlns:a16="http://schemas.microsoft.com/office/drawing/2014/main" val="20002"/>
                    </a:ext>
                  </a:extLst>
                </a:gridCol>
                <a:gridCol w="1083900">
                  <a:extLst>
                    <a:ext uri="{9D8B030D-6E8A-4147-A177-3AD203B41FA5}">
                      <a16:colId xmlns:a16="http://schemas.microsoft.com/office/drawing/2014/main" val="20003"/>
                    </a:ext>
                  </a:extLst>
                </a:gridCol>
                <a:gridCol w="1084751">
                  <a:extLst>
                    <a:ext uri="{9D8B030D-6E8A-4147-A177-3AD203B41FA5}">
                      <a16:colId xmlns:a16="http://schemas.microsoft.com/office/drawing/2014/main" val="20004"/>
                    </a:ext>
                  </a:extLst>
                </a:gridCol>
              </a:tblGrid>
              <a:tr h="403860">
                <a:tc>
                  <a:txBody>
                    <a:bodyPr/>
                    <a:lstStyle/>
                    <a:p>
                      <a:pPr algn="just">
                        <a:lnSpc>
                          <a:spcPct val="150000"/>
                        </a:lnSpc>
                        <a:spcAft>
                          <a:spcPts val="0"/>
                        </a:spcAft>
                      </a:pPr>
                      <a:r>
                        <a:rPr lang="en-US" sz="2000" dirty="0" err="1">
                          <a:solidFill>
                            <a:srgbClr val="000000"/>
                          </a:solidFill>
                          <a:latin typeface="Arial" pitchFamily="34" charset="0"/>
                          <a:ea typeface="Calibri"/>
                          <a:cs typeface="Arial" pitchFamily="34" charset="0"/>
                        </a:rPr>
                        <a:t>Tên</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công</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việc</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MO</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ML</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MP</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EST</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Vẽ sơ đồ và khoan tường</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5</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Lắp các ống gen</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3860">
                <a:tc>
                  <a:txBody>
                    <a:bodyPr/>
                    <a:lstStyle/>
                    <a:p>
                      <a:pPr algn="just">
                        <a:lnSpc>
                          <a:spcPct val="150000"/>
                        </a:lnSpc>
                        <a:spcAft>
                          <a:spcPts val="0"/>
                        </a:spcAft>
                      </a:pPr>
                      <a:r>
                        <a:rPr lang="en-US" sz="2000" dirty="0" err="1">
                          <a:solidFill>
                            <a:srgbClr val="000000"/>
                          </a:solidFill>
                          <a:latin typeface="Arial" pitchFamily="34" charset="0"/>
                          <a:ea typeface="Calibri"/>
                          <a:cs typeface="Arial" pitchFamily="34" charset="0"/>
                        </a:rPr>
                        <a:t>Đi</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dây</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Lắp ác hộp nối</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0.5</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Lắp các máy tính chủ</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2.8</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0772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Kết nối các máy tính chủ vào hệ thống dây mạng</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Thử xem mạng đã thông chưa</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0.5</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Tổng thời gian</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8</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16</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398106111"/>
              </p:ext>
            </p:extLst>
          </p:nvPr>
        </p:nvGraphicFramePr>
        <p:xfrm>
          <a:off x="562769" y="1981200"/>
          <a:ext cx="7924800" cy="4542918"/>
        </p:xfrm>
        <a:graphic>
          <a:graphicData uri="http://schemas.openxmlformats.org/drawingml/2006/table">
            <a:tbl>
              <a:tblPr/>
              <a:tblGrid>
                <a:gridCol w="3465931">
                  <a:extLst>
                    <a:ext uri="{9D8B030D-6E8A-4147-A177-3AD203B41FA5}">
                      <a16:colId xmlns:a16="http://schemas.microsoft.com/office/drawing/2014/main" val="20000"/>
                    </a:ext>
                  </a:extLst>
                </a:gridCol>
                <a:gridCol w="1084751">
                  <a:extLst>
                    <a:ext uri="{9D8B030D-6E8A-4147-A177-3AD203B41FA5}">
                      <a16:colId xmlns:a16="http://schemas.microsoft.com/office/drawing/2014/main" val="20001"/>
                    </a:ext>
                  </a:extLst>
                </a:gridCol>
                <a:gridCol w="1205467">
                  <a:extLst>
                    <a:ext uri="{9D8B030D-6E8A-4147-A177-3AD203B41FA5}">
                      <a16:colId xmlns:a16="http://schemas.microsoft.com/office/drawing/2014/main" val="20002"/>
                    </a:ext>
                  </a:extLst>
                </a:gridCol>
                <a:gridCol w="1083900">
                  <a:extLst>
                    <a:ext uri="{9D8B030D-6E8A-4147-A177-3AD203B41FA5}">
                      <a16:colId xmlns:a16="http://schemas.microsoft.com/office/drawing/2014/main" val="20003"/>
                    </a:ext>
                  </a:extLst>
                </a:gridCol>
                <a:gridCol w="1084751">
                  <a:extLst>
                    <a:ext uri="{9D8B030D-6E8A-4147-A177-3AD203B41FA5}">
                      <a16:colId xmlns:a16="http://schemas.microsoft.com/office/drawing/2014/main" val="20004"/>
                    </a:ext>
                  </a:extLst>
                </a:gridCol>
              </a:tblGrid>
              <a:tr h="403860">
                <a:tc>
                  <a:txBody>
                    <a:bodyPr/>
                    <a:lstStyle/>
                    <a:p>
                      <a:pPr algn="just">
                        <a:lnSpc>
                          <a:spcPct val="150000"/>
                        </a:lnSpc>
                        <a:spcAft>
                          <a:spcPts val="0"/>
                        </a:spcAft>
                      </a:pPr>
                      <a:r>
                        <a:rPr lang="en-US" sz="2000" dirty="0" err="1">
                          <a:solidFill>
                            <a:srgbClr val="000000"/>
                          </a:solidFill>
                          <a:latin typeface="Arial" pitchFamily="34" charset="0"/>
                          <a:ea typeface="Calibri"/>
                          <a:cs typeface="Arial" pitchFamily="34" charset="0"/>
                        </a:rPr>
                        <a:t>Tên</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công</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việc</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MO</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ML</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MP</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EST</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Vẽ sơ đồ và khoan tường</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5</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3.2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3860">
                <a:tc>
                  <a:txBody>
                    <a:bodyPr/>
                    <a:lstStyle/>
                    <a:p>
                      <a:pPr algn="just">
                        <a:lnSpc>
                          <a:spcPct val="150000"/>
                        </a:lnSpc>
                        <a:spcAft>
                          <a:spcPts val="0"/>
                        </a:spcAft>
                      </a:pPr>
                      <a:r>
                        <a:rPr lang="en-US" sz="2000" dirty="0" err="1">
                          <a:solidFill>
                            <a:srgbClr val="000000"/>
                          </a:solidFill>
                          <a:latin typeface="Arial" pitchFamily="34" charset="0"/>
                          <a:ea typeface="Calibri"/>
                          <a:cs typeface="Arial" pitchFamily="34" charset="0"/>
                        </a:rPr>
                        <a:t>Lắp</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các</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ống</a:t>
                      </a:r>
                      <a:r>
                        <a:rPr lang="en-US" sz="2000" dirty="0">
                          <a:solidFill>
                            <a:srgbClr val="000000"/>
                          </a:solidFill>
                          <a:latin typeface="Arial" pitchFamily="34" charset="0"/>
                          <a:ea typeface="Calibri"/>
                          <a:cs typeface="Arial" pitchFamily="34" charset="0"/>
                        </a:rPr>
                        <a:t> gen</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3860">
                <a:tc>
                  <a:txBody>
                    <a:bodyPr/>
                    <a:lstStyle/>
                    <a:p>
                      <a:pPr algn="just">
                        <a:lnSpc>
                          <a:spcPct val="150000"/>
                        </a:lnSpc>
                        <a:spcAft>
                          <a:spcPts val="0"/>
                        </a:spcAft>
                      </a:pPr>
                      <a:r>
                        <a:rPr lang="en-US" sz="2000" dirty="0" err="1">
                          <a:solidFill>
                            <a:srgbClr val="000000"/>
                          </a:solidFill>
                          <a:latin typeface="Arial" pitchFamily="34" charset="0"/>
                          <a:ea typeface="Calibri"/>
                          <a:cs typeface="Arial" pitchFamily="34" charset="0"/>
                        </a:rPr>
                        <a:t>Đi</a:t>
                      </a:r>
                      <a:r>
                        <a:rPr lang="en-US" sz="2000" dirty="0">
                          <a:solidFill>
                            <a:srgbClr val="000000"/>
                          </a:solidFill>
                          <a:latin typeface="Arial" pitchFamily="34" charset="0"/>
                          <a:ea typeface="Calibri"/>
                          <a:cs typeface="Arial" pitchFamily="34" charset="0"/>
                        </a:rPr>
                        <a:t> </a:t>
                      </a:r>
                      <a:r>
                        <a:rPr lang="en-US" sz="2000" dirty="0" err="1">
                          <a:solidFill>
                            <a:srgbClr val="000000"/>
                          </a:solidFill>
                          <a:latin typeface="Arial" pitchFamily="34" charset="0"/>
                          <a:ea typeface="Calibri"/>
                          <a:cs typeface="Arial" pitchFamily="34" charset="0"/>
                        </a:rPr>
                        <a:t>dây</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Lắp ác hộp nối</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0.5</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1</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Lắp các máy tính chủ</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3</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2.8</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0772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Kết nối các máy tính chủ vào hệ thống dây mạng</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2.2</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Thử xem mạng đã thông chưa</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0.5</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2.4</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03860">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Tổng thời gian</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8</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14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a:solidFill>
                            <a:srgbClr val="000000"/>
                          </a:solidFill>
                          <a:latin typeface="Arial" pitchFamily="34" charset="0"/>
                          <a:ea typeface="Calibri"/>
                          <a:cs typeface="Arial" pitchFamily="34" charset="0"/>
                        </a:rPr>
                        <a:t>32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dirty="0">
                          <a:solidFill>
                            <a:srgbClr val="000000"/>
                          </a:solidFill>
                          <a:latin typeface="Arial" pitchFamily="34" charset="0"/>
                          <a:ea typeface="Calibri"/>
                          <a:cs typeface="Arial" pitchFamily="34" charset="0"/>
                        </a:rPr>
                        <a:t>16</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pic>
        <p:nvPicPr>
          <p:cNvPr id="22531"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20574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effectLst>
                  <a:outerShdw blurRad="38100" dist="38100" dir="2700000" algn="tl">
                    <a:srgbClr val="000000"/>
                  </a:outerShdw>
                </a:effectLst>
              </a:rPr>
              <a:t>Tăng</a:t>
            </a:r>
            <a:r>
              <a:rPr lang="en-US" sz="2400" b="1" dirty="0">
                <a:solidFill>
                  <a:srgbClr val="CCFF33"/>
                </a:solidFill>
                <a:effectLst>
                  <a:outerShdw blurRad="38100" dist="38100" dir="2700000" algn="tl">
                    <a:srgbClr val="000000"/>
                  </a:outerShdw>
                </a:effectLst>
              </a:rPr>
              <a:t> </a:t>
            </a:r>
            <a:r>
              <a:rPr lang="en-US" sz="2400" b="1" dirty="0" err="1">
                <a:solidFill>
                  <a:srgbClr val="CCFF33"/>
                </a:solidFill>
                <a:effectLst>
                  <a:outerShdw blurRad="38100" dist="38100" dir="2700000" algn="tl">
                    <a:srgbClr val="000000"/>
                  </a:outerShdw>
                </a:effectLst>
              </a:rPr>
              <a:t>thêm</a:t>
            </a:r>
            <a:r>
              <a:rPr lang="en-US" sz="2400" b="1" dirty="0">
                <a:solidFill>
                  <a:srgbClr val="CCFF33"/>
                </a:solidFill>
                <a:effectLst>
                  <a:outerShdw blurRad="38100" dist="38100" dir="2700000" algn="tl">
                    <a:srgbClr val="000000"/>
                  </a:outerShdw>
                </a:effectLst>
              </a:rPr>
              <a:t> …</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54557F93-F10F-4ACA-9366-904CBCCD29FF}" type="slidenum">
              <a:rPr lang="en-US" sz="1400" smtClean="0"/>
              <a:pPr eaLnBrk="1" hangingPunct="1"/>
              <a:t>16</a:t>
            </a:fld>
            <a:endParaRPr lang="en-US" sz="1400"/>
          </a:p>
        </p:txBody>
      </p:sp>
      <p:graphicFrame>
        <p:nvGraphicFramePr>
          <p:cNvPr id="7" name="Table 6"/>
          <p:cNvGraphicFramePr>
            <a:graphicFrameLocks noGrp="1"/>
          </p:cNvGraphicFramePr>
          <p:nvPr/>
        </p:nvGraphicFramePr>
        <p:xfrm>
          <a:off x="533400" y="2057400"/>
          <a:ext cx="7924800" cy="4479923"/>
        </p:xfrm>
        <a:graphic>
          <a:graphicData uri="http://schemas.openxmlformats.org/drawingml/2006/table">
            <a:tbl>
              <a:tblPr/>
              <a:tblGrid>
                <a:gridCol w="4838281">
                  <a:extLst>
                    <a:ext uri="{9D8B030D-6E8A-4147-A177-3AD203B41FA5}">
                      <a16:colId xmlns:a16="http://schemas.microsoft.com/office/drawing/2014/main" val="20000"/>
                    </a:ext>
                  </a:extLst>
                </a:gridCol>
                <a:gridCol w="712596">
                  <a:extLst>
                    <a:ext uri="{9D8B030D-6E8A-4147-A177-3AD203B41FA5}">
                      <a16:colId xmlns:a16="http://schemas.microsoft.com/office/drawing/2014/main" val="20001"/>
                    </a:ext>
                  </a:extLst>
                </a:gridCol>
                <a:gridCol w="711758">
                  <a:extLst>
                    <a:ext uri="{9D8B030D-6E8A-4147-A177-3AD203B41FA5}">
                      <a16:colId xmlns:a16="http://schemas.microsoft.com/office/drawing/2014/main" val="20002"/>
                    </a:ext>
                  </a:extLst>
                </a:gridCol>
                <a:gridCol w="1662165">
                  <a:extLst>
                    <a:ext uri="{9D8B030D-6E8A-4147-A177-3AD203B41FA5}">
                      <a16:colId xmlns:a16="http://schemas.microsoft.com/office/drawing/2014/main" val="20003"/>
                    </a:ext>
                  </a:extLst>
                </a:gridCol>
              </a:tblGrid>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Tên</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công</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việc</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EST</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EST cuối cùng</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Vẽ</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sơ</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đồ</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và</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khoan</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tường</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3.2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3.52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Lắp</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các</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ống</a:t>
                      </a:r>
                      <a:r>
                        <a:rPr lang="en-US" sz="1800" dirty="0">
                          <a:solidFill>
                            <a:srgbClr val="000000"/>
                          </a:solidFill>
                          <a:latin typeface="Arial" pitchFamily="34" charset="0"/>
                          <a:ea typeface="Calibri"/>
                          <a:cs typeface="Arial" pitchFamily="34" charset="0"/>
                        </a:rPr>
                        <a:t> gen</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2.42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135">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Đi dây</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2.42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Lắp</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ác</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hộp</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nối</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1.1</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Lắp</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các</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máy</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tính</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chủ</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2.8</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3.08</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22843">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Kết</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nối</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các</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máy</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tính</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chủ</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vào</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hệ</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thống</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dây</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mạng</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2.42</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Thử</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xem</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mạng</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đã</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thông</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chưa</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10%</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2.64</a:t>
                      </a:r>
                      <a:endParaRPr lang="en-US" sz="16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57135">
                <a:tc>
                  <a:txBody>
                    <a:bodyPr/>
                    <a:lstStyle/>
                    <a:p>
                      <a:pPr algn="just">
                        <a:lnSpc>
                          <a:spcPct val="150000"/>
                        </a:lnSpc>
                        <a:spcAft>
                          <a:spcPts val="0"/>
                        </a:spcAft>
                      </a:pPr>
                      <a:r>
                        <a:rPr lang="en-US" sz="1800" dirty="0" err="1">
                          <a:solidFill>
                            <a:srgbClr val="000000"/>
                          </a:solidFill>
                          <a:latin typeface="Arial" pitchFamily="34" charset="0"/>
                          <a:ea typeface="Calibri"/>
                          <a:cs typeface="Arial" pitchFamily="34" charset="0"/>
                        </a:rPr>
                        <a:t>Tổng</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thời</a:t>
                      </a:r>
                      <a:r>
                        <a:rPr lang="en-US" sz="1800" dirty="0">
                          <a:solidFill>
                            <a:srgbClr val="000000"/>
                          </a:solidFill>
                          <a:latin typeface="Arial" pitchFamily="34" charset="0"/>
                          <a:ea typeface="Calibri"/>
                          <a:cs typeface="Arial" pitchFamily="34" charset="0"/>
                        </a:rPr>
                        <a:t> </a:t>
                      </a:r>
                      <a:r>
                        <a:rPr lang="en-US" sz="1800" dirty="0" err="1">
                          <a:solidFill>
                            <a:srgbClr val="000000"/>
                          </a:solidFill>
                          <a:latin typeface="Arial" pitchFamily="34" charset="0"/>
                          <a:ea typeface="Calibri"/>
                          <a:cs typeface="Arial" pitchFamily="34" charset="0"/>
                        </a:rPr>
                        <a:t>gian</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Calibri"/>
                          <a:cs typeface="Arial" pitchFamily="34" charset="0"/>
                        </a:rPr>
                        <a:t>16</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Calibri"/>
                          <a:cs typeface="Arial" pitchFamily="34" charset="0"/>
                        </a:rPr>
                        <a:t>10%</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Calibri"/>
                          <a:cs typeface="Arial" pitchFamily="34" charset="0"/>
                        </a:rPr>
                        <a:t>17.6</a:t>
                      </a:r>
                      <a:endParaRPr lang="en-US" sz="16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p:cNvSpPr>
            <a:spLocks noGrp="1" noChangeArrowheads="1"/>
          </p:cNvSpPr>
          <p:nvPr>
            <p:ph type="title"/>
          </p:nvPr>
        </p:nvSpPr>
        <p:spPr>
          <a:xfrm>
            <a:off x="381000" y="1377287"/>
            <a:ext cx="8610600" cy="527713"/>
          </a:xfrm>
        </p:spPr>
        <p:txBody>
          <a:bodyPr/>
          <a:lstStyle/>
          <a:p>
            <a:pPr eaLnBrk="1" hangingPunct="1"/>
            <a:r>
              <a:rPr lang="en-US" sz="2000" b="1" dirty="0" err="1">
                <a:latin typeface="Arial" charset="0"/>
                <a:cs typeface="Arial" charset="0"/>
              </a:rPr>
              <a:t>Một</a:t>
            </a:r>
            <a:r>
              <a:rPr lang="en-US" sz="2000" b="1" dirty="0">
                <a:latin typeface="Arial" charset="0"/>
                <a:cs typeface="Arial" charset="0"/>
              </a:rPr>
              <a:t> </a:t>
            </a:r>
            <a:r>
              <a:rPr lang="en-US" sz="2000" b="1" dirty="0" err="1">
                <a:latin typeface="Arial" charset="0"/>
                <a:cs typeface="Arial" charset="0"/>
              </a:rPr>
              <a:t>số</a:t>
            </a:r>
            <a:r>
              <a:rPr lang="en-US" sz="2000" b="1" dirty="0">
                <a:latin typeface="Arial" charset="0"/>
                <a:cs typeface="Arial" charset="0"/>
              </a:rPr>
              <a:t> </a:t>
            </a:r>
            <a:r>
              <a:rPr lang="en-US" sz="2000" b="1" dirty="0" err="1">
                <a:latin typeface="Arial" charset="0"/>
                <a:cs typeface="Arial" charset="0"/>
              </a:rPr>
              <a:t>hướng</a:t>
            </a:r>
            <a:r>
              <a:rPr lang="en-US" sz="2000" b="1" dirty="0">
                <a:latin typeface="Arial" charset="0"/>
                <a:cs typeface="Arial" charset="0"/>
              </a:rPr>
              <a:t> </a:t>
            </a:r>
            <a:r>
              <a:rPr lang="en-US" sz="2000" b="1" dirty="0" err="1">
                <a:latin typeface="Arial" charset="0"/>
                <a:cs typeface="Arial" charset="0"/>
              </a:rPr>
              <a:t>dẫn</a:t>
            </a:r>
            <a:r>
              <a:rPr lang="en-US" sz="2000" b="1" dirty="0">
                <a:latin typeface="Arial" charset="0"/>
                <a:cs typeface="Arial" charset="0"/>
              </a:rPr>
              <a:t> </a:t>
            </a:r>
            <a:r>
              <a:rPr lang="en-US" sz="2000" b="1" dirty="0" err="1">
                <a:latin typeface="Arial" charset="0"/>
                <a:cs typeface="Arial" charset="0"/>
              </a:rPr>
              <a:t>trợ</a:t>
            </a:r>
            <a:r>
              <a:rPr lang="en-US" sz="2000" b="1" dirty="0">
                <a:latin typeface="Arial" charset="0"/>
                <a:cs typeface="Arial" charset="0"/>
              </a:rPr>
              <a:t> </a:t>
            </a:r>
            <a:r>
              <a:rPr lang="en-US" sz="2000" b="1" dirty="0" err="1">
                <a:latin typeface="Arial" charset="0"/>
                <a:cs typeface="Arial" charset="0"/>
              </a:rPr>
              <a:t>giúp</a:t>
            </a:r>
            <a:r>
              <a:rPr lang="en-US" sz="2000" b="1" dirty="0">
                <a:latin typeface="Arial" charset="0"/>
                <a:cs typeface="Arial" charset="0"/>
              </a:rPr>
              <a:t> </a:t>
            </a:r>
            <a:r>
              <a:rPr lang="en-US" sz="2000" b="1" dirty="0" err="1">
                <a:latin typeface="Arial" charset="0"/>
                <a:cs typeface="Arial" charset="0"/>
              </a:rPr>
              <a:t>ước</a:t>
            </a:r>
            <a:r>
              <a:rPr lang="en-US" sz="2000" b="1" dirty="0">
                <a:latin typeface="Arial" charset="0"/>
                <a:cs typeface="Arial" charset="0"/>
              </a:rPr>
              <a:t> </a:t>
            </a:r>
            <a:r>
              <a:rPr lang="en-US" sz="2000" b="1" dirty="0" err="1">
                <a:latin typeface="Arial" charset="0"/>
                <a:cs typeface="Arial" charset="0"/>
              </a:rPr>
              <a:t>lượng</a:t>
            </a:r>
            <a:r>
              <a:rPr lang="en-US" sz="2000" b="1" dirty="0">
                <a:latin typeface="Arial" charset="0"/>
                <a:cs typeface="Arial" charset="0"/>
              </a:rPr>
              <a:t> </a:t>
            </a:r>
            <a:r>
              <a:rPr lang="en-US" sz="2000" b="1" dirty="0" err="1">
                <a:latin typeface="Arial" charset="0"/>
                <a:cs typeface="Arial" charset="0"/>
              </a:rPr>
              <a:t>thời</a:t>
            </a:r>
            <a:r>
              <a:rPr lang="en-US" sz="2000" b="1" dirty="0">
                <a:latin typeface="Arial" charset="0"/>
                <a:cs typeface="Arial" charset="0"/>
              </a:rPr>
              <a:t> </a:t>
            </a:r>
            <a:r>
              <a:rPr lang="en-US" sz="2000" b="1" dirty="0" err="1">
                <a:latin typeface="Arial" charset="0"/>
                <a:cs typeface="Arial" charset="0"/>
              </a:rPr>
              <a:t>gian</a:t>
            </a:r>
            <a:r>
              <a:rPr lang="en-US" sz="2000" b="1" dirty="0">
                <a:latin typeface="Arial" charset="0"/>
                <a:cs typeface="Arial" charset="0"/>
              </a:rPr>
              <a:t> </a:t>
            </a:r>
            <a:r>
              <a:rPr lang="en-US" sz="2000" b="1" dirty="0" err="1">
                <a:latin typeface="Arial" charset="0"/>
                <a:cs typeface="Arial" charset="0"/>
              </a:rPr>
              <a:t>cho</a:t>
            </a:r>
            <a:r>
              <a:rPr lang="en-US" sz="2000" b="1" dirty="0">
                <a:latin typeface="Arial" charset="0"/>
                <a:cs typeface="Arial" charset="0"/>
              </a:rPr>
              <a:t> </a:t>
            </a:r>
            <a:r>
              <a:rPr lang="en-US" sz="2000" b="1" dirty="0" err="1">
                <a:latin typeface="Arial" charset="0"/>
                <a:cs typeface="Arial" charset="0"/>
              </a:rPr>
              <a:t>dự</a:t>
            </a:r>
            <a:r>
              <a:rPr lang="en-US" sz="2000" b="1" dirty="0">
                <a:latin typeface="Arial" charset="0"/>
                <a:cs typeface="Arial" charset="0"/>
              </a:rPr>
              <a:t> </a:t>
            </a:r>
            <a:r>
              <a:rPr lang="en-US" sz="2000" b="1" dirty="0" err="1">
                <a:latin typeface="Arial" charset="0"/>
                <a:cs typeface="Arial" charset="0"/>
              </a:rPr>
              <a:t>án</a:t>
            </a:r>
            <a:r>
              <a:rPr lang="en-US" sz="2000" b="1" dirty="0">
                <a:latin typeface="Arial" charset="0"/>
                <a:cs typeface="Arial" charset="0"/>
              </a:rPr>
              <a:t> CNTT</a:t>
            </a:r>
          </a:p>
        </p:txBody>
      </p:sp>
      <p:pic>
        <p:nvPicPr>
          <p:cNvPr id="23555"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3525" y="2133600"/>
            <a:ext cx="23622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a:solidFill>
                  <a:srgbClr val="CCFF33"/>
                </a:solidFill>
                <a:effectLst>
                  <a:outerShdw blurRad="38100" dist="38100" dir="2700000" algn="tl">
                    <a:srgbClr val="000000"/>
                  </a:outerShdw>
                </a:effectLst>
              </a:rPr>
              <a:t>Bell Labs</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EFEAFE1E-5FB2-4B11-9EA2-EC149A34EA26}" type="slidenum">
              <a:rPr lang="en-US" sz="1400" smtClean="0"/>
              <a:pPr eaLnBrk="1" hangingPunct="1"/>
              <a:t>17</a:t>
            </a:fld>
            <a:endParaRPr lang="en-US" sz="1400"/>
          </a:p>
        </p:txBody>
      </p:sp>
      <p:graphicFrame>
        <p:nvGraphicFramePr>
          <p:cNvPr id="8" name="Table 7"/>
          <p:cNvGraphicFramePr>
            <a:graphicFrameLocks noGrp="1"/>
          </p:cNvGraphicFramePr>
          <p:nvPr>
            <p:extLst>
              <p:ext uri="{D42A27DB-BD31-4B8C-83A1-F6EECF244321}">
                <p14:modId xmlns:p14="http://schemas.microsoft.com/office/powerpoint/2010/main" val="1008872567"/>
              </p:ext>
            </p:extLst>
          </p:nvPr>
        </p:nvGraphicFramePr>
        <p:xfrm>
          <a:off x="381000" y="2792103"/>
          <a:ext cx="8305800" cy="4038601"/>
        </p:xfrm>
        <a:graphic>
          <a:graphicData uri="http://schemas.openxmlformats.org/drawingml/2006/table">
            <a:tbl>
              <a:tblPr/>
              <a:tblGrid>
                <a:gridCol w="5840245">
                  <a:extLst>
                    <a:ext uri="{9D8B030D-6E8A-4147-A177-3AD203B41FA5}">
                      <a16:colId xmlns:a16="http://schemas.microsoft.com/office/drawing/2014/main" val="20000"/>
                    </a:ext>
                  </a:extLst>
                </a:gridCol>
                <a:gridCol w="2465555">
                  <a:extLst>
                    <a:ext uri="{9D8B030D-6E8A-4147-A177-3AD203B41FA5}">
                      <a16:colId xmlns:a16="http://schemas.microsoft.com/office/drawing/2014/main" val="20001"/>
                    </a:ext>
                  </a:extLst>
                </a:gridCol>
              </a:tblGrid>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Viết</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chương</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trình</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a:solidFill>
                            <a:srgbClr val="000000"/>
                          </a:solidFill>
                          <a:latin typeface="Arial" pitchFamily="34" charset="0"/>
                          <a:ea typeface="Calibri"/>
                          <a:cs typeface="Arial" pitchFamily="34" charset="0"/>
                        </a:rPr>
                        <a:t>13%</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Đọc</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tài</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liệu</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hướng</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dẫn</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a:solidFill>
                            <a:srgbClr val="000000"/>
                          </a:solidFill>
                          <a:latin typeface="Arial" pitchFamily="34" charset="0"/>
                          <a:ea typeface="Calibri"/>
                          <a:cs typeface="Arial" pitchFamily="34" charset="0"/>
                        </a:rPr>
                        <a:t>16%</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Thông</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báo</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trao</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đổi</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viết</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báo</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cáo</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a:solidFill>
                            <a:srgbClr val="000000"/>
                          </a:solidFill>
                          <a:latin typeface="Arial" pitchFamily="34" charset="0"/>
                          <a:ea typeface="Calibri"/>
                          <a:cs typeface="Arial" pitchFamily="34" charset="0"/>
                        </a:rPr>
                        <a:t>32%</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Việc</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riêng</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a:solidFill>
                            <a:srgbClr val="000000"/>
                          </a:solidFill>
                          <a:latin typeface="Arial" pitchFamily="34" charset="0"/>
                          <a:ea typeface="Calibri"/>
                          <a:cs typeface="Arial" pitchFamily="34" charset="0"/>
                        </a:rPr>
                        <a:t>13%</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Việc</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linh</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tinh</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khác</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dirty="0">
                          <a:solidFill>
                            <a:srgbClr val="000000"/>
                          </a:solidFill>
                          <a:latin typeface="Arial" pitchFamily="34" charset="0"/>
                          <a:ea typeface="Calibri"/>
                          <a:cs typeface="Arial" pitchFamily="34" charset="0"/>
                        </a:rPr>
                        <a:t>15%</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943">
                <a:tc>
                  <a:txBody>
                    <a:bodyPr/>
                    <a:lstStyle/>
                    <a:p>
                      <a:pPr algn="just">
                        <a:lnSpc>
                          <a:spcPct val="150000"/>
                        </a:lnSpc>
                        <a:spcAft>
                          <a:spcPts val="0"/>
                        </a:spcAft>
                      </a:pPr>
                      <a:r>
                        <a:rPr lang="en-US" sz="2400" dirty="0" err="1">
                          <a:solidFill>
                            <a:srgbClr val="000000"/>
                          </a:solidFill>
                          <a:latin typeface="Arial" pitchFamily="34" charset="0"/>
                          <a:ea typeface="Calibri"/>
                          <a:cs typeface="Arial" pitchFamily="34" charset="0"/>
                        </a:rPr>
                        <a:t>Huấn</a:t>
                      </a:r>
                      <a:r>
                        <a:rPr lang="en-US" sz="2400" dirty="0">
                          <a:solidFill>
                            <a:srgbClr val="000000"/>
                          </a:solidFill>
                          <a:latin typeface="Arial" pitchFamily="34" charset="0"/>
                          <a:ea typeface="Calibri"/>
                          <a:cs typeface="Arial" pitchFamily="34" charset="0"/>
                        </a:rPr>
                        <a:t> </a:t>
                      </a:r>
                      <a:r>
                        <a:rPr lang="en-US" sz="2400" dirty="0" err="1">
                          <a:solidFill>
                            <a:srgbClr val="000000"/>
                          </a:solidFill>
                          <a:latin typeface="Arial" pitchFamily="34" charset="0"/>
                          <a:ea typeface="Calibri"/>
                          <a:cs typeface="Arial" pitchFamily="34" charset="0"/>
                        </a:rPr>
                        <a:t>luyện</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dirty="0">
                          <a:solidFill>
                            <a:srgbClr val="000000"/>
                          </a:solidFill>
                          <a:latin typeface="Arial" pitchFamily="34" charset="0"/>
                          <a:ea typeface="Calibri"/>
                          <a:cs typeface="Arial" pitchFamily="34" charset="0"/>
                        </a:rPr>
                        <a:t>6%</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6943">
                <a:tc>
                  <a:txBody>
                    <a:bodyPr/>
                    <a:lstStyle/>
                    <a:p>
                      <a:pPr algn="just">
                        <a:lnSpc>
                          <a:spcPct val="150000"/>
                        </a:lnSpc>
                        <a:spcAft>
                          <a:spcPts val="0"/>
                        </a:spcAft>
                      </a:pPr>
                      <a:r>
                        <a:rPr lang="en-US" sz="2400">
                          <a:solidFill>
                            <a:srgbClr val="000000"/>
                          </a:solidFill>
                          <a:latin typeface="Arial" pitchFamily="34" charset="0"/>
                          <a:ea typeface="Calibri"/>
                          <a:cs typeface="Arial" pitchFamily="34" charset="0"/>
                        </a:rPr>
                        <a:t>Gửi mail, chat</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400" dirty="0">
                          <a:solidFill>
                            <a:srgbClr val="000000"/>
                          </a:solidFill>
                          <a:latin typeface="Arial" pitchFamily="34" charset="0"/>
                          <a:ea typeface="Calibri"/>
                          <a:cs typeface="Arial" pitchFamily="34" charset="0"/>
                        </a:rPr>
                        <a:t>5%</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AutoShape 2"/>
          <p:cNvSpPr txBox="1">
            <a:spLocks noChangeArrowheads="1"/>
          </p:cNvSpPr>
          <p:nvPr/>
        </p:nvSpPr>
        <p:spPr bwMode="auto">
          <a:xfrm>
            <a:off x="381000" y="304800"/>
            <a:ext cx="861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a:lstStyle>
          <a:p>
            <a:pPr eaLnBrk="1" hangingPunct="1"/>
            <a:r>
              <a:rPr lang="en-US" sz="2800" b="1" dirty="0">
                <a:latin typeface="Arial" charset="0"/>
                <a:cs typeface="Arial" charset="0"/>
              </a:rPr>
              <a:t>3. ƯỚC LƯỢNG THỜI GIAN THỰC HIỆN </a:t>
            </a: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pic>
        <p:nvPicPr>
          <p:cNvPr id="24579"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828800"/>
            <a:ext cx="23622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a:solidFill>
                  <a:srgbClr val="CCFF33"/>
                </a:solidFill>
                <a:effectLst>
                  <a:outerShdw blurRad="38100" dist="38100" dir="2700000" algn="tl">
                    <a:srgbClr val="000000"/>
                  </a:outerShdw>
                </a:effectLst>
              </a:rPr>
              <a:t>IBM</a:t>
            </a: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3EB4028D-D470-4B05-9B50-0BCC7DA0F0A9}" type="slidenum">
              <a:rPr lang="en-US" sz="1400" smtClean="0"/>
              <a:pPr eaLnBrk="1" hangingPunct="1"/>
              <a:t>18</a:t>
            </a:fld>
            <a:endParaRPr lang="en-US" sz="1400"/>
          </a:p>
        </p:txBody>
      </p:sp>
      <p:graphicFrame>
        <p:nvGraphicFramePr>
          <p:cNvPr id="7" name="Table 6"/>
          <p:cNvGraphicFramePr>
            <a:graphicFrameLocks noGrp="1"/>
          </p:cNvGraphicFramePr>
          <p:nvPr>
            <p:extLst>
              <p:ext uri="{D42A27DB-BD31-4B8C-83A1-F6EECF244321}">
                <p14:modId xmlns:p14="http://schemas.microsoft.com/office/powerpoint/2010/main" val="1136703873"/>
              </p:ext>
            </p:extLst>
          </p:nvPr>
        </p:nvGraphicFramePr>
        <p:xfrm>
          <a:off x="434253" y="2831566"/>
          <a:ext cx="8077200" cy="2671764"/>
        </p:xfrm>
        <a:graphic>
          <a:graphicData uri="http://schemas.openxmlformats.org/drawingml/2006/table">
            <a:tbl>
              <a:tblPr/>
              <a:tblGrid>
                <a:gridCol w="5679505">
                  <a:extLst>
                    <a:ext uri="{9D8B030D-6E8A-4147-A177-3AD203B41FA5}">
                      <a16:colId xmlns:a16="http://schemas.microsoft.com/office/drawing/2014/main" val="20000"/>
                    </a:ext>
                  </a:extLst>
                </a:gridCol>
                <a:gridCol w="2397695">
                  <a:extLst>
                    <a:ext uri="{9D8B030D-6E8A-4147-A177-3AD203B41FA5}">
                      <a16:colId xmlns:a16="http://schemas.microsoft.com/office/drawing/2014/main" val="20001"/>
                    </a:ext>
                  </a:extLst>
                </a:gridCol>
              </a:tblGrid>
              <a:tr h="787307">
                <a:tc>
                  <a:txBody>
                    <a:bodyPr/>
                    <a:lstStyle/>
                    <a:p>
                      <a:pPr>
                        <a:lnSpc>
                          <a:spcPct val="150000"/>
                        </a:lnSpc>
                        <a:spcAft>
                          <a:spcPts val="0"/>
                        </a:spcAft>
                      </a:pPr>
                      <a:r>
                        <a:rPr lang="en-US" sz="2400" dirty="0" err="1">
                          <a:latin typeface="Arial" pitchFamily="34" charset="0"/>
                          <a:ea typeface="Calibri"/>
                          <a:cs typeface="Arial" pitchFamily="34" charset="0"/>
                        </a:rPr>
                        <a:t>Làm</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một</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mình</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400">
                          <a:latin typeface="Arial" pitchFamily="34" charset="0"/>
                          <a:ea typeface="Calibri"/>
                          <a:cs typeface="Arial" pitchFamily="34" charset="0"/>
                        </a:rPr>
                        <a:t>30%</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7307">
                <a:tc>
                  <a:txBody>
                    <a:bodyPr/>
                    <a:lstStyle/>
                    <a:p>
                      <a:pPr>
                        <a:lnSpc>
                          <a:spcPct val="150000"/>
                        </a:lnSpc>
                        <a:spcAft>
                          <a:spcPts val="0"/>
                        </a:spcAft>
                      </a:pPr>
                      <a:r>
                        <a:rPr lang="en-US" sz="2400" dirty="0" err="1">
                          <a:latin typeface="Arial" pitchFamily="34" charset="0"/>
                          <a:ea typeface="Calibri"/>
                          <a:cs typeface="Arial" pitchFamily="34" charset="0"/>
                        </a:rPr>
                        <a:t>Trao</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đổi</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công</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400">
                          <a:latin typeface="Arial" pitchFamily="34" charset="0"/>
                          <a:ea typeface="Calibri"/>
                          <a:cs typeface="Arial" pitchFamily="34" charset="0"/>
                        </a:rPr>
                        <a:t>50%</a:t>
                      </a:r>
                      <a:endParaRPr lang="en-US"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97150">
                <a:tc>
                  <a:txBody>
                    <a:bodyPr/>
                    <a:lstStyle/>
                    <a:p>
                      <a:pPr>
                        <a:lnSpc>
                          <a:spcPct val="150000"/>
                        </a:lnSpc>
                        <a:spcAft>
                          <a:spcPts val="0"/>
                        </a:spcAft>
                      </a:pPr>
                      <a:r>
                        <a:rPr lang="en-US" sz="2400" dirty="0" err="1">
                          <a:latin typeface="Arial" pitchFamily="34" charset="0"/>
                          <a:ea typeface="Calibri"/>
                          <a:cs typeface="Arial" pitchFamily="34" charset="0"/>
                        </a:rPr>
                        <a:t>Làm</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khác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không</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phụ</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vụ</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trực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tiếp</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công</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400" dirty="0">
                          <a:latin typeface="Arial" pitchFamily="34" charset="0"/>
                          <a:ea typeface="Calibri"/>
                          <a:cs typeface="Arial" pitchFamily="34" charset="0"/>
                        </a:rPr>
                        <a:t>20%</a:t>
                      </a:r>
                      <a:endParaRPr lang="en-US"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AutoShape 2"/>
          <p:cNvSpPr txBox="1">
            <a:spLocks noChangeArrowheads="1"/>
          </p:cNvSpPr>
          <p:nvPr/>
        </p:nvSpPr>
        <p:spPr bwMode="auto">
          <a:xfrm>
            <a:off x="381000" y="1219200"/>
            <a:ext cx="8610600" cy="52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a:lstStyle>
          <a:p>
            <a:pPr eaLnBrk="1" hangingPunct="1"/>
            <a:r>
              <a:rPr lang="en-US" sz="2000" b="1" dirty="0" err="1">
                <a:latin typeface="Arial" charset="0"/>
                <a:cs typeface="Arial" charset="0"/>
              </a:rPr>
              <a:t>Một</a:t>
            </a:r>
            <a:r>
              <a:rPr lang="en-US" sz="2000" b="1" dirty="0">
                <a:latin typeface="Arial" charset="0"/>
                <a:cs typeface="Arial" charset="0"/>
              </a:rPr>
              <a:t> </a:t>
            </a:r>
            <a:r>
              <a:rPr lang="en-US" sz="2000" b="1" dirty="0" err="1">
                <a:latin typeface="Arial" charset="0"/>
                <a:cs typeface="Arial" charset="0"/>
              </a:rPr>
              <a:t>số</a:t>
            </a:r>
            <a:r>
              <a:rPr lang="en-US" sz="2000" b="1" dirty="0">
                <a:latin typeface="Arial" charset="0"/>
                <a:cs typeface="Arial" charset="0"/>
              </a:rPr>
              <a:t> </a:t>
            </a:r>
            <a:r>
              <a:rPr lang="en-US" sz="2000" b="1" dirty="0" err="1">
                <a:latin typeface="Arial" charset="0"/>
                <a:cs typeface="Arial" charset="0"/>
              </a:rPr>
              <a:t>hướng</a:t>
            </a:r>
            <a:r>
              <a:rPr lang="en-US" sz="2000" b="1" dirty="0">
                <a:latin typeface="Arial" charset="0"/>
                <a:cs typeface="Arial" charset="0"/>
              </a:rPr>
              <a:t> </a:t>
            </a:r>
            <a:r>
              <a:rPr lang="en-US" sz="2000" b="1" dirty="0" err="1">
                <a:latin typeface="Arial" charset="0"/>
                <a:cs typeface="Arial" charset="0"/>
              </a:rPr>
              <a:t>dẫn</a:t>
            </a:r>
            <a:r>
              <a:rPr lang="en-US" sz="2000" b="1" dirty="0">
                <a:latin typeface="Arial" charset="0"/>
                <a:cs typeface="Arial" charset="0"/>
              </a:rPr>
              <a:t> </a:t>
            </a:r>
            <a:r>
              <a:rPr lang="en-US" sz="2000" b="1" dirty="0" err="1">
                <a:latin typeface="Arial" charset="0"/>
                <a:cs typeface="Arial" charset="0"/>
              </a:rPr>
              <a:t>trợ</a:t>
            </a:r>
            <a:r>
              <a:rPr lang="en-US" sz="2000" b="1" dirty="0">
                <a:latin typeface="Arial" charset="0"/>
                <a:cs typeface="Arial" charset="0"/>
              </a:rPr>
              <a:t> </a:t>
            </a:r>
            <a:r>
              <a:rPr lang="en-US" sz="2000" b="1" dirty="0" err="1">
                <a:latin typeface="Arial" charset="0"/>
                <a:cs typeface="Arial" charset="0"/>
              </a:rPr>
              <a:t>giúp</a:t>
            </a:r>
            <a:r>
              <a:rPr lang="en-US" sz="2000" b="1" dirty="0">
                <a:latin typeface="Arial" charset="0"/>
                <a:cs typeface="Arial" charset="0"/>
              </a:rPr>
              <a:t> </a:t>
            </a:r>
            <a:r>
              <a:rPr lang="en-US" sz="2000" b="1" dirty="0" err="1">
                <a:latin typeface="Arial" charset="0"/>
                <a:cs typeface="Arial" charset="0"/>
              </a:rPr>
              <a:t>ước</a:t>
            </a:r>
            <a:r>
              <a:rPr lang="en-US" sz="2000" b="1" dirty="0">
                <a:latin typeface="Arial" charset="0"/>
                <a:cs typeface="Arial" charset="0"/>
              </a:rPr>
              <a:t> </a:t>
            </a:r>
            <a:r>
              <a:rPr lang="en-US" sz="2000" b="1" dirty="0" err="1">
                <a:latin typeface="Arial" charset="0"/>
                <a:cs typeface="Arial" charset="0"/>
              </a:rPr>
              <a:t>lượng</a:t>
            </a:r>
            <a:r>
              <a:rPr lang="en-US" sz="2000" b="1" dirty="0">
                <a:latin typeface="Arial" charset="0"/>
                <a:cs typeface="Arial" charset="0"/>
              </a:rPr>
              <a:t> </a:t>
            </a:r>
            <a:r>
              <a:rPr lang="en-US" sz="2000" b="1" dirty="0" err="1">
                <a:latin typeface="Arial" charset="0"/>
                <a:cs typeface="Arial" charset="0"/>
              </a:rPr>
              <a:t>thời</a:t>
            </a:r>
            <a:r>
              <a:rPr lang="en-US" sz="2000" b="1" dirty="0">
                <a:latin typeface="Arial" charset="0"/>
                <a:cs typeface="Arial" charset="0"/>
              </a:rPr>
              <a:t> </a:t>
            </a:r>
            <a:r>
              <a:rPr lang="en-US" sz="2000" b="1" dirty="0" err="1">
                <a:latin typeface="Arial" charset="0"/>
                <a:cs typeface="Arial" charset="0"/>
              </a:rPr>
              <a:t>gian</a:t>
            </a:r>
            <a:r>
              <a:rPr lang="en-US" sz="2000" b="1" dirty="0">
                <a:latin typeface="Arial" charset="0"/>
                <a:cs typeface="Arial" charset="0"/>
              </a:rPr>
              <a:t> </a:t>
            </a:r>
            <a:r>
              <a:rPr lang="en-US" sz="2000" b="1" dirty="0" err="1">
                <a:latin typeface="Arial" charset="0"/>
                <a:cs typeface="Arial" charset="0"/>
              </a:rPr>
              <a:t>cho</a:t>
            </a:r>
            <a:r>
              <a:rPr lang="en-US" sz="2000" b="1" dirty="0">
                <a:latin typeface="Arial" charset="0"/>
                <a:cs typeface="Arial" charset="0"/>
              </a:rPr>
              <a:t> </a:t>
            </a:r>
            <a:r>
              <a:rPr lang="en-US" sz="2000" b="1" dirty="0" err="1">
                <a:latin typeface="Arial" charset="0"/>
                <a:cs typeface="Arial" charset="0"/>
              </a:rPr>
              <a:t>dự</a:t>
            </a:r>
            <a:r>
              <a:rPr lang="en-US" sz="2000" b="1" dirty="0">
                <a:latin typeface="Arial" charset="0"/>
                <a:cs typeface="Arial" charset="0"/>
              </a:rPr>
              <a:t> </a:t>
            </a:r>
            <a:r>
              <a:rPr lang="en-US" sz="2000" b="1" dirty="0" err="1">
                <a:latin typeface="Arial" charset="0"/>
                <a:cs typeface="Arial" charset="0"/>
              </a:rPr>
              <a:t>án</a:t>
            </a:r>
            <a:r>
              <a:rPr lang="en-US" sz="2000" b="1" dirty="0">
                <a:latin typeface="Arial" charset="0"/>
                <a:cs typeface="Arial" charset="0"/>
              </a:rPr>
              <a:t> CNTT</a:t>
            </a: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sz="half" idx="1"/>
          </p:nvPr>
        </p:nvSpPr>
        <p:spPr>
          <a:xfrm>
            <a:off x="381000" y="2057400"/>
            <a:ext cx="8153400" cy="4800600"/>
          </a:xfrm>
        </p:spPr>
        <p:txBody>
          <a:bodyPr/>
          <a:lstStyle/>
          <a:p>
            <a:pPr>
              <a:lnSpc>
                <a:spcPct val="150000"/>
              </a:lnSpc>
              <a:spcBef>
                <a:spcPct val="0"/>
              </a:spcBef>
            </a:pPr>
            <a:r>
              <a:rPr lang="en-US" dirty="0" err="1">
                <a:latin typeface="Arial" charset="0"/>
                <a:cs typeface="Arial" charset="0"/>
              </a:rPr>
              <a:t>Phần</a:t>
            </a:r>
            <a:r>
              <a:rPr lang="en-US" dirty="0">
                <a:latin typeface="Arial" charset="0"/>
                <a:cs typeface="Arial" charset="0"/>
              </a:rPr>
              <a:t> </a:t>
            </a:r>
            <a:r>
              <a:rPr lang="en-US" dirty="0" err="1">
                <a:latin typeface="Arial" charset="0"/>
                <a:cs typeface="Arial" charset="0"/>
              </a:rPr>
              <a:t>mềm</a:t>
            </a:r>
            <a:r>
              <a:rPr lang="en-US" dirty="0">
                <a:latin typeface="Arial" charset="0"/>
                <a:cs typeface="Arial" charset="0"/>
              </a:rPr>
              <a:t> </a:t>
            </a:r>
            <a:r>
              <a:rPr lang="en-US" dirty="0" err="1">
                <a:latin typeface="Arial" charset="0"/>
                <a:cs typeface="Arial" charset="0"/>
              </a:rPr>
              <a:t>chưa</a:t>
            </a:r>
            <a:r>
              <a:rPr lang="en-US" dirty="0">
                <a:latin typeface="Arial" charset="0"/>
                <a:cs typeface="Arial" charset="0"/>
              </a:rPr>
              <a:t> </a:t>
            </a:r>
            <a:r>
              <a:rPr lang="en-US" dirty="0" err="1">
                <a:latin typeface="Arial" charset="0"/>
                <a:cs typeface="Arial" charset="0"/>
              </a:rPr>
              <a:t>làm</a:t>
            </a:r>
            <a:r>
              <a:rPr lang="en-US" dirty="0">
                <a:latin typeface="Arial" charset="0"/>
                <a:cs typeface="Arial" charset="0"/>
              </a:rPr>
              <a:t> </a:t>
            </a:r>
            <a:r>
              <a:rPr lang="en-US" dirty="0" err="1">
                <a:latin typeface="Arial" charset="0"/>
                <a:cs typeface="Arial" charset="0"/>
              </a:rPr>
              <a:t>bao</a:t>
            </a:r>
            <a:r>
              <a:rPr lang="en-US" dirty="0">
                <a:latin typeface="Arial" charset="0"/>
                <a:cs typeface="Arial" charset="0"/>
              </a:rPr>
              <a:t> </a:t>
            </a:r>
            <a:r>
              <a:rPr lang="en-US" dirty="0" err="1">
                <a:latin typeface="Arial" charset="0"/>
                <a:cs typeface="Arial" charset="0"/>
              </a:rPr>
              <a:t>giờ</a:t>
            </a:r>
            <a:r>
              <a:rPr lang="en-US" dirty="0">
                <a:latin typeface="Arial" charset="0"/>
                <a:cs typeface="Arial" charset="0"/>
              </a:rPr>
              <a:t> (</a:t>
            </a:r>
            <a:r>
              <a:rPr lang="en-US" dirty="0" err="1">
                <a:latin typeface="Arial" charset="0"/>
                <a:cs typeface="Arial" charset="0"/>
              </a:rPr>
              <a:t>khác</a:t>
            </a:r>
            <a:r>
              <a:rPr lang="en-US" dirty="0">
                <a:latin typeface="Arial" charset="0"/>
                <a:cs typeface="Arial" charset="0"/>
              </a:rPr>
              <a:t> </a:t>
            </a:r>
            <a:r>
              <a:rPr lang="en-US" dirty="0" err="1">
                <a:latin typeface="Arial" charset="0"/>
                <a:cs typeface="Arial" charset="0"/>
              </a:rPr>
              <a:t>với</a:t>
            </a:r>
            <a:r>
              <a:rPr lang="en-US" dirty="0">
                <a:latin typeface="Arial" charset="0"/>
                <a:cs typeface="Arial" charset="0"/>
              </a:rPr>
              <a:t> </a:t>
            </a:r>
            <a:r>
              <a:rPr lang="en-US" dirty="0" err="1">
                <a:latin typeface="Arial" charset="0"/>
                <a:cs typeface="Arial" charset="0"/>
              </a:rPr>
              <a:t>các</a:t>
            </a:r>
            <a:r>
              <a:rPr lang="en-US" dirty="0">
                <a:latin typeface="Arial" charset="0"/>
                <a:cs typeface="Arial" charset="0"/>
              </a:rPr>
              <a:t> </a:t>
            </a:r>
            <a:r>
              <a:rPr lang="en-US" dirty="0" err="1">
                <a:latin typeface="Arial" charset="0"/>
                <a:cs typeface="Arial" charset="0"/>
              </a:rPr>
              <a:t>dự</a:t>
            </a:r>
            <a:r>
              <a:rPr lang="en-US" dirty="0">
                <a:latin typeface="Arial" charset="0"/>
                <a:cs typeface="Arial" charset="0"/>
              </a:rPr>
              <a:t> </a:t>
            </a:r>
            <a:r>
              <a:rPr lang="en-US" dirty="0" err="1">
                <a:latin typeface="Arial" charset="0"/>
                <a:cs typeface="Arial" charset="0"/>
              </a:rPr>
              <a:t>án</a:t>
            </a:r>
            <a:r>
              <a:rPr lang="en-US" dirty="0">
                <a:latin typeface="Arial" charset="0"/>
                <a:cs typeface="Arial" charset="0"/>
              </a:rPr>
              <a:t> </a:t>
            </a:r>
            <a:r>
              <a:rPr lang="en-US" dirty="0" err="1">
                <a:latin typeface="Arial" charset="0"/>
                <a:cs typeface="Arial" charset="0"/>
              </a:rPr>
              <a:t>kỹ</a:t>
            </a:r>
            <a:r>
              <a:rPr lang="en-US" dirty="0">
                <a:latin typeface="Arial" charset="0"/>
                <a:cs typeface="Arial" charset="0"/>
              </a:rPr>
              <a:t> </a:t>
            </a:r>
            <a:r>
              <a:rPr lang="en-US" dirty="0" err="1">
                <a:latin typeface="Arial" charset="0"/>
                <a:cs typeface="Arial" charset="0"/>
              </a:rPr>
              <a:t>thuật</a:t>
            </a:r>
            <a:r>
              <a:rPr lang="en-US" dirty="0">
                <a:latin typeface="Arial" charset="0"/>
                <a:cs typeface="Arial" charset="0"/>
              </a:rPr>
              <a:t> </a:t>
            </a:r>
            <a:r>
              <a:rPr lang="en-US" dirty="0" err="1">
                <a:latin typeface="Arial" charset="0"/>
                <a:cs typeface="Arial" charset="0"/>
              </a:rPr>
              <a:t>khác</a:t>
            </a:r>
            <a:r>
              <a:rPr lang="en-US" dirty="0">
                <a:latin typeface="Arial" charset="0"/>
                <a:cs typeface="Arial" charset="0"/>
              </a:rPr>
              <a:t>) </a:t>
            </a:r>
          </a:p>
          <a:p>
            <a:pPr>
              <a:lnSpc>
                <a:spcPct val="150000"/>
              </a:lnSpc>
              <a:spcBef>
                <a:spcPct val="0"/>
              </a:spcBef>
            </a:pPr>
            <a:r>
              <a:rPr lang="en-US" dirty="0" err="1">
                <a:latin typeface="Arial" charset="0"/>
                <a:cs typeface="Arial" charset="0"/>
              </a:rPr>
              <a:t>Khó</a:t>
            </a:r>
            <a:r>
              <a:rPr lang="en-US" dirty="0">
                <a:latin typeface="Arial" charset="0"/>
                <a:cs typeface="Arial" charset="0"/>
              </a:rPr>
              <a:t> </a:t>
            </a:r>
            <a:r>
              <a:rPr lang="en-US" dirty="0" err="1">
                <a:latin typeface="Arial" charset="0"/>
                <a:cs typeface="Arial" charset="0"/>
              </a:rPr>
              <a:t>dùng</a:t>
            </a:r>
            <a:r>
              <a:rPr lang="en-US" dirty="0">
                <a:latin typeface="Arial" charset="0"/>
                <a:cs typeface="Arial" charset="0"/>
              </a:rPr>
              <a:t> </a:t>
            </a:r>
            <a:r>
              <a:rPr lang="en-US" dirty="0" err="1">
                <a:latin typeface="Arial" charset="0"/>
                <a:cs typeface="Arial" charset="0"/>
              </a:rPr>
              <a:t>lại</a:t>
            </a:r>
            <a:r>
              <a:rPr lang="en-US" dirty="0">
                <a:latin typeface="Arial" charset="0"/>
                <a:cs typeface="Arial" charset="0"/>
              </a:rPr>
              <a:t> </a:t>
            </a:r>
            <a:r>
              <a:rPr lang="en-US" dirty="0" err="1">
                <a:latin typeface="Arial" charset="0"/>
                <a:cs typeface="Arial" charset="0"/>
              </a:rPr>
              <a:t>những</a:t>
            </a:r>
            <a:r>
              <a:rPr lang="en-US" dirty="0">
                <a:latin typeface="Arial" charset="0"/>
                <a:cs typeface="Arial" charset="0"/>
              </a:rPr>
              <a:t> </a:t>
            </a:r>
            <a:r>
              <a:rPr lang="en-US" dirty="0" err="1">
                <a:latin typeface="Arial" charset="0"/>
                <a:cs typeface="Arial" charset="0"/>
              </a:rPr>
              <a:t>kinh</a:t>
            </a:r>
            <a:r>
              <a:rPr lang="en-US" dirty="0">
                <a:latin typeface="Arial" charset="0"/>
                <a:cs typeface="Arial" charset="0"/>
              </a:rPr>
              <a:t> </a:t>
            </a:r>
            <a:r>
              <a:rPr lang="en-US" dirty="0" err="1">
                <a:latin typeface="Arial" charset="0"/>
                <a:cs typeface="Arial" charset="0"/>
              </a:rPr>
              <a:t>nghiệm</a:t>
            </a:r>
            <a:r>
              <a:rPr lang="en-US" dirty="0">
                <a:latin typeface="Arial" charset="0"/>
                <a:cs typeface="Arial" charset="0"/>
              </a:rPr>
              <a:t> </a:t>
            </a:r>
            <a:r>
              <a:rPr lang="en-US" dirty="0" err="1">
                <a:latin typeface="Arial" charset="0"/>
                <a:cs typeface="Arial" charset="0"/>
              </a:rPr>
              <a:t>của</a:t>
            </a:r>
            <a:r>
              <a:rPr lang="en-US" dirty="0">
                <a:latin typeface="Arial" charset="0"/>
                <a:cs typeface="Arial" charset="0"/>
              </a:rPr>
              <a:t> </a:t>
            </a:r>
            <a:r>
              <a:rPr lang="en-US" dirty="0" err="1">
                <a:latin typeface="Arial" charset="0"/>
                <a:cs typeface="Arial" charset="0"/>
              </a:rPr>
              <a:t>các</a:t>
            </a:r>
            <a:r>
              <a:rPr lang="en-US" dirty="0">
                <a:latin typeface="Arial" charset="0"/>
                <a:cs typeface="Arial" charset="0"/>
              </a:rPr>
              <a:t> </a:t>
            </a:r>
            <a:r>
              <a:rPr lang="en-US" dirty="0" err="1">
                <a:latin typeface="Arial" charset="0"/>
                <a:cs typeface="Arial" charset="0"/>
              </a:rPr>
              <a:t>dự</a:t>
            </a:r>
            <a:r>
              <a:rPr lang="en-US" dirty="0">
                <a:latin typeface="Arial" charset="0"/>
                <a:cs typeface="Arial" charset="0"/>
              </a:rPr>
              <a:t> </a:t>
            </a:r>
            <a:r>
              <a:rPr lang="en-US" dirty="0" err="1">
                <a:latin typeface="Arial" charset="0"/>
                <a:cs typeface="Arial" charset="0"/>
              </a:rPr>
              <a:t>án</a:t>
            </a:r>
            <a:r>
              <a:rPr lang="en-US" dirty="0">
                <a:latin typeface="Arial" charset="0"/>
                <a:cs typeface="Arial" charset="0"/>
              </a:rPr>
              <a:t> </a:t>
            </a:r>
            <a:r>
              <a:rPr lang="en-US" dirty="0" err="1">
                <a:latin typeface="Arial" charset="0"/>
                <a:cs typeface="Arial" charset="0"/>
              </a:rPr>
              <a:t>trước</a:t>
            </a:r>
            <a:r>
              <a:rPr lang="en-US" dirty="0">
                <a:latin typeface="Arial" charset="0"/>
                <a:cs typeface="Arial" charset="0"/>
              </a:rPr>
              <a:t> </a:t>
            </a:r>
            <a:r>
              <a:rPr lang="en-US" dirty="0" err="1">
                <a:latin typeface="Arial" charset="0"/>
                <a:cs typeface="Arial" charset="0"/>
              </a:rPr>
              <a:t>đây</a:t>
            </a:r>
            <a:r>
              <a:rPr lang="en-US" dirty="0">
                <a:latin typeface="Arial" charset="0"/>
                <a:cs typeface="Arial" charset="0"/>
              </a:rPr>
              <a:t> </a:t>
            </a:r>
          </a:p>
          <a:p>
            <a:pPr>
              <a:lnSpc>
                <a:spcPct val="150000"/>
              </a:lnSpc>
              <a:spcBef>
                <a:spcPct val="0"/>
              </a:spcBef>
            </a:pPr>
            <a:r>
              <a:rPr lang="en-US" dirty="0" err="1">
                <a:latin typeface="Arial" charset="0"/>
                <a:cs typeface="Arial" charset="0"/>
              </a:rPr>
              <a:t>Công</a:t>
            </a:r>
            <a:r>
              <a:rPr lang="en-US" dirty="0">
                <a:latin typeface="Arial" charset="0"/>
                <a:cs typeface="Arial" charset="0"/>
              </a:rPr>
              <a:t> </a:t>
            </a:r>
            <a:r>
              <a:rPr lang="en-US" dirty="0" err="1">
                <a:latin typeface="Arial" charset="0"/>
                <a:cs typeface="Arial" charset="0"/>
              </a:rPr>
              <a:t>nghệ</a:t>
            </a:r>
            <a:r>
              <a:rPr lang="en-US" dirty="0">
                <a:latin typeface="Arial" charset="0"/>
                <a:cs typeface="Arial" charset="0"/>
              </a:rPr>
              <a:t> </a:t>
            </a:r>
            <a:r>
              <a:rPr lang="en-US" dirty="0" err="1">
                <a:latin typeface="Arial" charset="0"/>
                <a:cs typeface="Arial" charset="0"/>
              </a:rPr>
              <a:t>thay</a:t>
            </a:r>
            <a:r>
              <a:rPr lang="en-US" dirty="0">
                <a:latin typeface="Arial" charset="0"/>
                <a:cs typeface="Arial" charset="0"/>
              </a:rPr>
              <a:t> </a:t>
            </a:r>
            <a:r>
              <a:rPr lang="en-US" dirty="0" err="1">
                <a:latin typeface="Arial" charset="0"/>
                <a:cs typeface="Arial" charset="0"/>
              </a:rPr>
              <a:t>đổi</a:t>
            </a:r>
            <a:r>
              <a:rPr lang="en-US" dirty="0">
                <a:latin typeface="Arial" charset="0"/>
                <a:cs typeface="Arial" charset="0"/>
              </a:rPr>
              <a:t> </a:t>
            </a:r>
          </a:p>
          <a:p>
            <a:pPr>
              <a:lnSpc>
                <a:spcPct val="150000"/>
              </a:lnSpc>
              <a:spcBef>
                <a:spcPct val="0"/>
              </a:spcBef>
            </a:pPr>
            <a:r>
              <a:rPr lang="en-US" dirty="0" err="1">
                <a:latin typeface="Arial" charset="0"/>
                <a:cs typeface="Arial" charset="0"/>
              </a:rPr>
              <a:t>Khó</a:t>
            </a:r>
            <a:r>
              <a:rPr lang="en-US" dirty="0">
                <a:latin typeface="Arial" charset="0"/>
                <a:cs typeface="Arial" charset="0"/>
              </a:rPr>
              <a:t> </a:t>
            </a:r>
            <a:r>
              <a:rPr lang="en-US" dirty="0" err="1">
                <a:latin typeface="Arial" charset="0"/>
                <a:cs typeface="Arial" charset="0"/>
              </a:rPr>
              <a:t>phân</a:t>
            </a:r>
            <a:r>
              <a:rPr lang="en-US" dirty="0">
                <a:latin typeface="Arial" charset="0"/>
                <a:cs typeface="Arial" charset="0"/>
              </a:rPr>
              <a:t> </a:t>
            </a:r>
            <a:r>
              <a:rPr lang="en-US" dirty="0" err="1">
                <a:latin typeface="Arial" charset="0"/>
                <a:cs typeface="Arial" charset="0"/>
              </a:rPr>
              <a:t>danh</a:t>
            </a:r>
            <a:r>
              <a:rPr lang="en-US" dirty="0">
                <a:latin typeface="Arial" charset="0"/>
                <a:cs typeface="Arial" charset="0"/>
              </a:rPr>
              <a:t> </a:t>
            </a:r>
            <a:r>
              <a:rPr lang="en-US" dirty="0" err="1">
                <a:latin typeface="Arial" charset="0"/>
                <a:cs typeface="Arial" charset="0"/>
              </a:rPr>
              <a:t>giới</a:t>
            </a:r>
            <a:r>
              <a:rPr lang="en-US" dirty="0">
                <a:latin typeface="Arial" charset="0"/>
                <a:cs typeface="Arial" charset="0"/>
              </a:rPr>
              <a:t> </a:t>
            </a:r>
            <a:r>
              <a:rPr lang="en-US" dirty="0" err="1">
                <a:latin typeface="Arial" charset="0"/>
                <a:cs typeface="Arial" charset="0"/>
              </a:rPr>
              <a:t>rõ</a:t>
            </a:r>
            <a:r>
              <a:rPr lang="en-US" dirty="0">
                <a:latin typeface="Arial" charset="0"/>
                <a:cs typeface="Arial" charset="0"/>
              </a:rPr>
              <a:t> </a:t>
            </a:r>
            <a:r>
              <a:rPr lang="en-US" dirty="0" err="1">
                <a:latin typeface="Arial" charset="0"/>
                <a:cs typeface="Arial" charset="0"/>
              </a:rPr>
              <a:t>ràng</a:t>
            </a:r>
            <a:r>
              <a:rPr lang="en-US" dirty="0">
                <a:latin typeface="Arial" charset="0"/>
                <a:cs typeface="Arial" charset="0"/>
              </a:rPr>
              <a:t> </a:t>
            </a:r>
            <a:r>
              <a:rPr lang="en-US" dirty="0" err="1">
                <a:latin typeface="Arial" charset="0"/>
                <a:cs typeface="Arial" charset="0"/>
              </a:rPr>
              <a:t>giữa</a:t>
            </a:r>
            <a:r>
              <a:rPr lang="en-US" dirty="0">
                <a:latin typeface="Arial" charset="0"/>
                <a:cs typeface="Arial" charset="0"/>
              </a:rPr>
              <a:t> </a:t>
            </a:r>
            <a:r>
              <a:rPr lang="en-US" dirty="0" err="1">
                <a:latin typeface="Arial" charset="0"/>
                <a:cs typeface="Arial" charset="0"/>
              </a:rPr>
              <a:t>các</a:t>
            </a:r>
            <a:r>
              <a:rPr lang="en-US" dirty="0">
                <a:latin typeface="Arial" charset="0"/>
                <a:cs typeface="Arial" charset="0"/>
              </a:rPr>
              <a:t> </a:t>
            </a:r>
            <a:r>
              <a:rPr lang="en-US" dirty="0" err="1">
                <a:latin typeface="Arial" charset="0"/>
                <a:cs typeface="Arial" charset="0"/>
              </a:rPr>
              <a:t>giai</a:t>
            </a:r>
            <a:r>
              <a:rPr lang="en-US" dirty="0">
                <a:latin typeface="Arial" charset="0"/>
                <a:cs typeface="Arial" charset="0"/>
              </a:rPr>
              <a:t> </a:t>
            </a:r>
            <a:r>
              <a:rPr lang="en-US" dirty="0" err="1">
                <a:latin typeface="Arial" charset="0"/>
                <a:cs typeface="Arial" charset="0"/>
              </a:rPr>
              <a:t>đoạn</a:t>
            </a:r>
            <a:r>
              <a:rPr lang="en-US" dirty="0">
                <a:latin typeface="Arial" charset="0"/>
                <a:cs typeface="Arial" charset="0"/>
              </a:rPr>
              <a:t>. </a:t>
            </a:r>
          </a:p>
          <a:p>
            <a:pPr lvl="2" eaLnBrk="1" hangingPunct="1">
              <a:lnSpc>
                <a:spcPct val="150000"/>
              </a:lnSpc>
              <a:spcBef>
                <a:spcPct val="0"/>
              </a:spcBef>
            </a:pPr>
            <a:endParaRPr lang="en-US" dirty="0">
              <a:latin typeface="Arial" charset="0"/>
              <a:cs typeface="Arial" charset="0"/>
            </a:endParaRPr>
          </a:p>
        </p:txBody>
      </p:sp>
      <p:pic>
        <p:nvPicPr>
          <p:cNvPr id="25604"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152400" y="1447800"/>
            <a:ext cx="9144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rPr>
              <a:t>Khó</a:t>
            </a:r>
            <a:r>
              <a:rPr lang="en-US" sz="2400" b="1" dirty="0">
                <a:solidFill>
                  <a:srgbClr val="CCFF33"/>
                </a:solidFill>
              </a:rPr>
              <a:t> </a:t>
            </a:r>
            <a:r>
              <a:rPr lang="en-US" sz="2400" b="1" dirty="0" err="1">
                <a:solidFill>
                  <a:srgbClr val="CCFF33"/>
                </a:solidFill>
              </a:rPr>
              <a:t>khăn</a:t>
            </a:r>
            <a:r>
              <a:rPr lang="en-US" sz="2400" b="1" dirty="0">
                <a:solidFill>
                  <a:srgbClr val="CCFF33"/>
                </a:solidFill>
              </a:rPr>
              <a:t> </a:t>
            </a:r>
            <a:r>
              <a:rPr lang="en-US" sz="2400" b="1" dirty="0" err="1">
                <a:solidFill>
                  <a:srgbClr val="CCFF33"/>
                </a:solidFill>
              </a:rPr>
              <a:t>trong</a:t>
            </a:r>
            <a:r>
              <a:rPr lang="en-US" sz="2400" b="1" dirty="0">
                <a:solidFill>
                  <a:srgbClr val="CCFF33"/>
                </a:solidFill>
              </a:rPr>
              <a:t> </a:t>
            </a:r>
            <a:r>
              <a:rPr lang="en-US" sz="2400" b="1" dirty="0" err="1">
                <a:solidFill>
                  <a:srgbClr val="CCFF33"/>
                </a:solidFill>
              </a:rPr>
              <a:t>việc</a:t>
            </a:r>
            <a:r>
              <a:rPr lang="en-US" sz="2400" b="1" dirty="0">
                <a:solidFill>
                  <a:srgbClr val="CCFF33"/>
                </a:solidFill>
              </a:rPr>
              <a:t> </a:t>
            </a:r>
            <a:r>
              <a:rPr lang="en-US" sz="2400" b="1" dirty="0" err="1">
                <a:solidFill>
                  <a:srgbClr val="CCFF33"/>
                </a:solidFill>
              </a:rPr>
              <a:t>ước</a:t>
            </a:r>
            <a:r>
              <a:rPr lang="en-US" sz="2400" b="1" dirty="0">
                <a:solidFill>
                  <a:srgbClr val="CCFF33"/>
                </a:solidFill>
              </a:rPr>
              <a:t> </a:t>
            </a:r>
            <a:r>
              <a:rPr lang="en-US" sz="2400" b="1" dirty="0" err="1">
                <a:solidFill>
                  <a:srgbClr val="CCFF33"/>
                </a:solidFill>
              </a:rPr>
              <a:t>lượng</a:t>
            </a:r>
            <a:r>
              <a:rPr lang="en-US" sz="2400" b="1" dirty="0">
                <a:solidFill>
                  <a:srgbClr val="CCFF33"/>
                </a:solidFill>
              </a:rPr>
              <a:t> </a:t>
            </a:r>
            <a:r>
              <a:rPr lang="en-US" sz="2400" b="1" dirty="0" err="1">
                <a:solidFill>
                  <a:srgbClr val="CCFF33"/>
                </a:solidFill>
              </a:rPr>
              <a:t>thời</a:t>
            </a:r>
            <a:r>
              <a:rPr lang="en-US" sz="2400" b="1" dirty="0">
                <a:solidFill>
                  <a:srgbClr val="CCFF33"/>
                </a:solidFill>
              </a:rPr>
              <a:t> </a:t>
            </a:r>
            <a:r>
              <a:rPr lang="en-US" sz="2400" b="1" dirty="0" err="1">
                <a:solidFill>
                  <a:srgbClr val="CCFF33"/>
                </a:solidFill>
              </a:rPr>
              <a:t>gian</a:t>
            </a:r>
            <a:r>
              <a:rPr lang="en-US" sz="2400" b="1" dirty="0">
                <a:solidFill>
                  <a:srgbClr val="CCFF33"/>
                </a:solidFill>
              </a:rPr>
              <a:t> </a:t>
            </a:r>
            <a:r>
              <a:rPr lang="en-US" sz="2400" b="1" dirty="0" err="1">
                <a:solidFill>
                  <a:srgbClr val="CCFF33"/>
                </a:solidFill>
              </a:rPr>
              <a:t>cho</a:t>
            </a:r>
            <a:r>
              <a:rPr lang="en-US" sz="2400" b="1" dirty="0">
                <a:solidFill>
                  <a:srgbClr val="CCFF33"/>
                </a:solidFill>
              </a:rPr>
              <a:t> </a:t>
            </a:r>
            <a:r>
              <a:rPr lang="en-US" sz="2400" b="1" dirty="0" err="1">
                <a:solidFill>
                  <a:srgbClr val="CCFF33"/>
                </a:solidFill>
              </a:rPr>
              <a:t>dự</a:t>
            </a:r>
            <a:r>
              <a:rPr lang="en-US" sz="2400" b="1" dirty="0">
                <a:solidFill>
                  <a:srgbClr val="CCFF33"/>
                </a:solidFill>
              </a:rPr>
              <a:t> </a:t>
            </a:r>
            <a:r>
              <a:rPr lang="en-US" sz="2400" b="1" dirty="0" err="1">
                <a:solidFill>
                  <a:srgbClr val="CCFF33"/>
                </a:solidFill>
              </a:rPr>
              <a:t>án</a:t>
            </a:r>
            <a:r>
              <a:rPr lang="en-US" sz="2400" b="1" dirty="0">
                <a:solidFill>
                  <a:srgbClr val="CCFF33"/>
                </a:solidFill>
              </a:rPr>
              <a:t> </a:t>
            </a:r>
            <a:r>
              <a:rPr lang="en-US" sz="2400" b="1" dirty="0" err="1">
                <a:solidFill>
                  <a:srgbClr val="CCFF33"/>
                </a:solidFill>
              </a:rPr>
              <a:t>phần</a:t>
            </a:r>
            <a:r>
              <a:rPr lang="en-US" sz="2400" b="1" dirty="0">
                <a:solidFill>
                  <a:srgbClr val="CCFF33"/>
                </a:solidFill>
              </a:rPr>
              <a:t> </a:t>
            </a:r>
            <a:r>
              <a:rPr lang="en-US" sz="2400" b="1" dirty="0" err="1">
                <a:solidFill>
                  <a:srgbClr val="CCFF33"/>
                </a:solidFill>
              </a:rPr>
              <a:t>mềm</a:t>
            </a:r>
            <a:endParaRPr lang="en-US" sz="2400" b="1" dirty="0">
              <a:solidFill>
                <a:srgbClr val="CCFF33"/>
              </a:solidFill>
              <a:effectLst>
                <a:outerShdw blurRad="38100" dist="38100" dir="2700000" algn="tl">
                  <a:srgbClr val="000000"/>
                </a:outerShdw>
              </a:effectLst>
            </a:endParaRPr>
          </a:p>
        </p:txBody>
      </p:sp>
      <p:sp>
        <p:nvSpPr>
          <p:cNvPr id="256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71399D52-136E-43E3-A475-75C36E4352BF}" type="slidenum">
              <a:rPr lang="en-US" sz="1400" smtClean="0"/>
              <a:pPr eaLnBrk="1" hangingPunct="1"/>
              <a:t>19</a:t>
            </a:fld>
            <a:endParaRPr lang="en-US" sz="1400"/>
          </a:p>
        </p:txBody>
      </p:sp>
      <p:sp>
        <p:nvSpPr>
          <p:cNvPr id="8" name="AutoShape 2"/>
          <p:cNvSpPr>
            <a:spLocks noGrp="1" noChangeArrowheads="1"/>
          </p:cNvSpPr>
          <p:nvPr>
            <p:ph type="title"/>
          </p:nvPr>
        </p:nvSpPr>
        <p:spPr>
          <a:xfrm>
            <a:off x="381000" y="304800"/>
            <a:ext cx="8610600" cy="838200"/>
          </a:xfrm>
        </p:spPr>
        <p:txBody>
          <a:bodyPr/>
          <a:lstStyle/>
          <a:p>
            <a:pPr eaLnBrk="1" hangingPunct="1"/>
            <a:r>
              <a:rPr lang="en-US" sz="2800" b="1" dirty="0">
                <a:latin typeface="Arial" charset="0"/>
                <a:cs typeface="Arial" charset="0"/>
              </a:rPr>
              <a:t>3. ƯỚC LƯỢNG THỜI GIAN THỰC HIỆN </a:t>
            </a: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p:cNvSpPr>
            <a:spLocks noGrp="1" noChangeArrowheads="1"/>
          </p:cNvSpPr>
          <p:nvPr>
            <p:ph type="title"/>
          </p:nvPr>
        </p:nvSpPr>
        <p:spPr>
          <a:xfrm>
            <a:off x="381000" y="1143000"/>
            <a:ext cx="3962400" cy="577755"/>
          </a:xfrm>
        </p:spPr>
        <p:txBody>
          <a:bodyPr/>
          <a:lstStyle/>
          <a:p>
            <a:pPr eaLnBrk="1" hangingPunct="1"/>
            <a:r>
              <a:rPr lang="en-US" sz="2000" b="1" dirty="0" err="1">
                <a:latin typeface="Arial" charset="0"/>
                <a:cs typeface="Arial" charset="0"/>
              </a:rPr>
              <a:t>Một</a:t>
            </a:r>
            <a:r>
              <a:rPr lang="en-US" sz="2000" b="1" dirty="0">
                <a:latin typeface="Arial" charset="0"/>
                <a:cs typeface="Arial" charset="0"/>
              </a:rPr>
              <a:t> </a:t>
            </a:r>
            <a:r>
              <a:rPr lang="en-US" sz="2000" b="1" dirty="0" err="1">
                <a:latin typeface="Arial" charset="0"/>
                <a:cs typeface="Arial" charset="0"/>
              </a:rPr>
              <a:t>số</a:t>
            </a:r>
            <a:r>
              <a:rPr lang="en-US" sz="2000" b="1" dirty="0">
                <a:latin typeface="Arial" charset="0"/>
                <a:cs typeface="Arial" charset="0"/>
              </a:rPr>
              <a:t> </a:t>
            </a:r>
            <a:r>
              <a:rPr lang="en-US" sz="2000" b="1" dirty="0" err="1">
                <a:latin typeface="Arial" charset="0"/>
                <a:cs typeface="Arial" charset="0"/>
              </a:rPr>
              <a:t>hướng</a:t>
            </a:r>
            <a:r>
              <a:rPr lang="en-US" sz="2000" b="1" dirty="0">
                <a:latin typeface="Arial" charset="0"/>
                <a:cs typeface="Arial" charset="0"/>
              </a:rPr>
              <a:t> </a:t>
            </a:r>
            <a:r>
              <a:rPr lang="en-US" sz="2000" b="1" dirty="0" err="1">
                <a:latin typeface="Arial" charset="0"/>
                <a:cs typeface="Arial" charset="0"/>
              </a:rPr>
              <a:t>dẫn</a:t>
            </a:r>
            <a:r>
              <a:rPr lang="en-US" sz="2000" b="1" dirty="0">
                <a:latin typeface="Arial" charset="0"/>
                <a:cs typeface="Arial" charset="0"/>
              </a:rPr>
              <a:t> </a:t>
            </a:r>
            <a:r>
              <a:rPr lang="en-US" sz="2000" b="1" dirty="0" err="1">
                <a:latin typeface="Arial" charset="0"/>
                <a:cs typeface="Arial" charset="0"/>
              </a:rPr>
              <a:t>trợ</a:t>
            </a:r>
            <a:r>
              <a:rPr lang="en-US" sz="2000" b="1" dirty="0">
                <a:latin typeface="Arial" charset="0"/>
                <a:cs typeface="Arial" charset="0"/>
              </a:rPr>
              <a:t> </a:t>
            </a:r>
            <a:r>
              <a:rPr lang="en-US" sz="2000" b="1" dirty="0" err="1">
                <a:latin typeface="Arial" charset="0"/>
                <a:cs typeface="Arial" charset="0"/>
              </a:rPr>
              <a:t>giúp</a:t>
            </a:r>
            <a:endParaRPr lang="en-US" sz="2000" b="1" dirty="0">
              <a:latin typeface="Arial" charset="0"/>
              <a:cs typeface="Arial" charset="0"/>
            </a:endParaRPr>
          </a:p>
        </p:txBody>
      </p:sp>
      <p:sp>
        <p:nvSpPr>
          <p:cNvPr id="26627" name="Rectangle 3"/>
          <p:cNvSpPr>
            <a:spLocks noGrp="1" noChangeArrowheads="1"/>
          </p:cNvSpPr>
          <p:nvPr>
            <p:ph type="body" sz="half" idx="1"/>
          </p:nvPr>
        </p:nvSpPr>
        <p:spPr>
          <a:xfrm>
            <a:off x="381000" y="2057400"/>
            <a:ext cx="8153400" cy="1981200"/>
          </a:xfrm>
        </p:spPr>
        <p:txBody>
          <a:bodyPr/>
          <a:lstStyle/>
          <a:p>
            <a:pPr>
              <a:lnSpc>
                <a:spcPct val="150000"/>
              </a:lnSpc>
              <a:spcBef>
                <a:spcPct val="0"/>
              </a:spcBef>
            </a:pPr>
            <a:r>
              <a:rPr lang="en-US" sz="2000">
                <a:latin typeface="Arial" charset="0"/>
                <a:cs typeface="Arial" charset="0"/>
              </a:rPr>
              <a:t>Kiểm thử có bao gồm việc gỡ rối hay không? </a:t>
            </a:r>
          </a:p>
          <a:p>
            <a:pPr>
              <a:lnSpc>
                <a:spcPct val="150000"/>
              </a:lnSpc>
              <a:spcBef>
                <a:spcPct val="0"/>
              </a:spcBef>
            </a:pPr>
            <a:r>
              <a:rPr lang="en-US" sz="2000">
                <a:latin typeface="Arial" charset="0"/>
                <a:cs typeface="Arial" charset="0"/>
              </a:rPr>
              <a:t>Thiết kế có bao gồm việc vẽ sơ đồ cấu trúc chương trình hay không? </a:t>
            </a:r>
          </a:p>
          <a:p>
            <a:pPr>
              <a:lnSpc>
                <a:spcPct val="150000"/>
              </a:lnSpc>
              <a:spcBef>
                <a:spcPct val="0"/>
              </a:spcBef>
            </a:pPr>
            <a:r>
              <a:rPr lang="en-US" sz="2000">
                <a:latin typeface="Arial" charset="0"/>
                <a:cs typeface="Arial" charset="0"/>
              </a:rPr>
              <a:t>Công sức và thời gian còn phụ thuộc vào một vài yếu tố khác</a:t>
            </a:r>
          </a:p>
        </p:txBody>
      </p:sp>
      <p:pic>
        <p:nvPicPr>
          <p:cNvPr id="26628"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753737"/>
            <a:ext cx="24384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rPr>
              <a:t>Ví</a:t>
            </a:r>
            <a:r>
              <a:rPr lang="en-US" sz="2400" b="1" dirty="0">
                <a:solidFill>
                  <a:srgbClr val="CCFF33"/>
                </a:solidFill>
              </a:rPr>
              <a:t> </a:t>
            </a:r>
            <a:r>
              <a:rPr lang="en-US" sz="2400" b="1" dirty="0" err="1">
                <a:solidFill>
                  <a:srgbClr val="CCFF33"/>
                </a:solidFill>
              </a:rPr>
              <a:t>dụ</a:t>
            </a:r>
            <a:endParaRPr lang="en-US" sz="2400" b="1" dirty="0">
              <a:solidFill>
                <a:srgbClr val="CCFF33"/>
              </a:solidFill>
              <a:effectLst>
                <a:outerShdw blurRad="38100" dist="38100" dir="2700000" algn="tl">
                  <a:srgbClr val="000000"/>
                </a:outerShdw>
              </a:effectLst>
            </a:endParaRPr>
          </a:p>
        </p:txBody>
      </p:sp>
      <p:sp>
        <p:nvSpPr>
          <p:cNvPr id="266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6F38FEA6-79F5-46D8-B837-916A112BFEE7}" type="slidenum">
              <a:rPr lang="en-US" sz="1400" smtClean="0"/>
              <a:pPr eaLnBrk="1" hangingPunct="1"/>
              <a:t>20</a:t>
            </a:fld>
            <a:endParaRPr lang="en-US" sz="1400"/>
          </a:p>
        </p:txBody>
      </p:sp>
      <p:graphicFrame>
        <p:nvGraphicFramePr>
          <p:cNvPr id="7" name="Table 6"/>
          <p:cNvGraphicFramePr>
            <a:graphicFrameLocks noGrp="1"/>
          </p:cNvGraphicFramePr>
          <p:nvPr/>
        </p:nvGraphicFramePr>
        <p:xfrm>
          <a:off x="685800" y="4038600"/>
          <a:ext cx="7086601" cy="2438400"/>
        </p:xfrm>
        <a:graphic>
          <a:graphicData uri="http://schemas.openxmlformats.org/drawingml/2006/table">
            <a:tbl>
              <a:tblPr/>
              <a:tblGrid>
                <a:gridCol w="2225353">
                  <a:extLst>
                    <a:ext uri="{9D8B030D-6E8A-4147-A177-3AD203B41FA5}">
                      <a16:colId xmlns:a16="http://schemas.microsoft.com/office/drawing/2014/main" val="20000"/>
                    </a:ext>
                  </a:extLst>
                </a:gridCol>
                <a:gridCol w="2224527">
                  <a:extLst>
                    <a:ext uri="{9D8B030D-6E8A-4147-A177-3AD203B41FA5}">
                      <a16:colId xmlns:a16="http://schemas.microsoft.com/office/drawing/2014/main" val="20001"/>
                    </a:ext>
                  </a:extLst>
                </a:gridCol>
                <a:gridCol w="2636721">
                  <a:extLst>
                    <a:ext uri="{9D8B030D-6E8A-4147-A177-3AD203B41FA5}">
                      <a16:colId xmlns:a16="http://schemas.microsoft.com/office/drawing/2014/main" val="20002"/>
                    </a:ext>
                  </a:extLst>
                </a:gridCol>
              </a:tblGrid>
              <a:tr h="487680">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Loại dự án</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Môi trường áp dụng</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Hệ số nhân dự phòng</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7680">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Cũ</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Cũ</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7680">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Cũ</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Mới</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1.4</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7680">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Mới</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Cũ</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Calibri"/>
                          <a:cs typeface="Arial" pitchFamily="34" charset="0"/>
                        </a:rPr>
                        <a:t>1.4</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7680">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Mới</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a:solidFill>
                            <a:srgbClr val="000000"/>
                          </a:solidFill>
                          <a:latin typeface="Arial" pitchFamily="34" charset="0"/>
                          <a:ea typeface="Calibri"/>
                          <a:cs typeface="Arial" pitchFamily="34" charset="0"/>
                        </a:rPr>
                        <a:t>Mới</a:t>
                      </a:r>
                      <a:endParaRPr lang="en-US" sz="14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800" dirty="0">
                          <a:solidFill>
                            <a:srgbClr val="000000"/>
                          </a:solidFill>
                          <a:latin typeface="Arial" pitchFamily="34" charset="0"/>
                          <a:ea typeface="Calibri"/>
                          <a:cs typeface="Arial" pitchFamily="34" charset="0"/>
                        </a:rPr>
                        <a:t>2</a:t>
                      </a:r>
                      <a:endParaRPr lang="en-US" sz="14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AutoShape 2"/>
          <p:cNvSpPr txBox="1">
            <a:spLocks noChangeArrowheads="1"/>
          </p:cNvSpPr>
          <p:nvPr/>
        </p:nvSpPr>
        <p:spPr bwMode="auto">
          <a:xfrm>
            <a:off x="381000" y="304800"/>
            <a:ext cx="8610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ahoma" pitchFamily="34" charset="0"/>
              </a:defRPr>
            </a:lvl2pPr>
            <a:lvl3pPr algn="ctr" rtl="0" eaLnBrk="0" fontAlgn="base" hangingPunct="0">
              <a:spcBef>
                <a:spcPct val="0"/>
              </a:spcBef>
              <a:spcAft>
                <a:spcPct val="0"/>
              </a:spcAft>
              <a:defRPr sz="4000">
                <a:solidFill>
                  <a:schemeClr val="tx2"/>
                </a:solidFill>
                <a:latin typeface="Tahoma" pitchFamily="34" charset="0"/>
              </a:defRPr>
            </a:lvl3pPr>
            <a:lvl4pPr algn="ctr" rtl="0" eaLnBrk="0" fontAlgn="base" hangingPunct="0">
              <a:spcBef>
                <a:spcPct val="0"/>
              </a:spcBef>
              <a:spcAft>
                <a:spcPct val="0"/>
              </a:spcAft>
              <a:defRPr sz="4000">
                <a:solidFill>
                  <a:schemeClr val="tx2"/>
                </a:solidFill>
                <a:latin typeface="Tahoma" pitchFamily="34" charset="0"/>
              </a:defRPr>
            </a:lvl4pPr>
            <a:lvl5pPr algn="ctr" rtl="0" eaLnBrk="0" fontAlgn="base" hangingPunct="0">
              <a:spcBef>
                <a:spcPct val="0"/>
              </a:spcBef>
              <a:spcAft>
                <a:spcPct val="0"/>
              </a:spcAft>
              <a:defRPr sz="4000">
                <a:solidFill>
                  <a:schemeClr val="tx2"/>
                </a:solidFill>
                <a:latin typeface="Tahoma" pitchFamily="34" charset="0"/>
              </a:defRPr>
            </a:lvl5pPr>
            <a:lvl6pPr marL="457200" algn="ctr" rtl="0" fontAlgn="base">
              <a:spcBef>
                <a:spcPct val="0"/>
              </a:spcBef>
              <a:spcAft>
                <a:spcPct val="0"/>
              </a:spcAft>
              <a:defRPr sz="4000">
                <a:solidFill>
                  <a:schemeClr val="tx2"/>
                </a:solidFill>
                <a:latin typeface="Tahoma" pitchFamily="34" charset="0"/>
              </a:defRPr>
            </a:lvl6pPr>
            <a:lvl7pPr marL="914400" algn="ctr" rtl="0" fontAlgn="base">
              <a:spcBef>
                <a:spcPct val="0"/>
              </a:spcBef>
              <a:spcAft>
                <a:spcPct val="0"/>
              </a:spcAft>
              <a:defRPr sz="4000">
                <a:solidFill>
                  <a:schemeClr val="tx2"/>
                </a:solidFill>
                <a:latin typeface="Tahoma" pitchFamily="34" charset="0"/>
              </a:defRPr>
            </a:lvl7pPr>
            <a:lvl8pPr marL="1371600" algn="ctr" rtl="0" fontAlgn="base">
              <a:spcBef>
                <a:spcPct val="0"/>
              </a:spcBef>
              <a:spcAft>
                <a:spcPct val="0"/>
              </a:spcAft>
              <a:defRPr sz="4000">
                <a:solidFill>
                  <a:schemeClr val="tx2"/>
                </a:solidFill>
                <a:latin typeface="Tahoma" pitchFamily="34" charset="0"/>
              </a:defRPr>
            </a:lvl8pPr>
            <a:lvl9pPr marL="1828800" algn="ctr" rtl="0" fontAlgn="base">
              <a:spcBef>
                <a:spcPct val="0"/>
              </a:spcBef>
              <a:spcAft>
                <a:spcPct val="0"/>
              </a:spcAft>
              <a:defRPr sz="4000">
                <a:solidFill>
                  <a:schemeClr val="tx2"/>
                </a:solidFill>
                <a:latin typeface="Tahoma" pitchFamily="34" charset="0"/>
              </a:defRPr>
            </a:lvl9pPr>
          </a:lstStyle>
          <a:p>
            <a:pPr eaLnBrk="1" hangingPunct="1"/>
            <a:r>
              <a:rPr lang="en-US" sz="2800" b="1" dirty="0">
                <a:latin typeface="Arial" charset="0"/>
                <a:cs typeface="Arial" charset="0"/>
              </a:rPr>
              <a:t>3. ƯỚC LƯỢNG THỜI GIAN THỰC HIỆN </a:t>
            </a: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4. XÂY DỰNG LỊCH TRÌNH</a:t>
            </a:r>
          </a:p>
        </p:txBody>
      </p:sp>
      <p:pic>
        <p:nvPicPr>
          <p:cNvPr id="27651"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32766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rPr>
              <a:t>Các</a:t>
            </a:r>
            <a:r>
              <a:rPr lang="en-US" sz="2400" b="1" dirty="0">
                <a:solidFill>
                  <a:srgbClr val="CCFF33"/>
                </a:solidFill>
              </a:rPr>
              <a:t> </a:t>
            </a:r>
            <a:r>
              <a:rPr lang="en-US" sz="2400" b="1" dirty="0" err="1">
                <a:solidFill>
                  <a:srgbClr val="CCFF33"/>
                </a:solidFill>
              </a:rPr>
              <a:t>giá</a:t>
            </a:r>
            <a:r>
              <a:rPr lang="en-US" sz="2400" b="1" dirty="0">
                <a:solidFill>
                  <a:srgbClr val="CCFF33"/>
                </a:solidFill>
              </a:rPr>
              <a:t> </a:t>
            </a:r>
            <a:r>
              <a:rPr lang="en-US" sz="2400" b="1" dirty="0" err="1">
                <a:solidFill>
                  <a:srgbClr val="CCFF33"/>
                </a:solidFill>
              </a:rPr>
              <a:t>trị</a:t>
            </a:r>
            <a:r>
              <a:rPr lang="en-US" sz="2400" b="1" dirty="0">
                <a:solidFill>
                  <a:srgbClr val="CCFF33"/>
                </a:solidFill>
              </a:rPr>
              <a:t> </a:t>
            </a:r>
            <a:r>
              <a:rPr lang="en-US" sz="2400" b="1" dirty="0" err="1">
                <a:solidFill>
                  <a:srgbClr val="CCFF33"/>
                </a:solidFill>
              </a:rPr>
              <a:t>thu</a:t>
            </a:r>
            <a:r>
              <a:rPr lang="en-US" sz="2400" b="1" dirty="0">
                <a:solidFill>
                  <a:srgbClr val="CCFF33"/>
                </a:solidFill>
              </a:rPr>
              <a:t> </a:t>
            </a:r>
            <a:r>
              <a:rPr lang="en-US" sz="2400" b="1" dirty="0" err="1">
                <a:solidFill>
                  <a:srgbClr val="CCFF33"/>
                </a:solidFill>
              </a:rPr>
              <a:t>được</a:t>
            </a:r>
            <a:endParaRPr lang="en-US" sz="2400" b="1" dirty="0">
              <a:solidFill>
                <a:srgbClr val="CCFF33"/>
              </a:solidFill>
              <a:effectLst>
                <a:outerShdw blurRad="38100" dist="38100" dir="2700000" algn="tl">
                  <a:srgbClr val="000000"/>
                </a:outerShdw>
              </a:effectLst>
            </a:endParaRP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53537F56-B140-4A63-BFCE-997121939968}" type="slidenum">
              <a:rPr lang="en-US" sz="1400" smtClean="0"/>
              <a:pPr eaLnBrk="1" hangingPunct="1"/>
              <a:t>21</a:t>
            </a:fld>
            <a:endParaRPr lang="en-US" sz="1400"/>
          </a:p>
        </p:txBody>
      </p:sp>
      <p:graphicFrame>
        <p:nvGraphicFramePr>
          <p:cNvPr id="8" name="Table 7"/>
          <p:cNvGraphicFramePr>
            <a:graphicFrameLocks noGrp="1"/>
          </p:cNvGraphicFramePr>
          <p:nvPr>
            <p:extLst>
              <p:ext uri="{D42A27DB-BD31-4B8C-83A1-F6EECF244321}">
                <p14:modId xmlns:p14="http://schemas.microsoft.com/office/powerpoint/2010/main" val="1090527454"/>
              </p:ext>
            </p:extLst>
          </p:nvPr>
        </p:nvGraphicFramePr>
        <p:xfrm>
          <a:off x="609600" y="1981200"/>
          <a:ext cx="7924800" cy="3840162"/>
        </p:xfrm>
        <a:graphic>
          <a:graphicData uri="http://schemas.openxmlformats.org/drawingml/2006/table">
            <a:tbl>
              <a:tblPr/>
              <a:tblGrid>
                <a:gridCol w="17526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1097189">
                <a:tc>
                  <a:txBody>
                    <a:bodyPr/>
                    <a:lstStyle/>
                    <a:p>
                      <a:pPr marL="457200" algn="l">
                        <a:lnSpc>
                          <a:spcPct val="150000"/>
                        </a:lnSpc>
                        <a:spcAft>
                          <a:spcPts val="0"/>
                        </a:spcAft>
                      </a:pPr>
                      <a:r>
                        <a:rPr lang="en-US" sz="2400">
                          <a:latin typeface="Arial" pitchFamily="34" charset="0"/>
                          <a:ea typeface="Calibri"/>
                          <a:cs typeface="Arial" pitchFamily="34" charset="0"/>
                        </a:rPr>
                        <a:t>BCWS</a:t>
                      </a:r>
                      <a:endParaRPr lang="en-US" sz="18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50000"/>
                        </a:lnSpc>
                        <a:spcAft>
                          <a:spcPts val="0"/>
                        </a:spcAft>
                      </a:pPr>
                      <a:r>
                        <a:rPr lang="en-US" sz="2400" b="1">
                          <a:latin typeface="Arial" pitchFamily="34" charset="0"/>
                          <a:ea typeface="Calibri"/>
                          <a:cs typeface="Arial" pitchFamily="34" charset="0"/>
                        </a:rPr>
                        <a:t>B</a:t>
                      </a:r>
                      <a:r>
                        <a:rPr lang="en-US" sz="2400">
                          <a:latin typeface="Arial" pitchFamily="34" charset="0"/>
                          <a:ea typeface="Calibri"/>
                          <a:cs typeface="Arial" pitchFamily="34" charset="0"/>
                        </a:rPr>
                        <a:t>udgeted </a:t>
                      </a:r>
                      <a:r>
                        <a:rPr lang="en-US" sz="2400" b="1">
                          <a:latin typeface="Arial" pitchFamily="34" charset="0"/>
                          <a:ea typeface="Calibri"/>
                          <a:cs typeface="Arial" pitchFamily="34" charset="0"/>
                        </a:rPr>
                        <a:t>C</a:t>
                      </a:r>
                      <a:r>
                        <a:rPr lang="en-US" sz="2400">
                          <a:latin typeface="Arial" pitchFamily="34" charset="0"/>
                          <a:ea typeface="Calibri"/>
                          <a:cs typeface="Arial" pitchFamily="34" charset="0"/>
                        </a:rPr>
                        <a:t>ost of </a:t>
                      </a:r>
                      <a:r>
                        <a:rPr lang="en-US" sz="2400" b="1">
                          <a:latin typeface="Arial" pitchFamily="34" charset="0"/>
                          <a:ea typeface="Calibri"/>
                          <a:cs typeface="Arial" pitchFamily="34" charset="0"/>
                        </a:rPr>
                        <a:t>W</a:t>
                      </a:r>
                      <a:r>
                        <a:rPr lang="en-US" sz="2400">
                          <a:latin typeface="Arial" pitchFamily="34" charset="0"/>
                          <a:ea typeface="Calibri"/>
                          <a:cs typeface="Arial" pitchFamily="34" charset="0"/>
                        </a:rPr>
                        <a:t>orks </a:t>
                      </a:r>
                      <a:r>
                        <a:rPr lang="en-US" sz="2400" b="1">
                          <a:latin typeface="Arial" pitchFamily="34" charset="0"/>
                          <a:ea typeface="Calibri"/>
                          <a:cs typeface="Arial" pitchFamily="34" charset="0"/>
                        </a:rPr>
                        <a:t>S</a:t>
                      </a:r>
                      <a:r>
                        <a:rPr lang="en-US" sz="2400">
                          <a:latin typeface="Arial" pitchFamily="34" charset="0"/>
                          <a:ea typeface="Calibri"/>
                          <a:cs typeface="Arial" pitchFamily="34" charset="0"/>
                        </a:rPr>
                        <a:t>cheduled</a:t>
                      </a:r>
                      <a:endParaRPr lang="en-US" sz="1800">
                        <a:latin typeface="Arial" pitchFamily="34" charset="0"/>
                        <a:ea typeface="Calibri"/>
                        <a:cs typeface="Arial" pitchFamily="34" charset="0"/>
                      </a:endParaRPr>
                    </a:p>
                    <a:p>
                      <a:pPr algn="l">
                        <a:lnSpc>
                          <a:spcPct val="150000"/>
                        </a:lnSpc>
                        <a:spcAft>
                          <a:spcPts val="0"/>
                        </a:spcAft>
                      </a:pPr>
                      <a:r>
                        <a:rPr lang="en-US" sz="2400">
                          <a:latin typeface="Arial" pitchFamily="34" charset="0"/>
                          <a:ea typeface="Calibri"/>
                          <a:cs typeface="Arial" pitchFamily="34" charset="0"/>
                        </a:rPr>
                        <a:t>- Chi phí dự toán của việc đã sắp xếp lịch</a:t>
                      </a:r>
                      <a:endParaRPr lang="en-US" sz="18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45784">
                <a:tc>
                  <a:txBody>
                    <a:bodyPr/>
                    <a:lstStyle/>
                    <a:p>
                      <a:pPr marL="457200" algn="l">
                        <a:lnSpc>
                          <a:spcPct val="150000"/>
                        </a:lnSpc>
                        <a:spcAft>
                          <a:spcPts val="0"/>
                        </a:spcAft>
                      </a:pPr>
                      <a:r>
                        <a:rPr lang="en-US" sz="2400" dirty="0">
                          <a:latin typeface="Arial" pitchFamily="34" charset="0"/>
                          <a:ea typeface="Calibri"/>
                          <a:cs typeface="Arial" pitchFamily="34" charset="0"/>
                        </a:rPr>
                        <a:t>BCWP</a:t>
                      </a:r>
                      <a:endParaRPr lang="en-US" sz="18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50000"/>
                        </a:lnSpc>
                        <a:spcAft>
                          <a:spcPts val="0"/>
                        </a:spcAft>
                      </a:pPr>
                      <a:r>
                        <a:rPr lang="en-US" sz="2400" b="1" dirty="0">
                          <a:latin typeface="Arial" pitchFamily="34" charset="0"/>
                          <a:ea typeface="Calibri"/>
                          <a:cs typeface="Arial" pitchFamily="34" charset="0"/>
                        </a:rPr>
                        <a:t>B</a:t>
                      </a:r>
                      <a:r>
                        <a:rPr lang="en-US" sz="2400" dirty="0">
                          <a:latin typeface="Arial" pitchFamily="34" charset="0"/>
                          <a:ea typeface="Calibri"/>
                          <a:cs typeface="Arial" pitchFamily="34" charset="0"/>
                        </a:rPr>
                        <a:t>udgeted </a:t>
                      </a:r>
                      <a:r>
                        <a:rPr lang="en-US" sz="2400" b="1" dirty="0">
                          <a:latin typeface="Arial" pitchFamily="34" charset="0"/>
                          <a:ea typeface="Calibri"/>
                          <a:cs typeface="Arial" pitchFamily="34" charset="0"/>
                        </a:rPr>
                        <a:t>C</a:t>
                      </a:r>
                      <a:r>
                        <a:rPr lang="en-US" sz="2400" dirty="0">
                          <a:latin typeface="Arial" pitchFamily="34" charset="0"/>
                          <a:ea typeface="Calibri"/>
                          <a:cs typeface="Arial" pitchFamily="34" charset="0"/>
                        </a:rPr>
                        <a:t>ost of </a:t>
                      </a:r>
                      <a:r>
                        <a:rPr lang="en-US" sz="2400" b="1" dirty="0">
                          <a:latin typeface="Arial" pitchFamily="34" charset="0"/>
                          <a:ea typeface="Calibri"/>
                          <a:cs typeface="Arial" pitchFamily="34" charset="0"/>
                        </a:rPr>
                        <a:t>W</a:t>
                      </a:r>
                      <a:r>
                        <a:rPr lang="en-US" sz="2400" dirty="0">
                          <a:latin typeface="Arial" pitchFamily="34" charset="0"/>
                          <a:ea typeface="Calibri"/>
                          <a:cs typeface="Arial" pitchFamily="34" charset="0"/>
                        </a:rPr>
                        <a:t>orks </a:t>
                      </a:r>
                      <a:r>
                        <a:rPr lang="en-US" sz="2400" b="1" dirty="0">
                          <a:latin typeface="Arial" pitchFamily="34" charset="0"/>
                          <a:ea typeface="Calibri"/>
                          <a:cs typeface="Arial" pitchFamily="34" charset="0"/>
                        </a:rPr>
                        <a:t>P</a:t>
                      </a:r>
                      <a:r>
                        <a:rPr lang="en-US" sz="2400" dirty="0">
                          <a:latin typeface="Arial" pitchFamily="34" charset="0"/>
                          <a:ea typeface="Calibri"/>
                          <a:cs typeface="Arial" pitchFamily="34" charset="0"/>
                        </a:rPr>
                        <a:t>erformed</a:t>
                      </a:r>
                      <a:endParaRPr lang="en-US" sz="1800" dirty="0">
                        <a:latin typeface="Arial" pitchFamily="34" charset="0"/>
                        <a:ea typeface="Calibri"/>
                        <a:cs typeface="Arial" pitchFamily="34" charset="0"/>
                      </a:endParaRPr>
                    </a:p>
                    <a:p>
                      <a:pPr algn="l">
                        <a:lnSpc>
                          <a:spcPct val="150000"/>
                        </a:lnSpc>
                        <a:spcAft>
                          <a:spcPts val="0"/>
                        </a:spcAft>
                      </a:pPr>
                      <a:r>
                        <a:rPr lang="en-US" sz="2400" dirty="0">
                          <a:latin typeface="Arial" pitchFamily="34" charset="0"/>
                          <a:ea typeface="Calibri"/>
                          <a:cs typeface="Arial" pitchFamily="34" charset="0"/>
                        </a:rPr>
                        <a:t>- Chi </a:t>
                      </a:r>
                      <a:r>
                        <a:rPr lang="en-US" sz="2400" dirty="0" err="1">
                          <a:latin typeface="Arial" pitchFamily="34" charset="0"/>
                          <a:ea typeface="Calibri"/>
                          <a:cs typeface="Arial" pitchFamily="34" charset="0"/>
                        </a:rPr>
                        <a:t>phí</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dự</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toán</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của</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thực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hiện</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giá</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trị</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thu</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được</a:t>
                      </a:r>
                      <a:r>
                        <a:rPr lang="en-US" sz="2400" dirty="0">
                          <a:latin typeface="Arial" pitchFamily="34" charset="0"/>
                          <a:ea typeface="Calibri"/>
                          <a:cs typeface="Arial" pitchFamily="34" charset="0"/>
                        </a:rPr>
                        <a:t>)</a:t>
                      </a:r>
                      <a:endParaRPr lang="en-US" sz="18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97189">
                <a:tc>
                  <a:txBody>
                    <a:bodyPr/>
                    <a:lstStyle/>
                    <a:p>
                      <a:pPr marL="457200" algn="l">
                        <a:lnSpc>
                          <a:spcPct val="150000"/>
                        </a:lnSpc>
                        <a:spcAft>
                          <a:spcPts val="0"/>
                        </a:spcAft>
                      </a:pPr>
                      <a:r>
                        <a:rPr lang="en-US" sz="2400" dirty="0">
                          <a:latin typeface="Arial" pitchFamily="34" charset="0"/>
                          <a:ea typeface="Calibri"/>
                          <a:cs typeface="Arial" pitchFamily="34" charset="0"/>
                        </a:rPr>
                        <a:t>ACWP</a:t>
                      </a:r>
                      <a:endParaRPr lang="en-US" sz="18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l">
                        <a:lnSpc>
                          <a:spcPct val="150000"/>
                        </a:lnSpc>
                        <a:spcAft>
                          <a:spcPts val="0"/>
                        </a:spcAft>
                      </a:pPr>
                      <a:r>
                        <a:rPr lang="en-US" sz="2400" b="1" dirty="0">
                          <a:latin typeface="Arial" pitchFamily="34" charset="0"/>
                          <a:ea typeface="Calibri"/>
                          <a:cs typeface="Arial" pitchFamily="34" charset="0"/>
                        </a:rPr>
                        <a:t>A</a:t>
                      </a:r>
                      <a:r>
                        <a:rPr lang="en-US" sz="2400" dirty="0">
                          <a:latin typeface="Arial" pitchFamily="34" charset="0"/>
                          <a:ea typeface="Calibri"/>
                          <a:cs typeface="Arial" pitchFamily="34" charset="0"/>
                        </a:rPr>
                        <a:t>ctual </a:t>
                      </a:r>
                      <a:r>
                        <a:rPr lang="en-US" sz="2400" b="1" dirty="0">
                          <a:latin typeface="Arial" pitchFamily="34" charset="0"/>
                          <a:ea typeface="Calibri"/>
                          <a:cs typeface="Arial" pitchFamily="34" charset="0"/>
                        </a:rPr>
                        <a:t>C</a:t>
                      </a:r>
                      <a:r>
                        <a:rPr lang="en-US" sz="2400" dirty="0">
                          <a:latin typeface="Arial" pitchFamily="34" charset="0"/>
                          <a:ea typeface="Calibri"/>
                          <a:cs typeface="Arial" pitchFamily="34" charset="0"/>
                        </a:rPr>
                        <a:t>ost of </a:t>
                      </a:r>
                      <a:r>
                        <a:rPr lang="en-US" sz="2400" b="1" dirty="0">
                          <a:latin typeface="Arial" pitchFamily="34" charset="0"/>
                          <a:ea typeface="Calibri"/>
                          <a:cs typeface="Arial" pitchFamily="34" charset="0"/>
                        </a:rPr>
                        <a:t>W</a:t>
                      </a:r>
                      <a:r>
                        <a:rPr lang="en-US" sz="2400" dirty="0">
                          <a:latin typeface="Arial" pitchFamily="34" charset="0"/>
                          <a:ea typeface="Calibri"/>
                          <a:cs typeface="Arial" pitchFamily="34" charset="0"/>
                        </a:rPr>
                        <a:t>orks </a:t>
                      </a:r>
                      <a:r>
                        <a:rPr lang="en-US" sz="2400" b="1" dirty="0">
                          <a:latin typeface="Arial" pitchFamily="34" charset="0"/>
                          <a:ea typeface="Calibri"/>
                          <a:cs typeface="Arial" pitchFamily="34" charset="0"/>
                        </a:rPr>
                        <a:t>P</a:t>
                      </a:r>
                      <a:r>
                        <a:rPr lang="en-US" sz="2400" dirty="0">
                          <a:latin typeface="Arial" pitchFamily="34" charset="0"/>
                          <a:ea typeface="Calibri"/>
                          <a:cs typeface="Arial" pitchFamily="34" charset="0"/>
                        </a:rPr>
                        <a:t>erformed</a:t>
                      </a:r>
                      <a:endParaRPr lang="en-US" sz="1800" dirty="0">
                        <a:latin typeface="Arial" pitchFamily="34" charset="0"/>
                        <a:ea typeface="Calibri"/>
                        <a:cs typeface="Arial" pitchFamily="34" charset="0"/>
                      </a:endParaRPr>
                    </a:p>
                    <a:p>
                      <a:pPr algn="l">
                        <a:lnSpc>
                          <a:spcPct val="150000"/>
                        </a:lnSpc>
                        <a:spcAft>
                          <a:spcPts val="0"/>
                        </a:spcAft>
                      </a:pPr>
                      <a:r>
                        <a:rPr lang="en-US" sz="2400" dirty="0">
                          <a:latin typeface="Arial" pitchFamily="34" charset="0"/>
                          <a:ea typeface="Calibri"/>
                          <a:cs typeface="Arial" pitchFamily="34" charset="0"/>
                        </a:rPr>
                        <a:t>- Chi </a:t>
                      </a:r>
                      <a:r>
                        <a:rPr lang="en-US" sz="2400" dirty="0" err="1">
                          <a:latin typeface="Arial" pitchFamily="34" charset="0"/>
                          <a:ea typeface="Calibri"/>
                          <a:cs typeface="Arial" pitchFamily="34" charset="0"/>
                        </a:rPr>
                        <a:t>phí</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thực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của</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công</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việc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đã</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thực</a:t>
                      </a:r>
                      <a:r>
                        <a:rPr lang="en-US" sz="2400" dirty="0">
                          <a:latin typeface="Arial" pitchFamily="34" charset="0"/>
                          <a:ea typeface="Calibri"/>
                          <a:cs typeface="Arial" pitchFamily="34" charset="0"/>
                        </a:rPr>
                        <a:t> </a:t>
                      </a:r>
                      <a:r>
                        <a:rPr lang="en-US" sz="2400" dirty="0" err="1">
                          <a:latin typeface="Arial" pitchFamily="34" charset="0"/>
                          <a:ea typeface="Calibri"/>
                          <a:cs typeface="Arial" pitchFamily="34" charset="0"/>
                        </a:rPr>
                        <a:t>hiện</a:t>
                      </a:r>
                      <a:r>
                        <a:rPr lang="en-US" sz="2400" dirty="0">
                          <a:latin typeface="Arial" pitchFamily="34" charset="0"/>
                          <a:ea typeface="Calibri"/>
                          <a:cs typeface="Arial" pitchFamily="34" charset="0"/>
                        </a:rPr>
                        <a:t>.</a:t>
                      </a:r>
                      <a:endParaRPr lang="en-US" sz="18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4. XÂY DỰNG LỊCH TRÌNH</a:t>
            </a:r>
          </a:p>
        </p:txBody>
      </p:sp>
      <p:sp>
        <p:nvSpPr>
          <p:cNvPr id="28675" name="Rectangle 3"/>
          <p:cNvSpPr>
            <a:spLocks noGrp="1" noChangeArrowheads="1"/>
          </p:cNvSpPr>
          <p:nvPr>
            <p:ph type="body" sz="half" idx="1"/>
          </p:nvPr>
        </p:nvSpPr>
        <p:spPr>
          <a:xfrm>
            <a:off x="304800" y="1295400"/>
            <a:ext cx="8534400" cy="4800600"/>
          </a:xfrm>
        </p:spPr>
        <p:txBody>
          <a:bodyPr/>
          <a:lstStyle/>
          <a:p>
            <a:pPr>
              <a:lnSpc>
                <a:spcPct val="150000"/>
              </a:lnSpc>
              <a:spcBef>
                <a:spcPct val="0"/>
              </a:spcBef>
            </a:pPr>
            <a:r>
              <a:rPr lang="en-US" i="1">
                <a:latin typeface="Arial" charset="0"/>
                <a:cs typeface="Arial" charset="0"/>
              </a:rPr>
              <a:t>Quản lý giá trị thu được (EVM): </a:t>
            </a:r>
            <a:r>
              <a:rPr lang="en-US">
                <a:latin typeface="Arial" charset="0"/>
                <a:cs typeface="Arial" charset="0"/>
              </a:rPr>
              <a:t>quản lý liên kết việc lập kế hoạch cho các nguồn lực với lịch trình và chi phí tăng theo từng giai đoạn. </a:t>
            </a:r>
          </a:p>
          <a:p>
            <a:pPr>
              <a:lnSpc>
                <a:spcPct val="150000"/>
              </a:lnSpc>
              <a:spcBef>
                <a:spcPct val="0"/>
              </a:spcBef>
            </a:pPr>
            <a:r>
              <a:rPr lang="en-US" i="1">
                <a:latin typeface="Arial" charset="0"/>
                <a:cs typeface="Arial" charset="0"/>
              </a:rPr>
              <a:t>Giá trị thu được </a:t>
            </a:r>
            <a:r>
              <a:rPr lang="en-US">
                <a:latin typeface="Arial" charset="0"/>
                <a:cs typeface="Arial" charset="0"/>
              </a:rPr>
              <a:t>là công cụ đo hiệu suất chi phí, trong đó, so sánh lượng công việc đã lên kế hoạch với lượng công việc đã được thực hiện để xác định xem chi phí và lịch trình có tiến triển như kế hoạch đặt ra không. </a:t>
            </a:r>
            <a:endParaRPr lang="en-AU">
              <a:latin typeface="Arial" charset="0"/>
              <a:cs typeface="Arial" charset="0"/>
            </a:endParaRPr>
          </a:p>
        </p:txBody>
      </p:sp>
      <p:pic>
        <p:nvPicPr>
          <p:cNvPr id="28676"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F8E965B2-E249-441D-B739-B867A7D54C37}" type="slidenum">
              <a:rPr lang="en-US" sz="1400" smtClean="0"/>
              <a:pPr eaLnBrk="1" hangingPunct="1"/>
              <a:t>22</a:t>
            </a:fld>
            <a:endParaRPr lang="en-US" sz="1400"/>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4. XÂY DỰNG LỊCH TRÌNH</a:t>
            </a:r>
          </a:p>
        </p:txBody>
      </p:sp>
      <p:sp>
        <p:nvSpPr>
          <p:cNvPr id="29699" name="Rectangle 3"/>
          <p:cNvSpPr>
            <a:spLocks noGrp="1" noChangeArrowheads="1"/>
          </p:cNvSpPr>
          <p:nvPr>
            <p:ph type="body" sz="half" idx="1"/>
          </p:nvPr>
        </p:nvSpPr>
        <p:spPr>
          <a:xfrm>
            <a:off x="304800" y="1295400"/>
            <a:ext cx="8534400" cy="4800600"/>
          </a:xfrm>
        </p:spPr>
        <p:txBody>
          <a:bodyPr/>
          <a:lstStyle/>
          <a:p>
            <a:pPr>
              <a:lnSpc>
                <a:spcPct val="150000"/>
              </a:lnSpc>
              <a:spcBef>
                <a:spcPct val="0"/>
              </a:spcBef>
            </a:pPr>
            <a:r>
              <a:rPr lang="en-US" b="1">
                <a:latin typeface="Arial" charset="0"/>
                <a:cs typeface="Arial" charset="0"/>
              </a:rPr>
              <a:t>Ví dụ: </a:t>
            </a:r>
            <a:endParaRPr lang="en-US">
              <a:latin typeface="Arial" charset="0"/>
              <a:cs typeface="Arial" charset="0"/>
            </a:endParaRPr>
          </a:p>
          <a:p>
            <a:pPr>
              <a:lnSpc>
                <a:spcPct val="150000"/>
              </a:lnSpc>
              <a:spcBef>
                <a:spcPct val="0"/>
              </a:spcBef>
            </a:pPr>
            <a:r>
              <a:rPr lang="en-US">
                <a:latin typeface="Arial" charset="0"/>
                <a:cs typeface="Arial" charset="0"/>
              </a:rPr>
              <a:t>Một dự án triển khai được thực hiện với thời lượng ước tính là hai tháng và chi phí dự toán là 30.000 đô la. Sau một tháng thực hiện, dự án đã hoàn thành 60% khối lượng công việc, và đã chi hết 17.000 đô la. </a:t>
            </a:r>
            <a:r>
              <a:rPr lang="fr-FR">
                <a:latin typeface="Arial" charset="0"/>
                <a:cs typeface="Arial" charset="0"/>
              </a:rPr>
              <a:t>Trong đó, chi phí BCWS là 15.000 đô la. Chi phí BCWP là 18.000 đô la. Và chi phí ACWP là 17.000 đô la.</a:t>
            </a:r>
            <a:endParaRPr lang="en-AU">
              <a:latin typeface="Arial" charset="0"/>
              <a:cs typeface="Arial" charset="0"/>
            </a:endParaRPr>
          </a:p>
        </p:txBody>
      </p:sp>
      <p:pic>
        <p:nvPicPr>
          <p:cNvPr id="29700"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EDB5FB2B-7348-4FAA-BF93-0131D6F3A832}" type="slidenum">
              <a:rPr lang="en-US" sz="1400" smtClean="0"/>
              <a:pPr eaLnBrk="1" hangingPunct="1"/>
              <a:t>23</a:t>
            </a:fld>
            <a:endParaRPr lang="en-US" sz="1400"/>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4. XÂY DỰNG LỊCH TRÌNH</a:t>
            </a:r>
          </a:p>
        </p:txBody>
      </p:sp>
      <p:sp>
        <p:nvSpPr>
          <p:cNvPr id="30723" name="Rectangle 3"/>
          <p:cNvSpPr>
            <a:spLocks noGrp="1" noChangeArrowheads="1"/>
          </p:cNvSpPr>
          <p:nvPr>
            <p:ph type="body" sz="half" idx="1"/>
          </p:nvPr>
        </p:nvSpPr>
        <p:spPr>
          <a:xfrm>
            <a:off x="381000" y="1981200"/>
            <a:ext cx="8534400" cy="4800600"/>
          </a:xfrm>
        </p:spPr>
        <p:txBody>
          <a:bodyPr/>
          <a:lstStyle/>
          <a:p>
            <a:pPr>
              <a:lnSpc>
                <a:spcPct val="150000"/>
              </a:lnSpc>
              <a:spcBef>
                <a:spcPct val="0"/>
              </a:spcBef>
            </a:pPr>
            <a:r>
              <a:rPr lang="fr-FR">
                <a:latin typeface="Arial" charset="0"/>
                <a:cs typeface="Arial" charset="0"/>
              </a:rPr>
              <a:t>Là khoản ước lượng được tính bằng cách cộng các chi phí từ chi phí lao động và trang thiết bị, nguyên vật liệu, và tổng chi phí cho từng gói công việc, bao gồm cả chi phí dự phòng. </a:t>
            </a:r>
          </a:p>
          <a:p>
            <a:pPr>
              <a:lnSpc>
                <a:spcPct val="150000"/>
              </a:lnSpc>
              <a:spcBef>
                <a:spcPct val="0"/>
              </a:spcBef>
            </a:pPr>
            <a:r>
              <a:rPr lang="fr-FR">
                <a:latin typeface="Arial" charset="0"/>
                <a:cs typeface="Arial" charset="0"/>
              </a:rPr>
              <a:t>Chi phí này được sử dụng để đo hiệu suất chi phí. </a:t>
            </a:r>
            <a:endParaRPr lang="en-US">
              <a:latin typeface="Arial" charset="0"/>
              <a:cs typeface="Arial" charset="0"/>
            </a:endParaRPr>
          </a:p>
        </p:txBody>
      </p:sp>
      <p:pic>
        <p:nvPicPr>
          <p:cNvPr id="30724"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25146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a:solidFill>
                  <a:srgbClr val="CCFF33"/>
                </a:solidFill>
              </a:rPr>
              <a:t>Chi </a:t>
            </a:r>
            <a:r>
              <a:rPr lang="en-US" sz="2400" b="1" dirty="0" err="1">
                <a:solidFill>
                  <a:srgbClr val="CCFF33"/>
                </a:solidFill>
              </a:rPr>
              <a:t>phí</a:t>
            </a:r>
            <a:r>
              <a:rPr lang="en-US" sz="2400" b="1" dirty="0">
                <a:solidFill>
                  <a:srgbClr val="CCFF33"/>
                </a:solidFill>
              </a:rPr>
              <a:t> </a:t>
            </a:r>
            <a:r>
              <a:rPr lang="en-US" sz="2400" b="1" dirty="0" err="1">
                <a:solidFill>
                  <a:srgbClr val="CCFF33"/>
                </a:solidFill>
              </a:rPr>
              <a:t>cơ</a:t>
            </a:r>
            <a:r>
              <a:rPr lang="en-US" sz="2400" b="1" dirty="0">
                <a:solidFill>
                  <a:srgbClr val="CCFF33"/>
                </a:solidFill>
              </a:rPr>
              <a:t> </a:t>
            </a:r>
            <a:r>
              <a:rPr lang="en-US" sz="2400" b="1" dirty="0" err="1">
                <a:solidFill>
                  <a:srgbClr val="CCFF33"/>
                </a:solidFill>
              </a:rPr>
              <a:t>bản</a:t>
            </a:r>
            <a:endParaRPr lang="en-US" sz="2400" b="1" dirty="0">
              <a:solidFill>
                <a:srgbClr val="CCFF33"/>
              </a:solidFill>
              <a:effectLst>
                <a:outerShdw blurRad="38100" dist="38100" dir="2700000" algn="tl">
                  <a:srgbClr val="000000"/>
                </a:outerShdw>
              </a:effectLst>
            </a:endParaRPr>
          </a:p>
        </p:txBody>
      </p:sp>
      <p:sp>
        <p:nvSpPr>
          <p:cNvPr id="307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28767465-07A5-407F-88F1-7D6A4E1D640E}" type="slidenum">
              <a:rPr lang="en-US" sz="1400" smtClean="0"/>
              <a:pPr eaLnBrk="1" hangingPunct="1"/>
              <a:t>24</a:t>
            </a:fld>
            <a:endParaRPr lang="en-US" sz="1400"/>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a:xfrm>
            <a:off x="381000" y="304800"/>
            <a:ext cx="8610600" cy="838200"/>
          </a:xfrm>
        </p:spPr>
        <p:txBody>
          <a:bodyPr/>
          <a:lstStyle/>
          <a:p>
            <a:pPr eaLnBrk="1" hangingPunct="1"/>
            <a:r>
              <a:rPr lang="en-US" sz="2800" b="1">
                <a:latin typeface="Arial" charset="0"/>
                <a:cs typeface="Arial" charset="0"/>
              </a:rPr>
              <a:t>4. XÂY DỰNG LỊCH TRÌNH</a:t>
            </a:r>
          </a:p>
        </p:txBody>
      </p:sp>
      <p:sp>
        <p:nvSpPr>
          <p:cNvPr id="27651" name="Rectangle 3"/>
          <p:cNvSpPr>
            <a:spLocks noGrp="1" noChangeArrowheads="1"/>
          </p:cNvSpPr>
          <p:nvPr>
            <p:ph type="body" sz="half" idx="1"/>
          </p:nvPr>
        </p:nvSpPr>
        <p:spPr>
          <a:xfrm>
            <a:off x="381000" y="1981200"/>
            <a:ext cx="8534400" cy="4800600"/>
          </a:xfrm>
        </p:spPr>
        <p:txBody>
          <a:bodyPr/>
          <a:lstStyle/>
          <a:p>
            <a:pPr>
              <a:lnSpc>
                <a:spcPct val="150000"/>
              </a:lnSpc>
              <a:spcBef>
                <a:spcPts val="0"/>
              </a:spcBef>
              <a:defRPr/>
            </a:pPr>
            <a:r>
              <a:rPr lang="fr-FR" sz="2000" i="1" dirty="0" err="1">
                <a:latin typeface="Arial" pitchFamily="34" charset="0"/>
                <a:cs typeface="Arial" pitchFamily="34" charset="0"/>
              </a:rPr>
              <a:t>Phần</a:t>
            </a:r>
            <a:r>
              <a:rPr lang="fr-FR" sz="2000" i="1" dirty="0">
                <a:latin typeface="Arial" pitchFamily="34" charset="0"/>
                <a:cs typeface="Arial" pitchFamily="34" charset="0"/>
              </a:rPr>
              <a:t> </a:t>
            </a:r>
            <a:r>
              <a:rPr lang="fr-FR" sz="2000" i="1" dirty="0" err="1">
                <a:latin typeface="Arial" pitchFamily="34" charset="0"/>
                <a:cs typeface="Arial" pitchFamily="34" charset="0"/>
              </a:rPr>
              <a:t>trăm</a:t>
            </a:r>
            <a:r>
              <a:rPr lang="fr-FR" sz="2000" i="1" dirty="0">
                <a:latin typeface="Arial" pitchFamily="34" charset="0"/>
                <a:cs typeface="Arial" pitchFamily="34" charset="0"/>
              </a:rPr>
              <a:t> </a:t>
            </a:r>
            <a:r>
              <a:rPr lang="fr-FR" sz="2000" i="1" dirty="0" err="1">
                <a:latin typeface="Arial" pitchFamily="34" charset="0"/>
                <a:cs typeface="Arial" pitchFamily="34" charset="0"/>
              </a:rPr>
              <a:t>hoàn</a:t>
            </a:r>
            <a:r>
              <a:rPr lang="fr-FR" sz="2000" i="1" dirty="0">
                <a:latin typeface="Arial" pitchFamily="34" charset="0"/>
                <a:cs typeface="Arial" pitchFamily="34" charset="0"/>
              </a:rPr>
              <a:t> </a:t>
            </a:r>
            <a:r>
              <a:rPr lang="fr-FR" sz="2000" i="1" dirty="0" err="1">
                <a:latin typeface="Arial" pitchFamily="34" charset="0"/>
                <a:cs typeface="Arial" pitchFamily="34" charset="0"/>
              </a:rPr>
              <a:t>thành</a:t>
            </a:r>
            <a:r>
              <a:rPr lang="fr-FR" sz="2000" i="1" dirty="0">
                <a:latin typeface="Arial" pitchFamily="34" charset="0"/>
                <a:cs typeface="Arial" pitchFamily="34" charset="0"/>
              </a:rPr>
              <a:t> (Percent </a:t>
            </a:r>
            <a:r>
              <a:rPr lang="fr-FR" sz="2000" i="1" dirty="0" err="1">
                <a:latin typeface="Arial" pitchFamily="34" charset="0"/>
                <a:cs typeface="Arial" pitchFamily="34" charset="0"/>
              </a:rPr>
              <a:t>complete</a:t>
            </a:r>
            <a:r>
              <a:rPr lang="fr-FR" sz="2000" i="1" dirty="0">
                <a:latin typeface="Arial" pitchFamily="34" charset="0"/>
                <a:cs typeface="Arial" pitchFamily="34" charset="0"/>
              </a:rPr>
              <a:t>) </a:t>
            </a:r>
            <a:r>
              <a:rPr lang="fr-FR" sz="2000" dirty="0">
                <a:latin typeface="Arial" pitchFamily="34" charset="0"/>
                <a:cs typeface="Arial" pitchFamily="34" charset="0"/>
              </a:rPr>
              <a:t>là </a:t>
            </a:r>
            <a:r>
              <a:rPr lang="fr-FR" sz="2000" dirty="0" err="1">
                <a:latin typeface="Arial" pitchFamily="34" charset="0"/>
                <a:cs typeface="Arial" pitchFamily="34" charset="0"/>
              </a:rPr>
              <a:t>khoản</a:t>
            </a:r>
            <a:r>
              <a:rPr lang="fr-FR" sz="2000" dirty="0">
                <a:latin typeface="Arial" pitchFamily="34" charset="0"/>
                <a:cs typeface="Arial" pitchFamily="34" charset="0"/>
              </a:rPr>
              <a:t> </a:t>
            </a:r>
            <a:r>
              <a:rPr lang="fr-FR" sz="2000" dirty="0" err="1">
                <a:latin typeface="Arial" pitchFamily="34" charset="0"/>
                <a:cs typeface="Arial" pitchFamily="34" charset="0"/>
              </a:rPr>
              <a:t>ước</a:t>
            </a:r>
            <a:r>
              <a:rPr lang="fr-FR" sz="2000" dirty="0">
                <a:latin typeface="Arial" pitchFamily="34" charset="0"/>
                <a:cs typeface="Arial" pitchFamily="34" charset="0"/>
              </a:rPr>
              <a:t> </a:t>
            </a:r>
            <a:r>
              <a:rPr lang="fr-FR" sz="2000" dirty="0" err="1">
                <a:latin typeface="Arial" pitchFamily="34" charset="0"/>
                <a:cs typeface="Arial" pitchFamily="34" charset="0"/>
              </a:rPr>
              <a:t>tính</a:t>
            </a:r>
            <a:r>
              <a:rPr lang="fr-FR" sz="2000" dirty="0">
                <a:latin typeface="Arial" pitchFamily="34" charset="0"/>
                <a:cs typeface="Arial" pitchFamily="34" charset="0"/>
              </a:rPr>
              <a:t> </a:t>
            </a:r>
            <a:r>
              <a:rPr lang="fr-FR" sz="2000" dirty="0" err="1">
                <a:latin typeface="Arial" pitchFamily="34" charset="0"/>
                <a:cs typeface="Arial" pitchFamily="34" charset="0"/>
              </a:rPr>
              <a:t>lượng</a:t>
            </a:r>
            <a:r>
              <a:rPr lang="fr-FR" sz="2000" dirty="0">
                <a:latin typeface="Arial" pitchFamily="34" charset="0"/>
                <a:cs typeface="Arial" pitchFamily="34" charset="0"/>
              </a:rPr>
              <a:t> </a:t>
            </a:r>
            <a:r>
              <a:rPr lang="fr-FR" sz="2000" dirty="0" err="1">
                <a:latin typeface="Arial" pitchFamily="34" charset="0"/>
                <a:cs typeface="Arial" pitchFamily="34" charset="0"/>
              </a:rPr>
              <a:t>công</a:t>
            </a:r>
            <a:r>
              <a:rPr lang="fr-FR" sz="2000" dirty="0">
                <a:latin typeface="Arial" pitchFamily="34" charset="0"/>
                <a:cs typeface="Arial" pitchFamily="34" charset="0"/>
              </a:rPr>
              <a:t> </a:t>
            </a:r>
            <a:r>
              <a:rPr lang="fr-FR" sz="2000" dirty="0" err="1">
                <a:latin typeface="Arial" pitchFamily="34" charset="0"/>
                <a:cs typeface="Arial" pitchFamily="34" charset="0"/>
              </a:rPr>
              <a:t>việc</a:t>
            </a:r>
            <a:r>
              <a:rPr lang="fr-FR" sz="2000" dirty="0">
                <a:latin typeface="Arial" pitchFamily="34" charset="0"/>
                <a:cs typeface="Arial" pitchFamily="34" charset="0"/>
              </a:rPr>
              <a:t> </a:t>
            </a:r>
            <a:r>
              <a:rPr lang="fr-FR" sz="2000" dirty="0" err="1">
                <a:latin typeface="Arial" pitchFamily="34" charset="0"/>
                <a:cs typeface="Arial" pitchFamily="34" charset="0"/>
              </a:rPr>
              <a:t>hoàn</a:t>
            </a:r>
            <a:r>
              <a:rPr lang="fr-FR" sz="2000" dirty="0">
                <a:latin typeface="Arial" pitchFamily="34" charset="0"/>
                <a:cs typeface="Arial" pitchFamily="34" charset="0"/>
              </a:rPr>
              <a:t> </a:t>
            </a:r>
            <a:r>
              <a:rPr lang="fr-FR" sz="2000" dirty="0" err="1">
                <a:latin typeface="Arial" pitchFamily="34" charset="0"/>
                <a:cs typeface="Arial" pitchFamily="34" charset="0"/>
              </a:rPr>
              <a:t>thành</a:t>
            </a:r>
            <a:r>
              <a:rPr lang="fr-FR" sz="2000" dirty="0">
                <a:latin typeface="Arial" pitchFamily="34" charset="0"/>
                <a:cs typeface="Arial" pitchFamily="34" charset="0"/>
              </a:rPr>
              <a:t> </a:t>
            </a:r>
            <a:r>
              <a:rPr lang="fr-FR" sz="2000" dirty="0" err="1">
                <a:latin typeface="Arial" pitchFamily="34" charset="0"/>
                <a:cs typeface="Arial" pitchFamily="34" charset="0"/>
              </a:rPr>
              <a:t>trong</a:t>
            </a:r>
            <a:r>
              <a:rPr lang="fr-FR" sz="2000" dirty="0">
                <a:latin typeface="Arial" pitchFamily="34" charset="0"/>
                <a:cs typeface="Arial" pitchFamily="34" charset="0"/>
              </a:rPr>
              <a:t> </a:t>
            </a:r>
            <a:r>
              <a:rPr lang="fr-FR" sz="2000" dirty="0" err="1">
                <a:latin typeface="Arial" pitchFamily="34" charset="0"/>
                <a:cs typeface="Arial" pitchFamily="34" charset="0"/>
              </a:rPr>
              <a:t>một</a:t>
            </a:r>
            <a:r>
              <a:rPr lang="fr-FR" sz="2000" dirty="0">
                <a:latin typeface="Arial" pitchFamily="34" charset="0"/>
                <a:cs typeface="Arial" pitchFamily="34" charset="0"/>
              </a:rPr>
              <a:t> </a:t>
            </a:r>
            <a:r>
              <a:rPr lang="fr-FR" sz="2000" dirty="0" err="1">
                <a:latin typeface="Arial" pitchFamily="34" charset="0"/>
                <a:cs typeface="Arial" pitchFamily="34" charset="0"/>
              </a:rPr>
              <a:t>hoạt</a:t>
            </a:r>
            <a:r>
              <a:rPr lang="fr-FR" sz="2000" dirty="0">
                <a:latin typeface="Arial" pitchFamily="34" charset="0"/>
                <a:cs typeface="Arial" pitchFamily="34" charset="0"/>
              </a:rPr>
              <a:t> </a:t>
            </a:r>
            <a:r>
              <a:rPr lang="fr-FR" sz="2000" dirty="0" err="1">
                <a:latin typeface="Arial" pitchFamily="34" charset="0"/>
                <a:cs typeface="Arial" pitchFamily="34" charset="0"/>
              </a:rPr>
              <a:t>động</a:t>
            </a:r>
            <a:r>
              <a:rPr lang="fr-FR" sz="2000" dirty="0">
                <a:latin typeface="Arial" pitchFamily="34" charset="0"/>
                <a:cs typeface="Arial" pitchFamily="34" charset="0"/>
              </a:rPr>
              <a:t> </a:t>
            </a:r>
            <a:r>
              <a:rPr lang="fr-FR" sz="2000" dirty="0" err="1">
                <a:latin typeface="Arial" pitchFamily="34" charset="0"/>
                <a:cs typeface="Arial" pitchFamily="34" charset="0"/>
              </a:rPr>
              <a:t>hay</a:t>
            </a:r>
            <a:r>
              <a:rPr lang="fr-FR" sz="2000" dirty="0">
                <a:latin typeface="Arial" pitchFamily="34" charset="0"/>
                <a:cs typeface="Arial" pitchFamily="34" charset="0"/>
              </a:rPr>
              <a:t> </a:t>
            </a:r>
            <a:r>
              <a:rPr lang="fr-FR" sz="2000" dirty="0" err="1">
                <a:latin typeface="Arial" pitchFamily="34" charset="0"/>
                <a:cs typeface="Arial" pitchFamily="34" charset="0"/>
              </a:rPr>
              <a:t>một</a:t>
            </a:r>
            <a:r>
              <a:rPr lang="fr-FR" sz="2000" dirty="0">
                <a:latin typeface="Arial" pitchFamily="34" charset="0"/>
                <a:cs typeface="Arial" pitchFamily="34" charset="0"/>
              </a:rPr>
              <a:t> </a:t>
            </a:r>
            <a:r>
              <a:rPr lang="fr-FR" sz="2000" dirty="0" err="1">
                <a:latin typeface="Arial" pitchFamily="34" charset="0"/>
                <a:cs typeface="Arial" pitchFamily="34" charset="0"/>
              </a:rPr>
              <a:t>nhóm</a:t>
            </a:r>
            <a:r>
              <a:rPr lang="fr-FR" sz="2000" dirty="0">
                <a:latin typeface="Arial" pitchFamily="34" charset="0"/>
                <a:cs typeface="Arial" pitchFamily="34" charset="0"/>
              </a:rPr>
              <a:t> </a:t>
            </a:r>
            <a:r>
              <a:rPr lang="fr-FR" sz="2000" dirty="0" err="1">
                <a:latin typeface="Arial" pitchFamily="34" charset="0"/>
                <a:cs typeface="Arial" pitchFamily="34" charset="0"/>
              </a:rPr>
              <a:t>các</a:t>
            </a:r>
            <a:r>
              <a:rPr lang="fr-FR" sz="2000" dirty="0">
                <a:latin typeface="Arial" pitchFamily="34" charset="0"/>
                <a:cs typeface="Arial" pitchFamily="34" charset="0"/>
              </a:rPr>
              <a:t> </a:t>
            </a:r>
            <a:r>
              <a:rPr lang="fr-FR" sz="2000" dirty="0" err="1">
                <a:latin typeface="Arial" pitchFamily="34" charset="0"/>
                <a:cs typeface="Arial" pitchFamily="34" charset="0"/>
              </a:rPr>
              <a:t>hoạt</a:t>
            </a:r>
            <a:r>
              <a:rPr lang="fr-FR" sz="2000" dirty="0">
                <a:latin typeface="Arial" pitchFamily="34" charset="0"/>
                <a:cs typeface="Arial" pitchFamily="34" charset="0"/>
              </a:rPr>
              <a:t> </a:t>
            </a:r>
            <a:r>
              <a:rPr lang="fr-FR" sz="2000" dirty="0" err="1">
                <a:latin typeface="Arial" pitchFamily="34" charset="0"/>
                <a:cs typeface="Arial" pitchFamily="34" charset="0"/>
              </a:rPr>
              <a:t>động</a:t>
            </a:r>
            <a:r>
              <a:rPr lang="fr-FR" sz="2000" dirty="0">
                <a:latin typeface="Arial" pitchFamily="34" charset="0"/>
                <a:cs typeface="Arial" pitchFamily="34" charset="0"/>
              </a:rPr>
              <a:t>, </a:t>
            </a:r>
            <a:r>
              <a:rPr lang="fr-FR" sz="2000" dirty="0" err="1">
                <a:latin typeface="Arial" pitchFamily="34" charset="0"/>
                <a:cs typeface="Arial" pitchFamily="34" charset="0"/>
              </a:rPr>
              <a:t>được</a:t>
            </a:r>
            <a:r>
              <a:rPr lang="fr-FR" sz="2000" dirty="0">
                <a:latin typeface="Arial" pitchFamily="34" charset="0"/>
                <a:cs typeface="Arial" pitchFamily="34" charset="0"/>
              </a:rPr>
              <a:t> </a:t>
            </a:r>
            <a:r>
              <a:rPr lang="fr-FR" sz="2000" dirty="0" err="1">
                <a:latin typeface="Arial" pitchFamily="34" charset="0"/>
                <a:cs typeface="Arial" pitchFamily="34" charset="0"/>
              </a:rPr>
              <a:t>biểu</a:t>
            </a:r>
            <a:r>
              <a:rPr lang="fr-FR" sz="2000" dirty="0">
                <a:latin typeface="Arial" pitchFamily="34" charset="0"/>
                <a:cs typeface="Arial" pitchFamily="34" charset="0"/>
              </a:rPr>
              <a:t> </a:t>
            </a:r>
            <a:r>
              <a:rPr lang="fr-FR" sz="2000" dirty="0" err="1">
                <a:latin typeface="Arial" pitchFamily="34" charset="0"/>
                <a:cs typeface="Arial" pitchFamily="34" charset="0"/>
              </a:rPr>
              <a:t>diễn</a:t>
            </a:r>
            <a:r>
              <a:rPr lang="fr-FR" sz="2000" dirty="0">
                <a:latin typeface="Arial" pitchFamily="34" charset="0"/>
                <a:cs typeface="Arial" pitchFamily="34" charset="0"/>
              </a:rPr>
              <a:t> </a:t>
            </a:r>
            <a:r>
              <a:rPr lang="fr-FR" sz="2000" dirty="0" err="1">
                <a:latin typeface="Arial" pitchFamily="34" charset="0"/>
                <a:cs typeface="Arial" pitchFamily="34" charset="0"/>
              </a:rPr>
              <a:t>bằng</a:t>
            </a:r>
            <a:r>
              <a:rPr lang="fr-FR" sz="2000" dirty="0">
                <a:latin typeface="Arial" pitchFamily="34" charset="0"/>
                <a:cs typeface="Arial" pitchFamily="34" charset="0"/>
              </a:rPr>
              <a:t> </a:t>
            </a:r>
            <a:r>
              <a:rPr lang="fr-FR" sz="2000" dirty="0" err="1">
                <a:latin typeface="Arial" pitchFamily="34" charset="0"/>
                <a:cs typeface="Arial" pitchFamily="34" charset="0"/>
              </a:rPr>
              <a:t>phần</a:t>
            </a:r>
            <a:r>
              <a:rPr lang="fr-FR" sz="2000" dirty="0">
                <a:latin typeface="Arial" pitchFamily="34" charset="0"/>
                <a:cs typeface="Arial" pitchFamily="34" charset="0"/>
              </a:rPr>
              <a:t> </a:t>
            </a:r>
            <a:r>
              <a:rPr lang="fr-FR" sz="2000" dirty="0" err="1">
                <a:latin typeface="Arial" pitchFamily="34" charset="0"/>
                <a:cs typeface="Arial" pitchFamily="34" charset="0"/>
              </a:rPr>
              <a:t>trăm</a:t>
            </a:r>
            <a:r>
              <a:rPr lang="fr-FR" sz="2000" dirty="0">
                <a:latin typeface="Arial" pitchFamily="34" charset="0"/>
                <a:cs typeface="Arial" pitchFamily="34" charset="0"/>
              </a:rPr>
              <a:t>. </a:t>
            </a:r>
          </a:p>
          <a:p>
            <a:pPr>
              <a:lnSpc>
                <a:spcPct val="150000"/>
              </a:lnSpc>
              <a:spcBef>
                <a:spcPts val="0"/>
              </a:spcBef>
              <a:defRPr/>
            </a:pPr>
            <a:r>
              <a:rPr lang="fr-FR" sz="2000" dirty="0" err="1">
                <a:latin typeface="Arial" pitchFamily="34" charset="0"/>
                <a:cs typeface="Arial" pitchFamily="34" charset="0"/>
              </a:rPr>
              <a:t>Có</a:t>
            </a:r>
            <a:r>
              <a:rPr lang="fr-FR" sz="2000" dirty="0">
                <a:latin typeface="Arial" pitchFamily="34" charset="0"/>
                <a:cs typeface="Arial" pitchFamily="34" charset="0"/>
              </a:rPr>
              <a:t> </a:t>
            </a:r>
            <a:r>
              <a:rPr lang="fr-FR" sz="2000" dirty="0" err="1">
                <a:latin typeface="Arial" pitchFamily="34" charset="0"/>
                <a:cs typeface="Arial" pitchFamily="34" charset="0"/>
              </a:rPr>
              <a:t>nhiều</a:t>
            </a:r>
            <a:r>
              <a:rPr lang="fr-FR" sz="2000" dirty="0">
                <a:latin typeface="Arial" pitchFamily="34" charset="0"/>
                <a:cs typeface="Arial" pitchFamily="34" charset="0"/>
              </a:rPr>
              <a:t> </a:t>
            </a:r>
            <a:r>
              <a:rPr lang="fr-FR" sz="2000" dirty="0" err="1">
                <a:latin typeface="Arial" pitchFamily="34" charset="0"/>
                <a:cs typeface="Arial" pitchFamily="34" charset="0"/>
              </a:rPr>
              <a:t>cách</a:t>
            </a:r>
            <a:r>
              <a:rPr lang="fr-FR" sz="2000" dirty="0">
                <a:latin typeface="Arial" pitchFamily="34" charset="0"/>
                <a:cs typeface="Arial" pitchFamily="34" charset="0"/>
              </a:rPr>
              <a:t> </a:t>
            </a:r>
            <a:r>
              <a:rPr lang="fr-FR" sz="2000" dirty="0" err="1">
                <a:latin typeface="Arial" pitchFamily="34" charset="0"/>
                <a:cs typeface="Arial" pitchFamily="34" charset="0"/>
              </a:rPr>
              <a:t>tính</a:t>
            </a:r>
            <a:r>
              <a:rPr lang="fr-FR" sz="2000" dirty="0">
                <a:latin typeface="Arial" pitchFamily="34" charset="0"/>
                <a:cs typeface="Arial" pitchFamily="34" charset="0"/>
              </a:rPr>
              <a:t> </a:t>
            </a:r>
            <a:r>
              <a:rPr lang="fr-FR" sz="2000" dirty="0" err="1">
                <a:latin typeface="Arial" pitchFamily="34" charset="0"/>
                <a:cs typeface="Arial" pitchFamily="34" charset="0"/>
              </a:rPr>
              <a:t>phần</a:t>
            </a:r>
            <a:r>
              <a:rPr lang="fr-FR" sz="2000" dirty="0">
                <a:latin typeface="Arial" pitchFamily="34" charset="0"/>
                <a:cs typeface="Arial" pitchFamily="34" charset="0"/>
              </a:rPr>
              <a:t> </a:t>
            </a:r>
            <a:r>
              <a:rPr lang="fr-FR" sz="2000" dirty="0" err="1">
                <a:latin typeface="Arial" pitchFamily="34" charset="0"/>
                <a:cs typeface="Arial" pitchFamily="34" charset="0"/>
              </a:rPr>
              <a:t>trăm</a:t>
            </a:r>
            <a:r>
              <a:rPr lang="fr-FR" sz="2000" dirty="0">
                <a:latin typeface="Arial" pitchFamily="34" charset="0"/>
                <a:cs typeface="Arial" pitchFamily="34" charset="0"/>
              </a:rPr>
              <a:t> </a:t>
            </a:r>
            <a:r>
              <a:rPr lang="fr-FR" sz="2000" dirty="0" err="1">
                <a:latin typeface="Arial" pitchFamily="34" charset="0"/>
                <a:cs typeface="Arial" pitchFamily="34" charset="0"/>
              </a:rPr>
              <a:t>hoàn</a:t>
            </a:r>
            <a:r>
              <a:rPr lang="fr-FR" sz="2000" dirty="0">
                <a:latin typeface="Arial" pitchFamily="34" charset="0"/>
                <a:cs typeface="Arial" pitchFamily="34" charset="0"/>
              </a:rPr>
              <a:t> </a:t>
            </a:r>
            <a:r>
              <a:rPr lang="fr-FR" sz="2000" dirty="0" err="1">
                <a:latin typeface="Arial" pitchFamily="34" charset="0"/>
                <a:cs typeface="Arial" pitchFamily="34" charset="0"/>
              </a:rPr>
              <a:t>thành</a:t>
            </a:r>
            <a:r>
              <a:rPr lang="fr-FR" sz="2000" dirty="0">
                <a:latin typeface="Arial" pitchFamily="34" charset="0"/>
                <a:cs typeface="Arial" pitchFamily="34" charset="0"/>
              </a:rPr>
              <a:t>: </a:t>
            </a:r>
            <a:endParaRPr lang="en-US" sz="2000" dirty="0">
              <a:latin typeface="Arial" pitchFamily="34" charset="0"/>
              <a:cs typeface="Arial" pitchFamily="34" charset="0"/>
            </a:endParaRPr>
          </a:p>
          <a:p>
            <a:pPr lvl="1">
              <a:lnSpc>
                <a:spcPct val="150000"/>
              </a:lnSpc>
              <a:spcBef>
                <a:spcPts val="0"/>
              </a:spcBef>
              <a:defRPr/>
            </a:pPr>
            <a:r>
              <a:rPr lang="fr-FR" sz="1800" i="1" dirty="0" err="1">
                <a:latin typeface="Arial" pitchFamily="34" charset="0"/>
                <a:ea typeface="+mn-ea"/>
                <a:cs typeface="Arial" pitchFamily="34" charset="0"/>
              </a:rPr>
              <a:t>Quy</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tắc</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phần</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trăm</a:t>
            </a:r>
            <a:r>
              <a:rPr lang="fr-FR" sz="1800" i="1" dirty="0">
                <a:latin typeface="Arial" pitchFamily="34" charset="0"/>
                <a:ea typeface="+mn-ea"/>
                <a:cs typeface="Arial" pitchFamily="34" charset="0"/>
              </a:rPr>
              <a:t> 0/100</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Công</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việc</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sẽ</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không</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được</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công</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nhận</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cho</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đến</a:t>
            </a:r>
            <a:r>
              <a:rPr lang="fr-FR" sz="1800" dirty="0">
                <a:latin typeface="Arial" pitchFamily="34" charset="0"/>
                <a:ea typeface="+mn-ea"/>
                <a:cs typeface="Arial" pitchFamily="34" charset="0"/>
              </a:rPr>
              <a:t> khi </a:t>
            </a:r>
            <a:r>
              <a:rPr lang="fr-FR" sz="1800" dirty="0" err="1">
                <a:latin typeface="Arial" pitchFamily="34" charset="0"/>
                <a:ea typeface="+mn-ea"/>
                <a:cs typeface="Arial" pitchFamily="34" charset="0"/>
              </a:rPr>
              <a:t>nó</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được</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hoàn</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thành</a:t>
            </a:r>
            <a:r>
              <a:rPr lang="fr-FR" sz="1800" dirty="0">
                <a:latin typeface="Arial" pitchFamily="34" charset="0"/>
                <a:ea typeface="+mn-ea"/>
                <a:cs typeface="Arial" pitchFamily="34" charset="0"/>
              </a:rPr>
              <a:t>. </a:t>
            </a:r>
            <a:endParaRPr lang="en-US" sz="1800" dirty="0">
              <a:latin typeface="Arial" pitchFamily="34" charset="0"/>
              <a:ea typeface="+mn-ea"/>
              <a:cs typeface="Arial" pitchFamily="34" charset="0"/>
            </a:endParaRPr>
          </a:p>
          <a:p>
            <a:pPr lvl="1">
              <a:lnSpc>
                <a:spcPct val="150000"/>
              </a:lnSpc>
              <a:spcBef>
                <a:spcPts val="0"/>
              </a:spcBef>
              <a:defRPr/>
            </a:pPr>
            <a:r>
              <a:rPr lang="fr-FR" sz="1800" i="1" dirty="0" err="1">
                <a:latin typeface="Arial" pitchFamily="34" charset="0"/>
                <a:ea typeface="+mn-ea"/>
                <a:cs typeface="Arial" pitchFamily="34" charset="0"/>
              </a:rPr>
              <a:t>Quy</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tắc</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phần</a:t>
            </a:r>
            <a:r>
              <a:rPr lang="fr-FR" sz="1800" i="1" dirty="0">
                <a:latin typeface="Arial" pitchFamily="34" charset="0"/>
                <a:ea typeface="+mn-ea"/>
                <a:cs typeface="Arial" pitchFamily="34" charset="0"/>
              </a:rPr>
              <a:t> </a:t>
            </a:r>
            <a:r>
              <a:rPr lang="fr-FR" sz="1800" i="1" dirty="0" err="1">
                <a:latin typeface="Arial" pitchFamily="34" charset="0"/>
                <a:ea typeface="+mn-ea"/>
                <a:cs typeface="Arial" pitchFamily="34" charset="0"/>
              </a:rPr>
              <a:t>trăm</a:t>
            </a:r>
            <a:r>
              <a:rPr lang="fr-FR" sz="1800" i="1" dirty="0">
                <a:latin typeface="Arial" pitchFamily="34" charset="0"/>
                <a:ea typeface="+mn-ea"/>
                <a:cs typeface="Arial" pitchFamily="34" charset="0"/>
              </a:rPr>
              <a:t> </a:t>
            </a:r>
            <a:r>
              <a:rPr lang="fr-FR" sz="1800" dirty="0">
                <a:latin typeface="Arial" pitchFamily="34" charset="0"/>
                <a:ea typeface="+mn-ea"/>
                <a:cs typeface="Arial" pitchFamily="34" charset="0"/>
              </a:rPr>
              <a:t>0 – 50 – 100 </a:t>
            </a:r>
            <a:r>
              <a:rPr lang="fr-FR" sz="1800" dirty="0" err="1">
                <a:latin typeface="Arial" pitchFamily="34" charset="0"/>
                <a:ea typeface="+mn-ea"/>
                <a:cs typeface="Arial" pitchFamily="34" charset="0"/>
              </a:rPr>
              <a:t>hoặc</a:t>
            </a:r>
            <a:r>
              <a:rPr lang="fr-FR" sz="1800" dirty="0">
                <a:latin typeface="Arial" pitchFamily="34" charset="0"/>
                <a:ea typeface="+mn-ea"/>
                <a:cs typeface="Arial" pitchFamily="34" charset="0"/>
              </a:rPr>
              <a:t> 50 – 50. </a:t>
            </a:r>
            <a:r>
              <a:rPr lang="fr-FR" sz="1800" dirty="0" err="1">
                <a:latin typeface="Arial" pitchFamily="34" charset="0"/>
                <a:ea typeface="+mn-ea"/>
                <a:cs typeface="Arial" pitchFamily="34" charset="0"/>
              </a:rPr>
              <a:t>Một</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nhiệm</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vụ</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có</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thể</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có</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ba</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điều</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kiện</a:t>
            </a:r>
            <a:r>
              <a:rPr lang="fr-FR" sz="1800" dirty="0">
                <a:latin typeface="Arial" pitchFamily="34" charset="0"/>
                <a:ea typeface="+mn-ea"/>
                <a:cs typeface="Arial" pitchFamily="34" charset="0"/>
              </a:rPr>
              <a:t>: </a:t>
            </a:r>
            <a:endParaRPr lang="en-US" sz="1800" dirty="0">
              <a:latin typeface="Arial" pitchFamily="34" charset="0"/>
              <a:ea typeface="+mn-ea"/>
              <a:cs typeface="Arial" pitchFamily="34" charset="0"/>
            </a:endParaRPr>
          </a:p>
          <a:p>
            <a:pPr lvl="2">
              <a:lnSpc>
                <a:spcPct val="150000"/>
              </a:lnSpc>
              <a:spcBef>
                <a:spcPts val="0"/>
              </a:spcBef>
              <a:defRPr/>
            </a:pPr>
            <a:r>
              <a:rPr lang="fr-FR" sz="1800" dirty="0">
                <a:latin typeface="Arial" pitchFamily="34" charset="0"/>
                <a:ea typeface="+mn-ea"/>
                <a:cs typeface="Arial" pitchFamily="34" charset="0"/>
              </a:rPr>
              <a:t>0% = </a:t>
            </a:r>
            <a:r>
              <a:rPr lang="fr-FR" sz="1800" dirty="0" err="1">
                <a:latin typeface="Arial" pitchFamily="34" charset="0"/>
                <a:ea typeface="+mn-ea"/>
                <a:cs typeface="Arial" pitchFamily="34" charset="0"/>
              </a:rPr>
              <a:t>nhiệm</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vụ</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chưa</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bắt</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đầu</a:t>
            </a:r>
            <a:r>
              <a:rPr lang="fr-FR" sz="1800" dirty="0">
                <a:latin typeface="Arial" pitchFamily="34" charset="0"/>
                <a:ea typeface="+mn-ea"/>
                <a:cs typeface="Arial" pitchFamily="34" charset="0"/>
              </a:rPr>
              <a:t> </a:t>
            </a:r>
            <a:endParaRPr lang="en-US" sz="1800" dirty="0">
              <a:latin typeface="Arial" pitchFamily="34" charset="0"/>
              <a:ea typeface="+mn-ea"/>
              <a:cs typeface="Arial" pitchFamily="34" charset="0"/>
            </a:endParaRPr>
          </a:p>
          <a:p>
            <a:pPr lvl="2">
              <a:lnSpc>
                <a:spcPct val="150000"/>
              </a:lnSpc>
              <a:spcBef>
                <a:spcPts val="0"/>
              </a:spcBef>
              <a:defRPr/>
            </a:pPr>
            <a:r>
              <a:rPr lang="fr-FR" sz="1800" dirty="0">
                <a:latin typeface="Arial" pitchFamily="34" charset="0"/>
                <a:ea typeface="+mn-ea"/>
                <a:cs typeface="Arial" pitchFamily="34" charset="0"/>
              </a:rPr>
              <a:t>50% = </a:t>
            </a:r>
            <a:r>
              <a:rPr lang="fr-FR" sz="1800" dirty="0" err="1">
                <a:latin typeface="Arial" pitchFamily="34" charset="0"/>
                <a:ea typeface="+mn-ea"/>
                <a:cs typeface="Arial" pitchFamily="34" charset="0"/>
              </a:rPr>
              <a:t>đã</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bắt</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đầu</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nhưng</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chưa</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hoàn</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thành</a:t>
            </a:r>
            <a:r>
              <a:rPr lang="fr-FR" sz="1800" dirty="0">
                <a:latin typeface="Arial" pitchFamily="34" charset="0"/>
                <a:ea typeface="+mn-ea"/>
                <a:cs typeface="Arial" pitchFamily="34" charset="0"/>
              </a:rPr>
              <a:t> </a:t>
            </a:r>
            <a:endParaRPr lang="en-US" sz="1800" dirty="0">
              <a:latin typeface="Arial" pitchFamily="34" charset="0"/>
              <a:ea typeface="+mn-ea"/>
              <a:cs typeface="Arial" pitchFamily="34" charset="0"/>
            </a:endParaRPr>
          </a:p>
          <a:p>
            <a:pPr lvl="2">
              <a:lnSpc>
                <a:spcPct val="150000"/>
              </a:lnSpc>
              <a:spcBef>
                <a:spcPts val="0"/>
              </a:spcBef>
              <a:defRPr/>
            </a:pPr>
            <a:r>
              <a:rPr lang="fr-FR" sz="1800" dirty="0" err="1">
                <a:latin typeface="Arial" pitchFamily="34" charset="0"/>
                <a:ea typeface="+mn-ea"/>
                <a:cs typeface="Arial" pitchFamily="34" charset="0"/>
              </a:rPr>
              <a:t>Hoàn</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thành</a:t>
            </a:r>
            <a:r>
              <a:rPr lang="fr-FR" sz="1800" dirty="0">
                <a:latin typeface="Arial" pitchFamily="34" charset="0"/>
                <a:ea typeface="+mn-ea"/>
                <a:cs typeface="Arial" pitchFamily="34" charset="0"/>
              </a:rPr>
              <a:t> 100% = </a:t>
            </a:r>
            <a:r>
              <a:rPr lang="fr-FR" sz="1800" dirty="0" err="1">
                <a:latin typeface="Arial" pitchFamily="34" charset="0"/>
                <a:ea typeface="+mn-ea"/>
                <a:cs typeface="Arial" pitchFamily="34" charset="0"/>
              </a:rPr>
              <a:t>nhiệm</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vụ</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đã</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hoàn</a:t>
            </a:r>
            <a:r>
              <a:rPr lang="fr-FR" sz="1800" dirty="0">
                <a:latin typeface="Arial" pitchFamily="34" charset="0"/>
                <a:ea typeface="+mn-ea"/>
                <a:cs typeface="Arial" pitchFamily="34" charset="0"/>
              </a:rPr>
              <a:t> </a:t>
            </a:r>
            <a:r>
              <a:rPr lang="fr-FR" sz="1800" dirty="0" err="1">
                <a:latin typeface="Arial" pitchFamily="34" charset="0"/>
                <a:ea typeface="+mn-ea"/>
                <a:cs typeface="Arial" pitchFamily="34" charset="0"/>
              </a:rPr>
              <a:t>thành</a:t>
            </a:r>
            <a:r>
              <a:rPr lang="fr-FR" sz="1800" dirty="0">
                <a:latin typeface="Arial" pitchFamily="34" charset="0"/>
                <a:ea typeface="+mn-ea"/>
                <a:cs typeface="Arial" pitchFamily="34" charset="0"/>
              </a:rPr>
              <a:t>. </a:t>
            </a:r>
            <a:endParaRPr lang="en-US" sz="1800" dirty="0">
              <a:latin typeface="Arial" pitchFamily="34" charset="0"/>
              <a:ea typeface="+mn-ea"/>
              <a:cs typeface="Arial" pitchFamily="34" charset="0"/>
            </a:endParaRPr>
          </a:p>
        </p:txBody>
      </p:sp>
      <p:pic>
        <p:nvPicPr>
          <p:cNvPr id="31748" name="Picture 4" descr="j0283618"/>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831138" y="5486400"/>
            <a:ext cx="13128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4"/>
          <p:cNvSpPr>
            <a:spLocks noChangeArrowheads="1"/>
          </p:cNvSpPr>
          <p:nvPr/>
        </p:nvSpPr>
        <p:spPr bwMode="auto">
          <a:xfrm>
            <a:off x="685800" y="1371600"/>
            <a:ext cx="3429000" cy="457200"/>
          </a:xfrm>
          <a:prstGeom prst="roundRect">
            <a:avLst>
              <a:gd name="adj" fmla="val 16667"/>
            </a:avLst>
          </a:prstGeom>
          <a:solidFill>
            <a:schemeClr val="accent1">
              <a:lumMod val="75000"/>
            </a:schemeClr>
          </a:solidFill>
          <a:ln w="9525">
            <a:solidFill>
              <a:schemeClr val="tx1"/>
            </a:solidFill>
            <a:round/>
            <a:headEnd/>
            <a:tailEnd/>
          </a:ln>
          <a:effectLst/>
        </p:spPr>
        <p:txBody>
          <a:bodyPr wrap="none" anchor="ctr"/>
          <a:lstStyle/>
          <a:p>
            <a:pPr algn="ctr">
              <a:defRPr/>
            </a:pPr>
            <a:r>
              <a:rPr lang="en-US" sz="2400" b="1" dirty="0" err="1">
                <a:solidFill>
                  <a:srgbClr val="CCFF33"/>
                </a:solidFill>
              </a:rPr>
              <a:t>Phần</a:t>
            </a:r>
            <a:r>
              <a:rPr lang="en-US" sz="2400" b="1" dirty="0">
                <a:solidFill>
                  <a:srgbClr val="CCFF33"/>
                </a:solidFill>
              </a:rPr>
              <a:t> </a:t>
            </a:r>
            <a:r>
              <a:rPr lang="en-US" sz="2400" b="1" dirty="0" err="1">
                <a:solidFill>
                  <a:srgbClr val="CCFF33"/>
                </a:solidFill>
              </a:rPr>
              <a:t>trăm</a:t>
            </a:r>
            <a:r>
              <a:rPr lang="en-US" sz="2400" b="1" dirty="0">
                <a:solidFill>
                  <a:srgbClr val="CCFF33"/>
                </a:solidFill>
              </a:rPr>
              <a:t> </a:t>
            </a:r>
            <a:r>
              <a:rPr lang="en-US" sz="2400" b="1" dirty="0" err="1">
                <a:solidFill>
                  <a:srgbClr val="CCFF33"/>
                </a:solidFill>
              </a:rPr>
              <a:t>hoàn</a:t>
            </a:r>
            <a:r>
              <a:rPr lang="en-US" sz="2400" b="1" dirty="0">
                <a:solidFill>
                  <a:srgbClr val="CCFF33"/>
                </a:solidFill>
              </a:rPr>
              <a:t> </a:t>
            </a:r>
            <a:r>
              <a:rPr lang="en-US" sz="2400" b="1" dirty="0" err="1">
                <a:solidFill>
                  <a:srgbClr val="CCFF33"/>
                </a:solidFill>
              </a:rPr>
              <a:t>thành</a:t>
            </a:r>
            <a:endParaRPr lang="en-US" sz="2400" b="1" dirty="0">
              <a:solidFill>
                <a:srgbClr val="CCFF33"/>
              </a:solidFill>
              <a:effectLst>
                <a:outerShdw blurRad="38100" dist="38100" dir="2700000" algn="tl">
                  <a:srgbClr val="000000"/>
                </a:outerShdw>
              </a:effectLst>
            </a:endParaRPr>
          </a:p>
        </p:txBody>
      </p:sp>
      <p:sp>
        <p:nvSpPr>
          <p:cNvPr id="317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0730E5DC-569B-4EA5-8104-A6F3B84B8728}" type="slidenum">
              <a:rPr lang="en-US" sz="1400" smtClean="0"/>
              <a:pPr eaLnBrk="1" hangingPunct="1"/>
              <a:t>25</a:t>
            </a:fld>
            <a:endParaRPr lang="en-US" sz="1400"/>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685800" y="2743200"/>
            <a:ext cx="7924800" cy="838200"/>
          </a:xfrm>
        </p:spPr>
        <p:txBody>
          <a:bodyPr/>
          <a:lstStyle/>
          <a:p>
            <a:r>
              <a:rPr lang="en-US"/>
              <a:t>THE END</a:t>
            </a:r>
          </a:p>
        </p:txBody>
      </p:sp>
      <p:sp>
        <p:nvSpPr>
          <p:cNvPr id="3277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defRPr>
            </a:lvl1pPr>
            <a:lvl2pPr marL="742950" indent="-285750" eaLnBrk="0" hangingPunct="0">
              <a:defRPr sz="2800">
                <a:solidFill>
                  <a:schemeClr val="tx1"/>
                </a:solidFill>
                <a:latin typeface="Tahoma" pitchFamily="34" charset="0"/>
              </a:defRPr>
            </a:lvl2pPr>
            <a:lvl3pPr marL="1143000" indent="-228600" eaLnBrk="0" hangingPunct="0">
              <a:defRPr sz="2800">
                <a:solidFill>
                  <a:schemeClr val="tx1"/>
                </a:solidFill>
                <a:latin typeface="Tahoma" pitchFamily="34" charset="0"/>
              </a:defRPr>
            </a:lvl3pPr>
            <a:lvl4pPr marL="1600200" indent="-228600" eaLnBrk="0" hangingPunct="0">
              <a:defRPr sz="2800">
                <a:solidFill>
                  <a:schemeClr val="tx1"/>
                </a:solidFill>
                <a:latin typeface="Tahoma" pitchFamily="34" charset="0"/>
              </a:defRPr>
            </a:lvl4pPr>
            <a:lvl5pPr marL="2057400" indent="-228600" eaLnBrk="0" hangingPunct="0">
              <a:defRPr sz="2800">
                <a:solidFill>
                  <a:schemeClr val="tx1"/>
                </a:solidFill>
                <a:latin typeface="Tahoma" pitchFamily="34" charset="0"/>
              </a:defRPr>
            </a:lvl5pPr>
            <a:lvl6pPr marL="2514600" indent="-228600" eaLnBrk="0" fontAlgn="base" hangingPunct="0">
              <a:spcBef>
                <a:spcPct val="0"/>
              </a:spcBef>
              <a:spcAft>
                <a:spcPct val="0"/>
              </a:spcAft>
              <a:defRPr sz="2800">
                <a:solidFill>
                  <a:schemeClr val="tx1"/>
                </a:solidFill>
                <a:latin typeface="Tahoma" pitchFamily="34" charset="0"/>
              </a:defRPr>
            </a:lvl6pPr>
            <a:lvl7pPr marL="2971800" indent="-228600" eaLnBrk="0" fontAlgn="base" hangingPunct="0">
              <a:spcBef>
                <a:spcPct val="0"/>
              </a:spcBef>
              <a:spcAft>
                <a:spcPct val="0"/>
              </a:spcAft>
              <a:defRPr sz="2800">
                <a:solidFill>
                  <a:schemeClr val="tx1"/>
                </a:solidFill>
                <a:latin typeface="Tahoma" pitchFamily="34" charset="0"/>
              </a:defRPr>
            </a:lvl7pPr>
            <a:lvl8pPr marL="3429000" indent="-228600" eaLnBrk="0" fontAlgn="base" hangingPunct="0">
              <a:spcBef>
                <a:spcPct val="0"/>
              </a:spcBef>
              <a:spcAft>
                <a:spcPct val="0"/>
              </a:spcAft>
              <a:defRPr sz="2800">
                <a:solidFill>
                  <a:schemeClr val="tx1"/>
                </a:solidFill>
                <a:latin typeface="Tahoma" pitchFamily="34" charset="0"/>
              </a:defRPr>
            </a:lvl8pPr>
            <a:lvl9pPr marL="3886200" indent="-228600" eaLnBrk="0" fontAlgn="base" hangingPunct="0">
              <a:spcBef>
                <a:spcPct val="0"/>
              </a:spcBef>
              <a:spcAft>
                <a:spcPct val="0"/>
              </a:spcAft>
              <a:defRPr sz="2800">
                <a:solidFill>
                  <a:schemeClr val="tx1"/>
                </a:solidFill>
                <a:latin typeface="Tahoma" pitchFamily="34" charset="0"/>
              </a:defRPr>
            </a:lvl9pPr>
          </a:lstStyle>
          <a:p>
            <a:pPr eaLnBrk="1" hangingPunct="1"/>
            <a:fld id="{F5CCB62C-98B7-4890-9DA6-13E3B262B929}" type="slidenum">
              <a:rPr lang="en-US" sz="1400" smtClean="0"/>
              <a:pPr eaLnBrk="1" hangingPunct="1"/>
              <a:t>26</a:t>
            </a:fld>
            <a:endParaRPr lang="en-US" sz="1400"/>
          </a:p>
        </p:txBody>
      </p:sp>
    </p:spTree>
  </p:cSld>
  <p:clrMapOvr>
    <a:masterClrMapping/>
  </p:clrMapOvr>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F8A16D-1010-460A-A0B6-A27B803D638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0D9E0DB-4C1E-48B5-A136-9B71943BE630}">
  <ds:schemaRefs>
    <ds:schemaRef ds:uri="http://schemas.microsoft.com/sharepoint/v3/contenttype/forms"/>
  </ds:schemaRefs>
</ds:datastoreItem>
</file>

<file path=customXml/itemProps3.xml><?xml version="1.0" encoding="utf-8"?>
<ds:datastoreItem xmlns:ds="http://schemas.openxmlformats.org/officeDocument/2006/customXml" ds:itemID="{D130E074-FEB5-40BC-A8FE-683C4A17476B}"/>
</file>

<file path=docProps/app.xml><?xml version="1.0" encoding="utf-8"?>
<Properties xmlns="http://schemas.openxmlformats.org/officeDocument/2006/extended-properties" xmlns:vt="http://schemas.openxmlformats.org/officeDocument/2006/docPropsVTypes">
  <Template/>
  <TotalTime>7052</TotalTime>
  <Words>2039</Words>
  <Application>Microsoft Office PowerPoint</Application>
  <PresentationFormat>On-screen Show (4:3)</PresentationFormat>
  <Paragraphs>329</Paragraphs>
  <Slides>26</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Arial</vt:lpstr>
      <vt:lpstr>Tahoma</vt:lpstr>
      <vt:lpstr>Times New Roman</vt:lpstr>
      <vt:lpstr>Wingdings</vt:lpstr>
      <vt:lpstr>Blends</vt:lpstr>
      <vt:lpstr>Clip</vt:lpstr>
      <vt:lpstr>BÀI GIẢNG   QUẢN TRỊ DỰ ÁN  CÔNG NGHỆ THÔNG TIN</vt:lpstr>
      <vt:lpstr>Chương 4  QUẢN LÝ THỜI GIAN DỰ ÁN</vt:lpstr>
      <vt:lpstr>1. TẦM QUAN TRỌNG </vt:lpstr>
      <vt:lpstr>2. CÁC HOẠT ĐỘNG CỦA DỰ ÁN</vt:lpstr>
      <vt:lpstr>2. CÁC HOẠT ĐỘNG CỦA DỰ ÁN</vt:lpstr>
      <vt:lpstr>PowerPoint Presentation</vt:lpstr>
      <vt:lpstr>2. CÁC HOẠT ĐỘNG CỦA DỰ ÁN</vt:lpstr>
      <vt:lpstr>2. CÁC HOẠT ĐỘNG CỦA DỰ ÁN</vt:lpstr>
      <vt:lpstr>2. CÁC HOẠT ĐỘNG CỦA DỰ ÁN</vt:lpstr>
      <vt:lpstr>PowerPoint Presentation</vt:lpstr>
      <vt:lpstr>3. ƯỚC LƯỢNG THỜI GIAN THỰC HIỆN </vt:lpstr>
      <vt:lpstr>3. ƯỚC LƯỢNG THỜI GIAN THỰC HIỆN </vt:lpstr>
      <vt:lpstr>3. ƯỚC LƯỢNG THỜI GIAN THỰC HIỆN </vt:lpstr>
      <vt:lpstr>3. ƯỚC LƯỢNG THỜI GIAN THỰC HIỆN </vt:lpstr>
      <vt:lpstr>3. ƯỚC LƯỢNG THỜI GIAN THỰC HIỆN </vt:lpstr>
      <vt:lpstr>3. ƯỚC LƯỢNG THỜI GIAN THỰC HIỆN </vt:lpstr>
      <vt:lpstr>Một số hướng dẫn trợ giúp ước lượng thời gian cho dự án CNTT</vt:lpstr>
      <vt:lpstr>3. ƯỚC LƯỢNG THỜI GIAN THỰC HIỆN </vt:lpstr>
      <vt:lpstr>3. ƯỚC LƯỢNG THỜI GIAN THỰC HIỆN </vt:lpstr>
      <vt:lpstr>Một số hướng dẫn trợ giúp</vt:lpstr>
      <vt:lpstr>4. XÂY DỰNG LỊCH TRÌNH</vt:lpstr>
      <vt:lpstr>4. XÂY DỰNG LỊCH TRÌNH</vt:lpstr>
      <vt:lpstr>4. XÂY DỰNG LỊCH TRÌNH</vt:lpstr>
      <vt:lpstr>4. XÂY DỰNG LỊCH TRÌNH</vt:lpstr>
      <vt:lpstr>4. XÂY DỰNG LỊCH TRÌNH</vt:lpstr>
      <vt:lpstr>THE END</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cs412slides</dc:title>
  <dc:creator>Jiawei Han</dc:creator>
  <cp:lastModifiedBy>Hoa Le</cp:lastModifiedBy>
  <cp:revision>524</cp:revision>
  <cp:lastPrinted>2000-06-01T21:00:25Z</cp:lastPrinted>
  <dcterms:created xsi:type="dcterms:W3CDTF">1999-12-01T22:01:55Z</dcterms:created>
  <dcterms:modified xsi:type="dcterms:W3CDTF">2021-09-12T09:36:58Z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