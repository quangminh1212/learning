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tmp" ContentType="image/png"/>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entation.xml" ContentType="application/vnd.openxmlformats-officedocument.presentationml.presentation.main+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15.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44.xml" ContentType="application/vnd.openxmlformats-officedocument.presentationml.notes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6858000" type="screen4x3"/>
  <p:notesSz cx="7010400" cy="9296400"/>
  <p:embeddedFontLst>
    <p:embeddedFont>
      <p:font typeface="Tahoma" panose="020B0604030504040204" pitchFamily="34" charset="0"/>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xIssJaTx+7d6uUUWo9nCSlPT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796137-A9F7-441F-B06C-BDE249772CDA}">
  <a:tblStyle styleId="{71796137-A9F7-441F-B06C-BDE249772CD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460" y="40"/>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63"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8475" cy="465138"/>
          </a:xfrm>
          <a:prstGeom prst="rect">
            <a:avLst/>
          </a:prstGeom>
          <a:noFill/>
          <a:ln>
            <a:noFill/>
          </a:ln>
        </p:spPr>
        <p:txBody>
          <a:bodyPr spcFirstLastPara="1" wrap="square" lIns="93150" tIns="46575" rIns="93150" bIns="46575" anchor="t"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971925" y="0"/>
            <a:ext cx="3038475" cy="465138"/>
          </a:xfrm>
          <a:prstGeom prst="rect">
            <a:avLst/>
          </a:prstGeom>
          <a:noFill/>
          <a:ln>
            <a:noFill/>
          </a:ln>
        </p:spPr>
        <p:txBody>
          <a:bodyPr spcFirstLastPara="1" wrap="square" lIns="93150" tIns="46575" rIns="93150" bIns="46575" anchor="t" anchorCtr="0">
            <a:noAutofit/>
          </a:bodyPr>
          <a:lstStyle>
            <a:lvl1pPr marR="0" lvl="0" algn="r"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1263"/>
            <a:ext cx="3038475" cy="465137"/>
          </a:xfrm>
          <a:prstGeom prst="rect">
            <a:avLst/>
          </a:prstGeom>
          <a:noFill/>
          <a:ln>
            <a:noFill/>
          </a:ln>
        </p:spPr>
        <p:txBody>
          <a:bodyPr spcFirstLastPara="1" wrap="square" lIns="93150" tIns="46575" rIns="93150" bIns="46575" anchor="b"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a:t>
            </a:fld>
            <a:endParaRPr sz="1200" b="0" i="0" u="none" strike="noStrike" cap="none">
              <a:solidFill>
                <a:schemeClr val="dk1"/>
              </a:solidFill>
              <a:latin typeface="Tahoma"/>
              <a:ea typeface="Tahoma"/>
              <a:cs typeface="Tahoma"/>
              <a:sym typeface="Tahoma"/>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a:t>
            </a:fld>
            <a:endParaRPr sz="1200" b="0" i="0" u="none" strike="noStrike" cap="none">
              <a:solidFill>
                <a:schemeClr val="dk1"/>
              </a:solidFill>
              <a:latin typeface="Tahoma"/>
              <a:ea typeface="Tahoma"/>
              <a:cs typeface="Tahoma"/>
              <a:sym typeface="Tahoma"/>
            </a:endParaRPr>
          </a:p>
        </p:txBody>
      </p:sp>
      <p:sp>
        <p:nvSpPr>
          <p:cNvPr id="107" name="Google Shape;107;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 name="Google Shape;108;p1: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14" name="Google Shape;114;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a:t>
            </a:fld>
            <a:endParaRPr sz="1200" b="0" i="0" u="none" strike="noStrike" cap="none">
              <a:solidFill>
                <a:schemeClr val="dk1"/>
              </a:solidFill>
              <a:latin typeface="Tahoma"/>
              <a:ea typeface="Tahoma"/>
              <a:cs typeface="Tahoma"/>
              <a:sym typeface="Tahoma"/>
            </a:endParaRPr>
          </a:p>
        </p:txBody>
      </p:sp>
      <p:sp>
        <p:nvSpPr>
          <p:cNvPr id="121" name="Google Shape;121;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 name="Google Shape;122;p3: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a:t>
            </a:fld>
            <a:endParaRPr sz="1200" b="0" i="0" u="none" strike="noStrike" cap="none">
              <a:solidFill>
                <a:schemeClr val="dk1"/>
              </a:solidFill>
              <a:latin typeface="Tahoma"/>
              <a:ea typeface="Tahoma"/>
              <a:cs typeface="Tahoma"/>
              <a:sym typeface="Tahoma"/>
            </a:endParaRPr>
          </a:p>
        </p:txBody>
      </p:sp>
      <p:sp>
        <p:nvSpPr>
          <p:cNvPr id="134" name="Google Shape;134;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4: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43" name="Google Shape;143;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50" name="Google Shape;150;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sldNum" idx="12"/>
          </p:nvPr>
        </p:nvSpPr>
        <p:spPr>
          <a:xfrm>
            <a:off x="3971925" y="8831263"/>
            <a:ext cx="3038475" cy="465137"/>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7</a:t>
            </a:fld>
            <a:endParaRPr sz="1200" b="0" i="0" u="none" strike="noStrike" cap="none">
              <a:solidFill>
                <a:schemeClr val="dk1"/>
              </a:solidFill>
              <a:latin typeface="Tahoma"/>
              <a:ea typeface="Tahoma"/>
              <a:cs typeface="Tahoma"/>
              <a:sym typeface="Tahoma"/>
            </a:endParaRPr>
          </a:p>
        </p:txBody>
      </p:sp>
      <p:sp>
        <p:nvSpPr>
          <p:cNvPr id="157" name="Google Shape;157;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 name="Google Shape;158;p7:notes"/>
          <p:cNvSpPr txBox="1">
            <a:spLocks noGrp="1"/>
          </p:cNvSpPr>
          <p:nvPr>
            <p:ph type="body" idx="1"/>
          </p:nvPr>
        </p:nvSpPr>
        <p:spPr>
          <a:xfrm>
            <a:off x="935038" y="4416425"/>
            <a:ext cx="5140325"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194" name="Google Shape;194;p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9: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03" name="Google Shape;203;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12" name="Google Shape;212;p1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21" name="Google Shape;221;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30" name="Google Shape;230;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39" name="Google Shape;239;p1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4: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46" name="Google Shape;246;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5: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54" name="Google Shape;254;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6: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62" name="Google Shape;262;p1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7: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70" name="Google Shape;270;p1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8: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78" name="Google Shape;278;p1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9: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86" name="Google Shape;286;p1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0: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294" name="Google Shape;294;p2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1: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02" name="Google Shape;302;p2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2: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10" name="Google Shape;310;p2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3: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18" name="Google Shape;318;p2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4: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26" name="Google Shape;326;p2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5: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34" name="Google Shape;334;p2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6: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42" name="Google Shape;342;p2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7: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50" name="Google Shape;350;p2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8: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58" name="Google Shape;358;p2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9: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66" name="Google Shape;366;p2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0: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74" name="Google Shape;374;p3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1: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82" name="Google Shape;382;p3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2: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90" name="Google Shape;390;p3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3: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398" name="Google Shape;398;p3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4: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06" name="Google Shape;406;p3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5: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14" name="Google Shape;414;p3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6: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22" name="Google Shape;422;p3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7: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29" name="Google Shape;429;p3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38: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37" name="Google Shape;437;p3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9: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45" name="Google Shape;445;p3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0: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53" name="Google Shape;453;p4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41: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61" name="Google Shape;461;p4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42: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69" name="Google Shape;469;p4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43: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77" name="Google Shape;477;p4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44: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85" name="Google Shape;485;p4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45: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494" name="Google Shape;494;p4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6: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502" name="Google Shape;502;p4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7: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511" name="Google Shape;511;p4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8:notes"/>
          <p:cNvSpPr txBox="1">
            <a:spLocks noGrp="1"/>
          </p:cNvSpPr>
          <p:nvPr>
            <p:ph type="body" idx="1"/>
          </p:nvPr>
        </p:nvSpPr>
        <p:spPr>
          <a:xfrm>
            <a:off x="935038" y="4416425"/>
            <a:ext cx="5140325" cy="4183063"/>
          </a:xfrm>
          <a:prstGeom prst="rect">
            <a:avLst/>
          </a:prstGeom>
        </p:spPr>
        <p:txBody>
          <a:bodyPr spcFirstLastPara="1" wrap="square" lIns="93150" tIns="46575" rIns="93150" bIns="46575" anchor="t" anchorCtr="0">
            <a:noAutofit/>
          </a:bodyPr>
          <a:lstStyle/>
          <a:p>
            <a:pPr marL="0" lvl="0" indent="0" algn="l" rtl="0">
              <a:spcBef>
                <a:spcPts val="360"/>
              </a:spcBef>
              <a:spcAft>
                <a:spcPts val="0"/>
              </a:spcAft>
              <a:buNone/>
            </a:pPr>
            <a:endParaRPr/>
          </a:p>
        </p:txBody>
      </p:sp>
      <p:sp>
        <p:nvSpPr>
          <p:cNvPr id="520" name="Google Shape;520;p4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grpSp>
        <p:nvGrpSpPr>
          <p:cNvPr id="17" name="Google Shape;17;p50"/>
          <p:cNvGrpSpPr/>
          <p:nvPr/>
        </p:nvGrpSpPr>
        <p:grpSpPr>
          <a:xfrm>
            <a:off x="0" y="2438400"/>
            <a:ext cx="9009063" cy="1052513"/>
            <a:chOff x="0" y="1536"/>
            <a:chExt cx="5675" cy="663"/>
          </a:xfrm>
        </p:grpSpPr>
        <p:grpSp>
          <p:nvGrpSpPr>
            <p:cNvPr id="18" name="Google Shape;18;p50"/>
            <p:cNvGrpSpPr/>
            <p:nvPr/>
          </p:nvGrpSpPr>
          <p:grpSpPr>
            <a:xfrm>
              <a:off x="185" y="1604"/>
              <a:ext cx="449" cy="299"/>
              <a:chOff x="720" y="336"/>
              <a:chExt cx="624" cy="432"/>
            </a:xfrm>
          </p:grpSpPr>
          <p:sp>
            <p:nvSpPr>
              <p:cNvPr id="19" name="Google Shape;19;p50"/>
              <p:cNvSpPr/>
              <p:nvPr/>
            </p:nvSpPr>
            <p:spPr>
              <a:xfrm>
                <a:off x="720" y="336"/>
                <a:ext cx="384" cy="43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20" name="Google Shape;20;p50"/>
              <p:cNvSpPr/>
              <p:nvPr/>
            </p:nvSpPr>
            <p:spPr>
              <a:xfrm>
                <a:off x="1056" y="336"/>
                <a:ext cx="288" cy="43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grpSp>
        <p:grpSp>
          <p:nvGrpSpPr>
            <p:cNvPr id="21" name="Google Shape;21;p50"/>
            <p:cNvGrpSpPr/>
            <p:nvPr/>
          </p:nvGrpSpPr>
          <p:grpSpPr>
            <a:xfrm>
              <a:off x="263" y="1870"/>
              <a:ext cx="466" cy="299"/>
              <a:chOff x="912" y="2640"/>
              <a:chExt cx="672" cy="432"/>
            </a:xfrm>
          </p:grpSpPr>
          <p:sp>
            <p:nvSpPr>
              <p:cNvPr id="22" name="Google Shape;22;p50"/>
              <p:cNvSpPr/>
              <p:nvPr/>
            </p:nvSpPr>
            <p:spPr>
              <a:xfrm>
                <a:off x="912" y="2640"/>
                <a:ext cx="384" cy="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23" name="Google Shape;23;p50"/>
              <p:cNvSpPr/>
              <p:nvPr/>
            </p:nvSpPr>
            <p:spPr>
              <a:xfrm>
                <a:off x="1248" y="2640"/>
                <a:ext cx="336" cy="43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grpSp>
        <p:sp>
          <p:nvSpPr>
            <p:cNvPr id="24" name="Google Shape;24;p50"/>
            <p:cNvSpPr/>
            <p:nvPr/>
          </p:nvSpPr>
          <p:spPr>
            <a:xfrm>
              <a:off x="0" y="1824"/>
              <a:ext cx="353" cy="266"/>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25" name="Google Shape;25;p50"/>
            <p:cNvSpPr/>
            <p:nvPr/>
          </p:nvSpPr>
          <p:spPr>
            <a:xfrm>
              <a:off x="400" y="1536"/>
              <a:ext cx="20" cy="663"/>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26" name="Google Shape;26;p50"/>
            <p:cNvSpPr/>
            <p:nvPr/>
          </p:nvSpPr>
          <p:spPr>
            <a:xfrm rot="10800000" flipH="1">
              <a:off x="199" y="2054"/>
              <a:ext cx="5476" cy="35"/>
            </a:xfrm>
            <a:prstGeom prst="rect">
              <a:avLst/>
            </a:prstGeom>
            <a:gradFill>
              <a:gsLst>
                <a:gs pos="0">
                  <a:schemeClr val="l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grpSp>
      <p:sp>
        <p:nvSpPr>
          <p:cNvPr id="27" name="Google Shape;27;p50"/>
          <p:cNvSpPr/>
          <p:nvPr/>
        </p:nvSpPr>
        <p:spPr>
          <a:xfrm>
            <a:off x="8694738" y="6553200"/>
            <a:ext cx="449262"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en-US" sz="1400" b="0" i="0" u="none" strike="noStrike" cap="none">
                <a:solidFill>
                  <a:schemeClr val="lt2"/>
                </a:solidFill>
                <a:latin typeface="Tahoma"/>
                <a:ea typeface="Tahoma"/>
                <a:cs typeface="Tahoma"/>
                <a:sym typeface="Tahoma"/>
              </a:rPr>
              <a:t>‹#›</a:t>
            </a:fld>
            <a:endParaRPr sz="1400" b="0" i="0" u="none" strike="noStrike" cap="none">
              <a:solidFill>
                <a:schemeClr val="lt2"/>
              </a:solidFill>
              <a:latin typeface="Tahoma"/>
              <a:ea typeface="Tahoma"/>
              <a:cs typeface="Tahoma"/>
              <a:sym typeface="Tahoma"/>
            </a:endParaRPr>
          </a:p>
        </p:txBody>
      </p:sp>
      <p:sp>
        <p:nvSpPr>
          <p:cNvPr id="28" name="Google Shape;28;p50"/>
          <p:cNvSpPr txBox="1">
            <a:spLocks noGrp="1"/>
          </p:cNvSpPr>
          <p:nvPr>
            <p:ph type="ctrTitle"/>
          </p:nvPr>
        </p:nvSpPr>
        <p:spPr>
          <a:xfrm>
            <a:off x="990600" y="1828800"/>
            <a:ext cx="77724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5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80000"/>
              </a:lnSpc>
              <a:spcBef>
                <a:spcPts val="560"/>
              </a:spcBef>
              <a:spcAft>
                <a:spcPts val="0"/>
              </a:spcAft>
              <a:buSzPts val="1680"/>
              <a:buFont typeface="Noto Sans Symbols"/>
              <a:buNone/>
              <a:defRPr/>
            </a:lvl1pPr>
            <a:lvl2pPr lvl="1" algn="l">
              <a:lnSpc>
                <a:spcPct val="80000"/>
              </a:lnSpc>
              <a:spcBef>
                <a:spcPts val="360"/>
              </a:spcBef>
              <a:spcAft>
                <a:spcPts val="0"/>
              </a:spcAft>
              <a:buSzPts val="990"/>
              <a:buChar char="■"/>
              <a:defRPr/>
            </a:lvl2pPr>
            <a:lvl3pPr lvl="2" algn="l">
              <a:lnSpc>
                <a:spcPct val="80000"/>
              </a:lnSpc>
              <a:spcBef>
                <a:spcPts val="360"/>
              </a:spcBef>
              <a:spcAft>
                <a:spcPts val="0"/>
              </a:spcAft>
              <a:buSzPts val="900"/>
              <a:buChar char="■"/>
              <a:defRPr/>
            </a:lvl3pPr>
            <a:lvl4pPr lvl="3" algn="l">
              <a:lnSpc>
                <a:spcPct val="80000"/>
              </a:lnSpc>
              <a:spcBef>
                <a:spcPts val="360"/>
              </a:spcBef>
              <a:spcAft>
                <a:spcPts val="0"/>
              </a:spcAft>
              <a:buSzPts val="990"/>
              <a:buChar char="■"/>
              <a:defRPr/>
            </a:lvl4pPr>
            <a:lvl5pPr lvl="4" algn="l">
              <a:lnSpc>
                <a:spcPct val="80000"/>
              </a:lnSpc>
              <a:spcBef>
                <a:spcPts val="360"/>
              </a:spcBef>
              <a:spcAft>
                <a:spcPts val="0"/>
              </a:spcAft>
              <a:buSzPts val="900"/>
              <a:buChar char="■"/>
              <a:defRPr/>
            </a:lvl5pPr>
            <a:lvl6pPr lvl="5" algn="l">
              <a:lnSpc>
                <a:spcPct val="80000"/>
              </a:lnSpc>
              <a:spcBef>
                <a:spcPts val="360"/>
              </a:spcBef>
              <a:spcAft>
                <a:spcPts val="0"/>
              </a:spcAft>
              <a:buSzPts val="900"/>
              <a:buChar char="■"/>
              <a:defRPr/>
            </a:lvl6pPr>
            <a:lvl7pPr lvl="6" algn="l">
              <a:lnSpc>
                <a:spcPct val="80000"/>
              </a:lnSpc>
              <a:spcBef>
                <a:spcPts val="360"/>
              </a:spcBef>
              <a:spcAft>
                <a:spcPts val="0"/>
              </a:spcAft>
              <a:buSzPts val="900"/>
              <a:buChar char="■"/>
              <a:defRPr/>
            </a:lvl7pPr>
            <a:lvl8pPr lvl="7" algn="l">
              <a:lnSpc>
                <a:spcPct val="80000"/>
              </a:lnSpc>
              <a:spcBef>
                <a:spcPts val="360"/>
              </a:spcBef>
              <a:spcAft>
                <a:spcPts val="0"/>
              </a:spcAft>
              <a:buSzPts val="900"/>
              <a:buChar char="■"/>
              <a:defRPr/>
            </a:lvl8pPr>
            <a:lvl9pPr lvl="8" algn="l">
              <a:lnSpc>
                <a:spcPct val="80000"/>
              </a:lnSpc>
              <a:spcBef>
                <a:spcPts val="360"/>
              </a:spcBef>
              <a:spcAft>
                <a:spcPts val="0"/>
              </a:spcAft>
              <a:buSzPts val="900"/>
              <a:buChar char="■"/>
              <a:defRPr/>
            </a:lvl9pPr>
          </a:lstStyle>
          <a:p>
            <a:endParaRPr/>
          </a:p>
        </p:txBody>
      </p:sp>
      <p:sp>
        <p:nvSpPr>
          <p:cNvPr id="30" name="Google Shape;30;p50"/>
          <p:cNvSpPr txBox="1">
            <a:spLocks noGrp="1"/>
          </p:cNvSpPr>
          <p:nvPr>
            <p:ph type="dt" idx="10"/>
          </p:nvPr>
        </p:nvSpPr>
        <p:spPr>
          <a:xfrm>
            <a:off x="990600" y="62484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0"/>
          <p:cNvSpPr txBox="1">
            <a:spLocks noGrp="1"/>
          </p:cNvSpPr>
          <p:nvPr>
            <p:ph type="ftr" idx="11"/>
          </p:nvPr>
        </p:nvSpPr>
        <p:spPr>
          <a:xfrm>
            <a:off x="3429000" y="6248400"/>
            <a:ext cx="28956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0"/>
          <p:cNvSpPr txBox="1">
            <a:spLocks noGrp="1"/>
          </p:cNvSpPr>
          <p:nvPr>
            <p:ph type="sldNum" idx="12"/>
          </p:nvPr>
        </p:nvSpPr>
        <p:spPr>
          <a:xfrm>
            <a:off x="68580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b="0" i="0" u="none" strike="noStrike" cap="none">
                <a:solidFill>
                  <a:schemeClr val="lt2"/>
                </a:solidFill>
                <a:latin typeface="Tahoma"/>
                <a:ea typeface="Tahoma"/>
                <a:cs typeface="Tahoma"/>
                <a:sym typeface="Tahoma"/>
              </a:defRPr>
            </a:lvl1pPr>
            <a:lvl2pPr marL="0" marR="0" lvl="1" indent="0" algn="r">
              <a:spcBef>
                <a:spcPts val="0"/>
              </a:spcBef>
              <a:spcAft>
                <a:spcPts val="0"/>
              </a:spcAft>
              <a:buNone/>
              <a:defRPr sz="1400" b="0" i="0" u="none" strike="noStrike" cap="none">
                <a:solidFill>
                  <a:schemeClr val="lt2"/>
                </a:solidFill>
                <a:latin typeface="Tahoma"/>
                <a:ea typeface="Tahoma"/>
                <a:cs typeface="Tahoma"/>
                <a:sym typeface="Tahoma"/>
              </a:defRPr>
            </a:lvl2pPr>
            <a:lvl3pPr marL="0" marR="0" lvl="2" indent="0" algn="r">
              <a:spcBef>
                <a:spcPts val="0"/>
              </a:spcBef>
              <a:spcAft>
                <a:spcPts val="0"/>
              </a:spcAft>
              <a:buNone/>
              <a:defRPr sz="1400" b="0" i="0" u="none" strike="noStrike" cap="none">
                <a:solidFill>
                  <a:schemeClr val="lt2"/>
                </a:solidFill>
                <a:latin typeface="Tahoma"/>
                <a:ea typeface="Tahoma"/>
                <a:cs typeface="Tahoma"/>
                <a:sym typeface="Tahoma"/>
              </a:defRPr>
            </a:lvl3pPr>
            <a:lvl4pPr marL="0" marR="0" lvl="3" indent="0" algn="r">
              <a:spcBef>
                <a:spcPts val="0"/>
              </a:spcBef>
              <a:spcAft>
                <a:spcPts val="0"/>
              </a:spcAft>
              <a:buNone/>
              <a:defRPr sz="1400" b="0" i="0" u="none" strike="noStrike" cap="none">
                <a:solidFill>
                  <a:schemeClr val="lt2"/>
                </a:solidFill>
                <a:latin typeface="Tahoma"/>
                <a:ea typeface="Tahoma"/>
                <a:cs typeface="Tahoma"/>
                <a:sym typeface="Tahoma"/>
              </a:defRPr>
            </a:lvl4pPr>
            <a:lvl5pPr marL="0" marR="0" lvl="4" indent="0" algn="r">
              <a:spcBef>
                <a:spcPts val="0"/>
              </a:spcBef>
              <a:spcAft>
                <a:spcPts val="0"/>
              </a:spcAft>
              <a:buNone/>
              <a:defRPr sz="1400" b="0" i="0" u="none" strike="noStrike" cap="none">
                <a:solidFill>
                  <a:schemeClr val="lt2"/>
                </a:solidFill>
                <a:latin typeface="Tahoma"/>
                <a:ea typeface="Tahoma"/>
                <a:cs typeface="Tahoma"/>
                <a:sym typeface="Tahoma"/>
              </a:defRPr>
            </a:lvl5pPr>
            <a:lvl6pPr marL="0" marR="0" lvl="5" indent="0" algn="r">
              <a:spcBef>
                <a:spcPts val="0"/>
              </a:spcBef>
              <a:spcAft>
                <a:spcPts val="0"/>
              </a:spcAft>
              <a:buNone/>
              <a:defRPr sz="1400" b="0" i="0" u="none" strike="noStrike" cap="none">
                <a:solidFill>
                  <a:schemeClr val="lt2"/>
                </a:solidFill>
                <a:latin typeface="Tahoma"/>
                <a:ea typeface="Tahoma"/>
                <a:cs typeface="Tahoma"/>
                <a:sym typeface="Tahoma"/>
              </a:defRPr>
            </a:lvl6pPr>
            <a:lvl7pPr marL="0" marR="0" lvl="6" indent="0" algn="r">
              <a:spcBef>
                <a:spcPts val="0"/>
              </a:spcBef>
              <a:spcAft>
                <a:spcPts val="0"/>
              </a:spcAft>
              <a:buNone/>
              <a:defRPr sz="1400" b="0" i="0" u="none" strike="noStrike" cap="none">
                <a:solidFill>
                  <a:schemeClr val="lt2"/>
                </a:solidFill>
                <a:latin typeface="Tahoma"/>
                <a:ea typeface="Tahoma"/>
                <a:cs typeface="Tahoma"/>
                <a:sym typeface="Tahoma"/>
              </a:defRPr>
            </a:lvl7pPr>
            <a:lvl8pPr marL="0" marR="0" lvl="7" indent="0" algn="r">
              <a:spcBef>
                <a:spcPts val="0"/>
              </a:spcBef>
              <a:spcAft>
                <a:spcPts val="0"/>
              </a:spcAft>
              <a:buNone/>
              <a:defRPr sz="1400" b="0" i="0" u="none" strike="noStrike" cap="none">
                <a:solidFill>
                  <a:schemeClr val="lt2"/>
                </a:solidFill>
                <a:latin typeface="Tahoma"/>
                <a:ea typeface="Tahoma"/>
                <a:cs typeface="Tahoma"/>
                <a:sym typeface="Tahoma"/>
              </a:defRPr>
            </a:lvl8pPr>
            <a:lvl9pPr marL="0" marR="0" lvl="8" indent="0" algn="r">
              <a:spcBef>
                <a:spcPts val="0"/>
              </a:spcBef>
              <a:spcAft>
                <a:spcPts val="0"/>
              </a:spcAft>
              <a:buNone/>
              <a:defRPr sz="1400" b="0" i="0" u="none" strike="noStrike" cap="none">
                <a:solidFill>
                  <a:schemeClr val="lt2"/>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51"/>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51"/>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36" name="Google Shape;36;p51"/>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1"/>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b="0" i="0" u="none" strike="noStrike" cap="none">
                <a:solidFill>
                  <a:schemeClr val="dk1"/>
                </a:solidFill>
                <a:latin typeface="Tahoma"/>
                <a:ea typeface="Tahoma"/>
                <a:cs typeface="Tahoma"/>
                <a:sym typeface="Tahoma"/>
              </a:defRPr>
            </a:lvl1pPr>
            <a:lvl2pPr marL="0" marR="0" lvl="1" indent="0" algn="r">
              <a:spcBef>
                <a:spcPts val="0"/>
              </a:spcBef>
              <a:spcAft>
                <a:spcPts val="0"/>
              </a:spcAft>
              <a:buNone/>
              <a:defRPr sz="1400" b="0" i="0" u="none" strike="noStrike" cap="none">
                <a:solidFill>
                  <a:schemeClr val="dk1"/>
                </a:solidFill>
                <a:latin typeface="Tahoma"/>
                <a:ea typeface="Tahoma"/>
                <a:cs typeface="Tahoma"/>
                <a:sym typeface="Tahoma"/>
              </a:defRPr>
            </a:lvl2pPr>
            <a:lvl3pPr marL="0" marR="0" lvl="2" indent="0" algn="r">
              <a:spcBef>
                <a:spcPts val="0"/>
              </a:spcBef>
              <a:spcAft>
                <a:spcPts val="0"/>
              </a:spcAft>
              <a:buNone/>
              <a:defRPr sz="1400" b="0" i="0" u="none" strike="noStrike" cap="none">
                <a:solidFill>
                  <a:schemeClr val="dk1"/>
                </a:solidFill>
                <a:latin typeface="Tahoma"/>
                <a:ea typeface="Tahoma"/>
                <a:cs typeface="Tahoma"/>
                <a:sym typeface="Tahoma"/>
              </a:defRPr>
            </a:lvl3pPr>
            <a:lvl4pPr marL="0" marR="0" lvl="3" indent="0" algn="r">
              <a:spcBef>
                <a:spcPts val="0"/>
              </a:spcBef>
              <a:spcAft>
                <a:spcPts val="0"/>
              </a:spcAft>
              <a:buNone/>
              <a:defRPr sz="1400" b="0" i="0" u="none" strike="noStrike" cap="none">
                <a:solidFill>
                  <a:schemeClr val="dk1"/>
                </a:solidFill>
                <a:latin typeface="Tahoma"/>
                <a:ea typeface="Tahoma"/>
                <a:cs typeface="Tahoma"/>
                <a:sym typeface="Tahoma"/>
              </a:defRPr>
            </a:lvl4pPr>
            <a:lvl5pPr marL="0" marR="0" lvl="4" indent="0" algn="r">
              <a:spcBef>
                <a:spcPts val="0"/>
              </a:spcBef>
              <a:spcAft>
                <a:spcPts val="0"/>
              </a:spcAft>
              <a:buNone/>
              <a:defRPr sz="1400" b="0" i="0" u="none" strike="noStrike" cap="none">
                <a:solidFill>
                  <a:schemeClr val="dk1"/>
                </a:solidFill>
                <a:latin typeface="Tahoma"/>
                <a:ea typeface="Tahoma"/>
                <a:cs typeface="Tahoma"/>
                <a:sym typeface="Tahoma"/>
              </a:defRPr>
            </a:lvl5pPr>
            <a:lvl6pPr marL="0" marR="0" lvl="5" indent="0" algn="r">
              <a:spcBef>
                <a:spcPts val="0"/>
              </a:spcBef>
              <a:spcAft>
                <a:spcPts val="0"/>
              </a:spcAft>
              <a:buNone/>
              <a:defRPr sz="1400" b="0" i="0" u="none" strike="noStrike" cap="none">
                <a:solidFill>
                  <a:schemeClr val="dk1"/>
                </a:solidFill>
                <a:latin typeface="Tahoma"/>
                <a:ea typeface="Tahoma"/>
                <a:cs typeface="Tahoma"/>
                <a:sym typeface="Tahoma"/>
              </a:defRPr>
            </a:lvl6pPr>
            <a:lvl7pPr marL="0" marR="0" lvl="6" indent="0" algn="r">
              <a:spcBef>
                <a:spcPts val="0"/>
              </a:spcBef>
              <a:spcAft>
                <a:spcPts val="0"/>
              </a:spcAft>
              <a:buNone/>
              <a:defRPr sz="1400" b="0" i="0" u="none" strike="noStrike" cap="none">
                <a:solidFill>
                  <a:schemeClr val="dk1"/>
                </a:solidFill>
                <a:latin typeface="Tahoma"/>
                <a:ea typeface="Tahoma"/>
                <a:cs typeface="Tahoma"/>
                <a:sym typeface="Tahoma"/>
              </a:defRPr>
            </a:lvl7pPr>
            <a:lvl8pPr marL="0" marR="0" lvl="7" indent="0" algn="r">
              <a:spcBef>
                <a:spcPts val="0"/>
              </a:spcBef>
              <a:spcAft>
                <a:spcPts val="0"/>
              </a:spcAft>
              <a:buNone/>
              <a:defRPr sz="1400" b="0" i="0" u="none" strike="noStrike" cap="none">
                <a:solidFill>
                  <a:schemeClr val="dk1"/>
                </a:solidFill>
                <a:latin typeface="Tahoma"/>
                <a:ea typeface="Tahoma"/>
                <a:cs typeface="Tahoma"/>
                <a:sym typeface="Tahoma"/>
              </a:defRPr>
            </a:lvl8pPr>
            <a:lvl9pPr marL="0" marR="0" lvl="8" indent="0" algn="r">
              <a:spcBef>
                <a:spcPts val="0"/>
              </a:spcBef>
              <a:spcAft>
                <a:spcPts val="0"/>
              </a:spcAft>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Text, and 2 Content" type="txAndTwoObj">
  <p:cSld name="TEXT_AND_TWO_OBJECTS">
    <p:spTree>
      <p:nvGrpSpPr>
        <p:cNvPr id="1" name="Shape 39"/>
        <p:cNvGrpSpPr/>
        <p:nvPr/>
      </p:nvGrpSpPr>
      <p:grpSpPr>
        <a:xfrm>
          <a:off x="0" y="0"/>
          <a:ext cx="0" cy="0"/>
          <a:chOff x="0" y="0"/>
          <a:chExt cx="0" cy="0"/>
        </a:xfrm>
      </p:grpSpPr>
      <p:graphicFrame>
        <p:nvGraphicFramePr>
          <p:cNvPr id="40" name="Google Shape;40;p52"/>
          <p:cNvGraphicFramePr/>
          <p:nvPr/>
        </p:nvGraphicFramePr>
        <p:xfrm>
          <a:off x="381000" y="1143000"/>
          <a:ext cx="8382000" cy="76200"/>
        </p:xfrm>
        <a:graphic>
          <a:graphicData uri="http://schemas.openxmlformats.org/presentationml/2006/ole">
            <mc:AlternateContent xmlns:mc="http://schemas.openxmlformats.org/markup-compatibility/2006">
              <mc:Choice xmlns:v="urn:schemas-microsoft-com:vml" Requires="v">
                <p:oleObj r:id="rId2" imgW="8382000" imgH="76200" progId="">
                  <p:embed/>
                </p:oleObj>
              </mc:Choice>
              <mc:Fallback>
                <p:oleObj r:id="rId2" imgW="8382000" imgH="76200" progId="">
                  <p:embed/>
                  <p:pic>
                    <p:nvPicPr>
                      <p:cNvPr id="40" name="Google Shape;40;p52"/>
                      <p:cNvPicPr preferRelativeResize="0"/>
                      <p:nvPr/>
                    </p:nvPicPr>
                    <p:blipFill rotWithShape="1">
                      <a:blip r:embed="rId3">
                        <a:alphaModFix/>
                      </a:blip>
                      <a:srcRect/>
                      <a:stretch/>
                    </p:blipFill>
                    <p:spPr>
                      <a:xfrm>
                        <a:off x="381000" y="1143000"/>
                        <a:ext cx="8382000" cy="76200"/>
                      </a:xfrm>
                      <a:prstGeom prst="rect">
                        <a:avLst/>
                      </a:prstGeom>
                      <a:noFill/>
                      <a:ln>
                        <a:noFill/>
                      </a:ln>
                    </p:spPr>
                  </p:pic>
                </p:oleObj>
              </mc:Fallback>
            </mc:AlternateContent>
          </a:graphicData>
        </a:graphic>
      </p:graphicFrame>
      <p:sp>
        <p:nvSpPr>
          <p:cNvPr id="41" name="Google Shape;41;p52"/>
          <p:cNvSpPr txBox="1">
            <a:spLocks noGrp="1"/>
          </p:cNvSpPr>
          <p:nvPr>
            <p:ph type="title"/>
          </p:nvPr>
        </p:nvSpPr>
        <p:spPr>
          <a:xfrm>
            <a:off x="762000" y="762000"/>
            <a:ext cx="7924800" cy="838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52"/>
          <p:cNvSpPr txBox="1">
            <a:spLocks noGrp="1"/>
          </p:cNvSpPr>
          <p:nvPr>
            <p:ph type="body" idx="1"/>
          </p:nvPr>
        </p:nvSpPr>
        <p:spPr>
          <a:xfrm>
            <a:off x="838200" y="1905000"/>
            <a:ext cx="3770313" cy="4181475"/>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43" name="Google Shape;43;p52"/>
          <p:cNvSpPr txBox="1">
            <a:spLocks noGrp="1"/>
          </p:cNvSpPr>
          <p:nvPr>
            <p:ph type="body" idx="2"/>
          </p:nvPr>
        </p:nvSpPr>
        <p:spPr>
          <a:xfrm>
            <a:off x="4760913" y="1905000"/>
            <a:ext cx="3770312" cy="2014538"/>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44" name="Google Shape;44;p52"/>
          <p:cNvSpPr txBox="1">
            <a:spLocks noGrp="1"/>
          </p:cNvSpPr>
          <p:nvPr>
            <p:ph type="body" idx="3"/>
          </p:nvPr>
        </p:nvSpPr>
        <p:spPr>
          <a:xfrm>
            <a:off x="4760913" y="4071938"/>
            <a:ext cx="3770312" cy="2014537"/>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45" name="Google Shape;45;p52"/>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52"/>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8"/>
        <p:cNvGrpSpPr/>
        <p:nvPr/>
      </p:nvGrpSpPr>
      <p:grpSpPr>
        <a:xfrm>
          <a:off x="0" y="0"/>
          <a:ext cx="0" cy="0"/>
          <a:chOff x="0" y="0"/>
          <a:chExt cx="0" cy="0"/>
        </a:xfrm>
      </p:grpSpPr>
      <p:sp>
        <p:nvSpPr>
          <p:cNvPr id="49" name="Google Shape;49;p5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 name="Google Shape;50;p5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80000"/>
              </a:lnSpc>
              <a:spcBef>
                <a:spcPts val="400"/>
              </a:spcBef>
              <a:spcAft>
                <a:spcPts val="0"/>
              </a:spcAft>
              <a:buSzPts val="1200"/>
              <a:buNone/>
              <a:defRPr sz="2000"/>
            </a:lvl1pPr>
            <a:lvl2pPr marL="914400" lvl="1" indent="-228600" algn="l">
              <a:lnSpc>
                <a:spcPct val="80000"/>
              </a:lnSpc>
              <a:spcBef>
                <a:spcPts val="360"/>
              </a:spcBef>
              <a:spcAft>
                <a:spcPts val="0"/>
              </a:spcAft>
              <a:buSzPts val="990"/>
              <a:buNone/>
              <a:defRPr sz="1800"/>
            </a:lvl2pPr>
            <a:lvl3pPr marL="1371600" lvl="2" indent="-228600" algn="l">
              <a:lnSpc>
                <a:spcPct val="80000"/>
              </a:lnSpc>
              <a:spcBef>
                <a:spcPts val="320"/>
              </a:spcBef>
              <a:spcAft>
                <a:spcPts val="0"/>
              </a:spcAft>
              <a:buSzPts val="800"/>
              <a:buNone/>
              <a:defRPr sz="1600"/>
            </a:lvl3pPr>
            <a:lvl4pPr marL="1828800" lvl="3" indent="-228600" algn="l">
              <a:lnSpc>
                <a:spcPct val="80000"/>
              </a:lnSpc>
              <a:spcBef>
                <a:spcPts val="280"/>
              </a:spcBef>
              <a:spcAft>
                <a:spcPts val="0"/>
              </a:spcAft>
              <a:buSzPts val="770"/>
              <a:buNone/>
              <a:defRPr sz="1400"/>
            </a:lvl4pPr>
            <a:lvl5pPr marL="2286000" lvl="4" indent="-228600" algn="l">
              <a:lnSpc>
                <a:spcPct val="80000"/>
              </a:lnSpc>
              <a:spcBef>
                <a:spcPts val="280"/>
              </a:spcBef>
              <a:spcAft>
                <a:spcPts val="0"/>
              </a:spcAft>
              <a:buSzPts val="700"/>
              <a:buNone/>
              <a:defRPr sz="1400"/>
            </a:lvl5pPr>
            <a:lvl6pPr marL="2743200" lvl="5" indent="-228600" algn="l">
              <a:lnSpc>
                <a:spcPct val="80000"/>
              </a:lnSpc>
              <a:spcBef>
                <a:spcPts val="280"/>
              </a:spcBef>
              <a:spcAft>
                <a:spcPts val="0"/>
              </a:spcAft>
              <a:buSzPts val="700"/>
              <a:buNone/>
              <a:defRPr sz="1400"/>
            </a:lvl6pPr>
            <a:lvl7pPr marL="3200400" lvl="6" indent="-228600" algn="l">
              <a:lnSpc>
                <a:spcPct val="80000"/>
              </a:lnSpc>
              <a:spcBef>
                <a:spcPts val="280"/>
              </a:spcBef>
              <a:spcAft>
                <a:spcPts val="0"/>
              </a:spcAft>
              <a:buSzPts val="700"/>
              <a:buNone/>
              <a:defRPr sz="1400"/>
            </a:lvl7pPr>
            <a:lvl8pPr marL="3657600" lvl="7" indent="-228600" algn="l">
              <a:lnSpc>
                <a:spcPct val="80000"/>
              </a:lnSpc>
              <a:spcBef>
                <a:spcPts val="280"/>
              </a:spcBef>
              <a:spcAft>
                <a:spcPts val="0"/>
              </a:spcAft>
              <a:buSzPts val="700"/>
              <a:buNone/>
              <a:defRPr sz="1400"/>
            </a:lvl8pPr>
            <a:lvl9pPr marL="4114800" lvl="8" indent="-228600" algn="l">
              <a:lnSpc>
                <a:spcPct val="80000"/>
              </a:lnSpc>
              <a:spcBef>
                <a:spcPts val="280"/>
              </a:spcBef>
              <a:spcAft>
                <a:spcPts val="0"/>
              </a:spcAft>
              <a:buSzPts val="700"/>
              <a:buNone/>
              <a:defRPr sz="1400"/>
            </a:lvl9pPr>
          </a:lstStyle>
          <a:p>
            <a:endParaRPr/>
          </a:p>
        </p:txBody>
      </p:sp>
      <p:sp>
        <p:nvSpPr>
          <p:cNvPr id="51" name="Google Shape;51;p53"/>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3"/>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54"/>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54"/>
          <p:cNvSpPr txBox="1">
            <a:spLocks noGrp="1"/>
          </p:cNvSpPr>
          <p:nvPr>
            <p:ph type="body" idx="1"/>
          </p:nvPr>
        </p:nvSpPr>
        <p:spPr>
          <a:xfrm>
            <a:off x="381000" y="1447800"/>
            <a:ext cx="4152900" cy="5105400"/>
          </a:xfrm>
          <a:prstGeom prst="rect">
            <a:avLst/>
          </a:prstGeom>
          <a:noFill/>
          <a:ln>
            <a:noFill/>
          </a:ln>
        </p:spPr>
        <p:txBody>
          <a:bodyPr spcFirstLastPara="1" wrap="square" lIns="91425" tIns="45700" rIns="91425" bIns="45700" anchor="t" anchorCtr="0">
            <a:noAutofit/>
          </a:bodyPr>
          <a:lstStyle>
            <a:lvl1pPr marL="457200" lvl="0" indent="-335280" algn="l">
              <a:lnSpc>
                <a:spcPct val="80000"/>
              </a:lnSpc>
              <a:spcBef>
                <a:spcPts val="560"/>
              </a:spcBef>
              <a:spcAft>
                <a:spcPts val="0"/>
              </a:spcAft>
              <a:buSzPts val="1680"/>
              <a:buChar char="■"/>
              <a:defRPr sz="2800"/>
            </a:lvl1pPr>
            <a:lvl2pPr marL="914400" lvl="1" indent="-312419" algn="l">
              <a:lnSpc>
                <a:spcPct val="80000"/>
              </a:lnSpc>
              <a:spcBef>
                <a:spcPts val="480"/>
              </a:spcBef>
              <a:spcAft>
                <a:spcPts val="0"/>
              </a:spcAft>
              <a:buSzPts val="1320"/>
              <a:buChar char="■"/>
              <a:defRPr sz="2400"/>
            </a:lvl2pPr>
            <a:lvl3pPr marL="1371600" lvl="2" indent="-292100" algn="l">
              <a:lnSpc>
                <a:spcPct val="80000"/>
              </a:lnSpc>
              <a:spcBef>
                <a:spcPts val="400"/>
              </a:spcBef>
              <a:spcAft>
                <a:spcPts val="0"/>
              </a:spcAft>
              <a:buSzPts val="1000"/>
              <a:buChar char="■"/>
              <a:defRPr sz="2000"/>
            </a:lvl3pPr>
            <a:lvl4pPr marL="1828800" lvl="3" indent="-291464" algn="l">
              <a:lnSpc>
                <a:spcPct val="80000"/>
              </a:lnSpc>
              <a:spcBef>
                <a:spcPts val="360"/>
              </a:spcBef>
              <a:spcAft>
                <a:spcPts val="0"/>
              </a:spcAft>
              <a:buSzPts val="990"/>
              <a:buChar char="■"/>
              <a:defRPr sz="1800"/>
            </a:lvl4pPr>
            <a:lvl5pPr marL="2286000" lvl="4" indent="-285750" algn="l">
              <a:lnSpc>
                <a:spcPct val="80000"/>
              </a:lnSpc>
              <a:spcBef>
                <a:spcPts val="360"/>
              </a:spcBef>
              <a:spcAft>
                <a:spcPts val="0"/>
              </a:spcAft>
              <a:buSzPts val="900"/>
              <a:buChar char="■"/>
              <a:defRPr sz="1800"/>
            </a:lvl5pPr>
            <a:lvl6pPr marL="2743200" lvl="5" indent="-285750" algn="l">
              <a:lnSpc>
                <a:spcPct val="80000"/>
              </a:lnSpc>
              <a:spcBef>
                <a:spcPts val="360"/>
              </a:spcBef>
              <a:spcAft>
                <a:spcPts val="0"/>
              </a:spcAft>
              <a:buSzPts val="900"/>
              <a:buChar char="■"/>
              <a:defRPr sz="1800"/>
            </a:lvl6pPr>
            <a:lvl7pPr marL="3200400" lvl="6" indent="-285750" algn="l">
              <a:lnSpc>
                <a:spcPct val="80000"/>
              </a:lnSpc>
              <a:spcBef>
                <a:spcPts val="360"/>
              </a:spcBef>
              <a:spcAft>
                <a:spcPts val="0"/>
              </a:spcAft>
              <a:buSzPts val="900"/>
              <a:buChar char="■"/>
              <a:defRPr sz="1800"/>
            </a:lvl7pPr>
            <a:lvl8pPr marL="3657600" lvl="7" indent="-285750" algn="l">
              <a:lnSpc>
                <a:spcPct val="80000"/>
              </a:lnSpc>
              <a:spcBef>
                <a:spcPts val="360"/>
              </a:spcBef>
              <a:spcAft>
                <a:spcPts val="0"/>
              </a:spcAft>
              <a:buSzPts val="900"/>
              <a:buChar char="■"/>
              <a:defRPr sz="1800"/>
            </a:lvl8pPr>
            <a:lvl9pPr marL="4114800" lvl="8" indent="-285750" algn="l">
              <a:lnSpc>
                <a:spcPct val="80000"/>
              </a:lnSpc>
              <a:spcBef>
                <a:spcPts val="360"/>
              </a:spcBef>
              <a:spcAft>
                <a:spcPts val="0"/>
              </a:spcAft>
              <a:buSzPts val="900"/>
              <a:buChar char="■"/>
              <a:defRPr sz="1800"/>
            </a:lvl9pPr>
          </a:lstStyle>
          <a:p>
            <a:endParaRPr/>
          </a:p>
        </p:txBody>
      </p:sp>
      <p:sp>
        <p:nvSpPr>
          <p:cNvPr id="57" name="Google Shape;57;p54"/>
          <p:cNvSpPr txBox="1">
            <a:spLocks noGrp="1"/>
          </p:cNvSpPr>
          <p:nvPr>
            <p:ph type="body" idx="2"/>
          </p:nvPr>
        </p:nvSpPr>
        <p:spPr>
          <a:xfrm>
            <a:off x="4686300" y="1447800"/>
            <a:ext cx="4152900" cy="5105400"/>
          </a:xfrm>
          <a:prstGeom prst="rect">
            <a:avLst/>
          </a:prstGeom>
          <a:noFill/>
          <a:ln>
            <a:noFill/>
          </a:ln>
        </p:spPr>
        <p:txBody>
          <a:bodyPr spcFirstLastPara="1" wrap="square" lIns="91425" tIns="45700" rIns="91425" bIns="45700" anchor="t" anchorCtr="0">
            <a:noAutofit/>
          </a:bodyPr>
          <a:lstStyle>
            <a:lvl1pPr marL="457200" lvl="0" indent="-335280" algn="l">
              <a:lnSpc>
                <a:spcPct val="80000"/>
              </a:lnSpc>
              <a:spcBef>
                <a:spcPts val="560"/>
              </a:spcBef>
              <a:spcAft>
                <a:spcPts val="0"/>
              </a:spcAft>
              <a:buSzPts val="1680"/>
              <a:buChar char="■"/>
              <a:defRPr sz="2800"/>
            </a:lvl1pPr>
            <a:lvl2pPr marL="914400" lvl="1" indent="-312419" algn="l">
              <a:lnSpc>
                <a:spcPct val="80000"/>
              </a:lnSpc>
              <a:spcBef>
                <a:spcPts val="480"/>
              </a:spcBef>
              <a:spcAft>
                <a:spcPts val="0"/>
              </a:spcAft>
              <a:buSzPts val="1320"/>
              <a:buChar char="■"/>
              <a:defRPr sz="2400"/>
            </a:lvl2pPr>
            <a:lvl3pPr marL="1371600" lvl="2" indent="-292100" algn="l">
              <a:lnSpc>
                <a:spcPct val="80000"/>
              </a:lnSpc>
              <a:spcBef>
                <a:spcPts val="400"/>
              </a:spcBef>
              <a:spcAft>
                <a:spcPts val="0"/>
              </a:spcAft>
              <a:buSzPts val="1000"/>
              <a:buChar char="■"/>
              <a:defRPr sz="2000"/>
            </a:lvl3pPr>
            <a:lvl4pPr marL="1828800" lvl="3" indent="-291464" algn="l">
              <a:lnSpc>
                <a:spcPct val="80000"/>
              </a:lnSpc>
              <a:spcBef>
                <a:spcPts val="360"/>
              </a:spcBef>
              <a:spcAft>
                <a:spcPts val="0"/>
              </a:spcAft>
              <a:buSzPts val="990"/>
              <a:buChar char="■"/>
              <a:defRPr sz="1800"/>
            </a:lvl4pPr>
            <a:lvl5pPr marL="2286000" lvl="4" indent="-285750" algn="l">
              <a:lnSpc>
                <a:spcPct val="80000"/>
              </a:lnSpc>
              <a:spcBef>
                <a:spcPts val="360"/>
              </a:spcBef>
              <a:spcAft>
                <a:spcPts val="0"/>
              </a:spcAft>
              <a:buSzPts val="900"/>
              <a:buChar char="■"/>
              <a:defRPr sz="1800"/>
            </a:lvl5pPr>
            <a:lvl6pPr marL="2743200" lvl="5" indent="-285750" algn="l">
              <a:lnSpc>
                <a:spcPct val="80000"/>
              </a:lnSpc>
              <a:spcBef>
                <a:spcPts val="360"/>
              </a:spcBef>
              <a:spcAft>
                <a:spcPts val="0"/>
              </a:spcAft>
              <a:buSzPts val="900"/>
              <a:buChar char="■"/>
              <a:defRPr sz="1800"/>
            </a:lvl6pPr>
            <a:lvl7pPr marL="3200400" lvl="6" indent="-285750" algn="l">
              <a:lnSpc>
                <a:spcPct val="80000"/>
              </a:lnSpc>
              <a:spcBef>
                <a:spcPts val="360"/>
              </a:spcBef>
              <a:spcAft>
                <a:spcPts val="0"/>
              </a:spcAft>
              <a:buSzPts val="900"/>
              <a:buChar char="■"/>
              <a:defRPr sz="1800"/>
            </a:lvl7pPr>
            <a:lvl8pPr marL="3657600" lvl="7" indent="-285750" algn="l">
              <a:lnSpc>
                <a:spcPct val="80000"/>
              </a:lnSpc>
              <a:spcBef>
                <a:spcPts val="360"/>
              </a:spcBef>
              <a:spcAft>
                <a:spcPts val="0"/>
              </a:spcAft>
              <a:buSzPts val="900"/>
              <a:buChar char="■"/>
              <a:defRPr sz="1800"/>
            </a:lvl8pPr>
            <a:lvl9pPr marL="4114800" lvl="8" indent="-285750" algn="l">
              <a:lnSpc>
                <a:spcPct val="80000"/>
              </a:lnSpc>
              <a:spcBef>
                <a:spcPts val="360"/>
              </a:spcBef>
              <a:spcAft>
                <a:spcPts val="0"/>
              </a:spcAft>
              <a:buSzPts val="900"/>
              <a:buChar char="■"/>
              <a:defRPr sz="1800"/>
            </a:lvl9pPr>
          </a:lstStyle>
          <a:p>
            <a:endParaRPr/>
          </a:p>
        </p:txBody>
      </p:sp>
      <p:sp>
        <p:nvSpPr>
          <p:cNvPr id="58" name="Google Shape;58;p54"/>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4"/>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5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80000"/>
              </a:lnSpc>
              <a:spcBef>
                <a:spcPts val="480"/>
              </a:spcBef>
              <a:spcAft>
                <a:spcPts val="0"/>
              </a:spcAft>
              <a:buSzPts val="1440"/>
              <a:buNone/>
              <a:defRPr sz="2400" b="1"/>
            </a:lvl1pPr>
            <a:lvl2pPr marL="914400" lvl="1" indent="-228600" algn="l">
              <a:lnSpc>
                <a:spcPct val="80000"/>
              </a:lnSpc>
              <a:spcBef>
                <a:spcPts val="400"/>
              </a:spcBef>
              <a:spcAft>
                <a:spcPts val="0"/>
              </a:spcAft>
              <a:buSzPts val="1100"/>
              <a:buNone/>
              <a:defRPr sz="2000" b="1"/>
            </a:lvl2pPr>
            <a:lvl3pPr marL="1371600" lvl="2" indent="-228600" algn="l">
              <a:lnSpc>
                <a:spcPct val="80000"/>
              </a:lnSpc>
              <a:spcBef>
                <a:spcPts val="360"/>
              </a:spcBef>
              <a:spcAft>
                <a:spcPts val="0"/>
              </a:spcAft>
              <a:buSzPts val="900"/>
              <a:buNone/>
              <a:defRPr sz="1800" b="1"/>
            </a:lvl3pPr>
            <a:lvl4pPr marL="1828800" lvl="3" indent="-228600" algn="l">
              <a:lnSpc>
                <a:spcPct val="80000"/>
              </a:lnSpc>
              <a:spcBef>
                <a:spcPts val="320"/>
              </a:spcBef>
              <a:spcAft>
                <a:spcPts val="0"/>
              </a:spcAft>
              <a:buSzPts val="880"/>
              <a:buNone/>
              <a:defRPr sz="1600" b="1"/>
            </a:lvl4pPr>
            <a:lvl5pPr marL="2286000" lvl="4" indent="-228600" algn="l">
              <a:lnSpc>
                <a:spcPct val="80000"/>
              </a:lnSpc>
              <a:spcBef>
                <a:spcPts val="320"/>
              </a:spcBef>
              <a:spcAft>
                <a:spcPts val="0"/>
              </a:spcAft>
              <a:buSzPts val="800"/>
              <a:buNone/>
              <a:defRPr sz="1600" b="1"/>
            </a:lvl5pPr>
            <a:lvl6pPr marL="2743200" lvl="5" indent="-228600" algn="l">
              <a:lnSpc>
                <a:spcPct val="80000"/>
              </a:lnSpc>
              <a:spcBef>
                <a:spcPts val="320"/>
              </a:spcBef>
              <a:spcAft>
                <a:spcPts val="0"/>
              </a:spcAft>
              <a:buSzPts val="800"/>
              <a:buNone/>
              <a:defRPr sz="1600" b="1"/>
            </a:lvl6pPr>
            <a:lvl7pPr marL="3200400" lvl="6" indent="-228600" algn="l">
              <a:lnSpc>
                <a:spcPct val="80000"/>
              </a:lnSpc>
              <a:spcBef>
                <a:spcPts val="320"/>
              </a:spcBef>
              <a:spcAft>
                <a:spcPts val="0"/>
              </a:spcAft>
              <a:buSzPts val="800"/>
              <a:buNone/>
              <a:defRPr sz="1600" b="1"/>
            </a:lvl7pPr>
            <a:lvl8pPr marL="3657600" lvl="7" indent="-228600" algn="l">
              <a:lnSpc>
                <a:spcPct val="80000"/>
              </a:lnSpc>
              <a:spcBef>
                <a:spcPts val="320"/>
              </a:spcBef>
              <a:spcAft>
                <a:spcPts val="0"/>
              </a:spcAft>
              <a:buSzPts val="800"/>
              <a:buNone/>
              <a:defRPr sz="1600" b="1"/>
            </a:lvl8pPr>
            <a:lvl9pPr marL="4114800" lvl="8" indent="-228600" algn="l">
              <a:lnSpc>
                <a:spcPct val="80000"/>
              </a:lnSpc>
              <a:spcBef>
                <a:spcPts val="320"/>
              </a:spcBef>
              <a:spcAft>
                <a:spcPts val="0"/>
              </a:spcAft>
              <a:buSzPts val="800"/>
              <a:buNone/>
              <a:defRPr sz="1600" b="1"/>
            </a:lvl9pPr>
          </a:lstStyle>
          <a:p>
            <a:endParaRPr/>
          </a:p>
        </p:txBody>
      </p:sp>
      <p:sp>
        <p:nvSpPr>
          <p:cNvPr id="64" name="Google Shape;64;p5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20040" algn="l">
              <a:lnSpc>
                <a:spcPct val="80000"/>
              </a:lnSpc>
              <a:spcBef>
                <a:spcPts val="480"/>
              </a:spcBef>
              <a:spcAft>
                <a:spcPts val="0"/>
              </a:spcAft>
              <a:buSzPts val="1440"/>
              <a:buChar char="■"/>
              <a:defRPr sz="2400"/>
            </a:lvl1pPr>
            <a:lvl2pPr marL="914400" lvl="1" indent="-298450" algn="l">
              <a:lnSpc>
                <a:spcPct val="80000"/>
              </a:lnSpc>
              <a:spcBef>
                <a:spcPts val="400"/>
              </a:spcBef>
              <a:spcAft>
                <a:spcPts val="0"/>
              </a:spcAft>
              <a:buSzPts val="1100"/>
              <a:buChar char="■"/>
              <a:defRPr sz="2000"/>
            </a:lvl2pPr>
            <a:lvl3pPr marL="1371600" lvl="2" indent="-285750" algn="l">
              <a:lnSpc>
                <a:spcPct val="80000"/>
              </a:lnSpc>
              <a:spcBef>
                <a:spcPts val="360"/>
              </a:spcBef>
              <a:spcAft>
                <a:spcPts val="0"/>
              </a:spcAft>
              <a:buSzPts val="900"/>
              <a:buChar char="■"/>
              <a:defRPr sz="1800"/>
            </a:lvl3pPr>
            <a:lvl4pPr marL="1828800" lvl="3" indent="-284480" algn="l">
              <a:lnSpc>
                <a:spcPct val="80000"/>
              </a:lnSpc>
              <a:spcBef>
                <a:spcPts val="320"/>
              </a:spcBef>
              <a:spcAft>
                <a:spcPts val="0"/>
              </a:spcAft>
              <a:buSzPts val="880"/>
              <a:buChar char="■"/>
              <a:defRPr sz="1600"/>
            </a:lvl4pPr>
            <a:lvl5pPr marL="2286000" lvl="4" indent="-279400" algn="l">
              <a:lnSpc>
                <a:spcPct val="80000"/>
              </a:lnSpc>
              <a:spcBef>
                <a:spcPts val="320"/>
              </a:spcBef>
              <a:spcAft>
                <a:spcPts val="0"/>
              </a:spcAft>
              <a:buSzPts val="800"/>
              <a:buChar char="■"/>
              <a:defRPr sz="1600"/>
            </a:lvl5pPr>
            <a:lvl6pPr marL="2743200" lvl="5" indent="-279400" algn="l">
              <a:lnSpc>
                <a:spcPct val="80000"/>
              </a:lnSpc>
              <a:spcBef>
                <a:spcPts val="320"/>
              </a:spcBef>
              <a:spcAft>
                <a:spcPts val="0"/>
              </a:spcAft>
              <a:buSzPts val="800"/>
              <a:buChar char="■"/>
              <a:defRPr sz="1600"/>
            </a:lvl6pPr>
            <a:lvl7pPr marL="3200400" lvl="6" indent="-279400" algn="l">
              <a:lnSpc>
                <a:spcPct val="80000"/>
              </a:lnSpc>
              <a:spcBef>
                <a:spcPts val="320"/>
              </a:spcBef>
              <a:spcAft>
                <a:spcPts val="0"/>
              </a:spcAft>
              <a:buSzPts val="800"/>
              <a:buChar char="■"/>
              <a:defRPr sz="1600"/>
            </a:lvl7pPr>
            <a:lvl8pPr marL="3657600" lvl="7" indent="-279400" algn="l">
              <a:lnSpc>
                <a:spcPct val="80000"/>
              </a:lnSpc>
              <a:spcBef>
                <a:spcPts val="320"/>
              </a:spcBef>
              <a:spcAft>
                <a:spcPts val="0"/>
              </a:spcAft>
              <a:buSzPts val="800"/>
              <a:buChar char="■"/>
              <a:defRPr sz="1600"/>
            </a:lvl8pPr>
            <a:lvl9pPr marL="4114800" lvl="8" indent="-279400" algn="l">
              <a:lnSpc>
                <a:spcPct val="80000"/>
              </a:lnSpc>
              <a:spcBef>
                <a:spcPts val="320"/>
              </a:spcBef>
              <a:spcAft>
                <a:spcPts val="0"/>
              </a:spcAft>
              <a:buSzPts val="800"/>
              <a:buChar char="■"/>
              <a:defRPr sz="1600"/>
            </a:lvl9pPr>
          </a:lstStyle>
          <a:p>
            <a:endParaRPr/>
          </a:p>
        </p:txBody>
      </p:sp>
      <p:sp>
        <p:nvSpPr>
          <p:cNvPr id="65" name="Google Shape;65;p5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80000"/>
              </a:lnSpc>
              <a:spcBef>
                <a:spcPts val="480"/>
              </a:spcBef>
              <a:spcAft>
                <a:spcPts val="0"/>
              </a:spcAft>
              <a:buSzPts val="1440"/>
              <a:buNone/>
              <a:defRPr sz="2400" b="1"/>
            </a:lvl1pPr>
            <a:lvl2pPr marL="914400" lvl="1" indent="-228600" algn="l">
              <a:lnSpc>
                <a:spcPct val="80000"/>
              </a:lnSpc>
              <a:spcBef>
                <a:spcPts val="400"/>
              </a:spcBef>
              <a:spcAft>
                <a:spcPts val="0"/>
              </a:spcAft>
              <a:buSzPts val="1100"/>
              <a:buNone/>
              <a:defRPr sz="2000" b="1"/>
            </a:lvl2pPr>
            <a:lvl3pPr marL="1371600" lvl="2" indent="-228600" algn="l">
              <a:lnSpc>
                <a:spcPct val="80000"/>
              </a:lnSpc>
              <a:spcBef>
                <a:spcPts val="360"/>
              </a:spcBef>
              <a:spcAft>
                <a:spcPts val="0"/>
              </a:spcAft>
              <a:buSzPts val="900"/>
              <a:buNone/>
              <a:defRPr sz="1800" b="1"/>
            </a:lvl3pPr>
            <a:lvl4pPr marL="1828800" lvl="3" indent="-228600" algn="l">
              <a:lnSpc>
                <a:spcPct val="80000"/>
              </a:lnSpc>
              <a:spcBef>
                <a:spcPts val="320"/>
              </a:spcBef>
              <a:spcAft>
                <a:spcPts val="0"/>
              </a:spcAft>
              <a:buSzPts val="880"/>
              <a:buNone/>
              <a:defRPr sz="1600" b="1"/>
            </a:lvl4pPr>
            <a:lvl5pPr marL="2286000" lvl="4" indent="-228600" algn="l">
              <a:lnSpc>
                <a:spcPct val="80000"/>
              </a:lnSpc>
              <a:spcBef>
                <a:spcPts val="320"/>
              </a:spcBef>
              <a:spcAft>
                <a:spcPts val="0"/>
              </a:spcAft>
              <a:buSzPts val="800"/>
              <a:buNone/>
              <a:defRPr sz="1600" b="1"/>
            </a:lvl5pPr>
            <a:lvl6pPr marL="2743200" lvl="5" indent="-228600" algn="l">
              <a:lnSpc>
                <a:spcPct val="80000"/>
              </a:lnSpc>
              <a:spcBef>
                <a:spcPts val="320"/>
              </a:spcBef>
              <a:spcAft>
                <a:spcPts val="0"/>
              </a:spcAft>
              <a:buSzPts val="800"/>
              <a:buNone/>
              <a:defRPr sz="1600" b="1"/>
            </a:lvl6pPr>
            <a:lvl7pPr marL="3200400" lvl="6" indent="-228600" algn="l">
              <a:lnSpc>
                <a:spcPct val="80000"/>
              </a:lnSpc>
              <a:spcBef>
                <a:spcPts val="320"/>
              </a:spcBef>
              <a:spcAft>
                <a:spcPts val="0"/>
              </a:spcAft>
              <a:buSzPts val="800"/>
              <a:buNone/>
              <a:defRPr sz="1600" b="1"/>
            </a:lvl7pPr>
            <a:lvl8pPr marL="3657600" lvl="7" indent="-228600" algn="l">
              <a:lnSpc>
                <a:spcPct val="80000"/>
              </a:lnSpc>
              <a:spcBef>
                <a:spcPts val="320"/>
              </a:spcBef>
              <a:spcAft>
                <a:spcPts val="0"/>
              </a:spcAft>
              <a:buSzPts val="800"/>
              <a:buNone/>
              <a:defRPr sz="1600" b="1"/>
            </a:lvl8pPr>
            <a:lvl9pPr marL="4114800" lvl="8" indent="-228600" algn="l">
              <a:lnSpc>
                <a:spcPct val="80000"/>
              </a:lnSpc>
              <a:spcBef>
                <a:spcPts val="320"/>
              </a:spcBef>
              <a:spcAft>
                <a:spcPts val="0"/>
              </a:spcAft>
              <a:buSzPts val="800"/>
              <a:buNone/>
              <a:defRPr sz="1600" b="1"/>
            </a:lvl9pPr>
          </a:lstStyle>
          <a:p>
            <a:endParaRPr/>
          </a:p>
        </p:txBody>
      </p:sp>
      <p:sp>
        <p:nvSpPr>
          <p:cNvPr id="66" name="Google Shape;66;p5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20040" algn="l">
              <a:lnSpc>
                <a:spcPct val="80000"/>
              </a:lnSpc>
              <a:spcBef>
                <a:spcPts val="480"/>
              </a:spcBef>
              <a:spcAft>
                <a:spcPts val="0"/>
              </a:spcAft>
              <a:buSzPts val="1440"/>
              <a:buChar char="■"/>
              <a:defRPr sz="2400"/>
            </a:lvl1pPr>
            <a:lvl2pPr marL="914400" lvl="1" indent="-298450" algn="l">
              <a:lnSpc>
                <a:spcPct val="80000"/>
              </a:lnSpc>
              <a:spcBef>
                <a:spcPts val="400"/>
              </a:spcBef>
              <a:spcAft>
                <a:spcPts val="0"/>
              </a:spcAft>
              <a:buSzPts val="1100"/>
              <a:buChar char="■"/>
              <a:defRPr sz="2000"/>
            </a:lvl2pPr>
            <a:lvl3pPr marL="1371600" lvl="2" indent="-285750" algn="l">
              <a:lnSpc>
                <a:spcPct val="80000"/>
              </a:lnSpc>
              <a:spcBef>
                <a:spcPts val="360"/>
              </a:spcBef>
              <a:spcAft>
                <a:spcPts val="0"/>
              </a:spcAft>
              <a:buSzPts val="900"/>
              <a:buChar char="■"/>
              <a:defRPr sz="1800"/>
            </a:lvl3pPr>
            <a:lvl4pPr marL="1828800" lvl="3" indent="-284480" algn="l">
              <a:lnSpc>
                <a:spcPct val="80000"/>
              </a:lnSpc>
              <a:spcBef>
                <a:spcPts val="320"/>
              </a:spcBef>
              <a:spcAft>
                <a:spcPts val="0"/>
              </a:spcAft>
              <a:buSzPts val="880"/>
              <a:buChar char="■"/>
              <a:defRPr sz="1600"/>
            </a:lvl4pPr>
            <a:lvl5pPr marL="2286000" lvl="4" indent="-279400" algn="l">
              <a:lnSpc>
                <a:spcPct val="80000"/>
              </a:lnSpc>
              <a:spcBef>
                <a:spcPts val="320"/>
              </a:spcBef>
              <a:spcAft>
                <a:spcPts val="0"/>
              </a:spcAft>
              <a:buSzPts val="800"/>
              <a:buChar char="■"/>
              <a:defRPr sz="1600"/>
            </a:lvl5pPr>
            <a:lvl6pPr marL="2743200" lvl="5" indent="-279400" algn="l">
              <a:lnSpc>
                <a:spcPct val="80000"/>
              </a:lnSpc>
              <a:spcBef>
                <a:spcPts val="320"/>
              </a:spcBef>
              <a:spcAft>
                <a:spcPts val="0"/>
              </a:spcAft>
              <a:buSzPts val="800"/>
              <a:buChar char="■"/>
              <a:defRPr sz="1600"/>
            </a:lvl6pPr>
            <a:lvl7pPr marL="3200400" lvl="6" indent="-279400" algn="l">
              <a:lnSpc>
                <a:spcPct val="80000"/>
              </a:lnSpc>
              <a:spcBef>
                <a:spcPts val="320"/>
              </a:spcBef>
              <a:spcAft>
                <a:spcPts val="0"/>
              </a:spcAft>
              <a:buSzPts val="800"/>
              <a:buChar char="■"/>
              <a:defRPr sz="1600"/>
            </a:lvl7pPr>
            <a:lvl8pPr marL="3657600" lvl="7" indent="-279400" algn="l">
              <a:lnSpc>
                <a:spcPct val="80000"/>
              </a:lnSpc>
              <a:spcBef>
                <a:spcPts val="320"/>
              </a:spcBef>
              <a:spcAft>
                <a:spcPts val="0"/>
              </a:spcAft>
              <a:buSzPts val="800"/>
              <a:buChar char="■"/>
              <a:defRPr sz="1600"/>
            </a:lvl8pPr>
            <a:lvl9pPr marL="4114800" lvl="8" indent="-279400" algn="l">
              <a:lnSpc>
                <a:spcPct val="80000"/>
              </a:lnSpc>
              <a:spcBef>
                <a:spcPts val="320"/>
              </a:spcBef>
              <a:spcAft>
                <a:spcPts val="0"/>
              </a:spcAft>
              <a:buSzPts val="800"/>
              <a:buChar char="■"/>
              <a:defRPr sz="1600"/>
            </a:lvl9pPr>
          </a:lstStyle>
          <a:p>
            <a:endParaRPr/>
          </a:p>
        </p:txBody>
      </p:sp>
      <p:sp>
        <p:nvSpPr>
          <p:cNvPr id="67" name="Google Shape;67;p55"/>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5"/>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56"/>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2" name="Google Shape;72;p56"/>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6"/>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5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57"/>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7"/>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5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5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350520" algn="l">
              <a:lnSpc>
                <a:spcPct val="80000"/>
              </a:lnSpc>
              <a:spcBef>
                <a:spcPts val="640"/>
              </a:spcBef>
              <a:spcAft>
                <a:spcPts val="0"/>
              </a:spcAft>
              <a:buSzPts val="1920"/>
              <a:buChar char="■"/>
              <a:defRPr sz="3200"/>
            </a:lvl1pPr>
            <a:lvl2pPr marL="914400" lvl="1" indent="-326390" algn="l">
              <a:lnSpc>
                <a:spcPct val="80000"/>
              </a:lnSpc>
              <a:spcBef>
                <a:spcPts val="560"/>
              </a:spcBef>
              <a:spcAft>
                <a:spcPts val="0"/>
              </a:spcAft>
              <a:buSzPts val="1540"/>
              <a:buChar char="■"/>
              <a:defRPr sz="2800"/>
            </a:lvl2pPr>
            <a:lvl3pPr marL="1371600" lvl="2" indent="-304800" algn="l">
              <a:lnSpc>
                <a:spcPct val="80000"/>
              </a:lnSpc>
              <a:spcBef>
                <a:spcPts val="480"/>
              </a:spcBef>
              <a:spcAft>
                <a:spcPts val="0"/>
              </a:spcAft>
              <a:buSzPts val="1200"/>
              <a:buChar char="■"/>
              <a:defRPr sz="2400"/>
            </a:lvl3pPr>
            <a:lvl4pPr marL="1828800" lvl="3" indent="-298450" algn="l">
              <a:lnSpc>
                <a:spcPct val="80000"/>
              </a:lnSpc>
              <a:spcBef>
                <a:spcPts val="400"/>
              </a:spcBef>
              <a:spcAft>
                <a:spcPts val="0"/>
              </a:spcAft>
              <a:buSzPts val="1100"/>
              <a:buChar char="■"/>
              <a:defRPr sz="2000"/>
            </a:lvl4pPr>
            <a:lvl5pPr marL="2286000" lvl="4" indent="-292100" algn="l">
              <a:lnSpc>
                <a:spcPct val="80000"/>
              </a:lnSpc>
              <a:spcBef>
                <a:spcPts val="400"/>
              </a:spcBef>
              <a:spcAft>
                <a:spcPts val="0"/>
              </a:spcAft>
              <a:buSzPts val="1000"/>
              <a:buChar char="■"/>
              <a:defRPr sz="2000"/>
            </a:lvl5pPr>
            <a:lvl6pPr marL="2743200" lvl="5" indent="-292100" algn="l">
              <a:lnSpc>
                <a:spcPct val="80000"/>
              </a:lnSpc>
              <a:spcBef>
                <a:spcPts val="400"/>
              </a:spcBef>
              <a:spcAft>
                <a:spcPts val="0"/>
              </a:spcAft>
              <a:buSzPts val="1000"/>
              <a:buChar char="■"/>
              <a:defRPr sz="2000"/>
            </a:lvl6pPr>
            <a:lvl7pPr marL="3200400" lvl="6" indent="-292100" algn="l">
              <a:lnSpc>
                <a:spcPct val="80000"/>
              </a:lnSpc>
              <a:spcBef>
                <a:spcPts val="400"/>
              </a:spcBef>
              <a:spcAft>
                <a:spcPts val="0"/>
              </a:spcAft>
              <a:buSzPts val="1000"/>
              <a:buChar char="■"/>
              <a:defRPr sz="2000"/>
            </a:lvl7pPr>
            <a:lvl8pPr marL="3657600" lvl="7" indent="-292100" algn="l">
              <a:lnSpc>
                <a:spcPct val="80000"/>
              </a:lnSpc>
              <a:spcBef>
                <a:spcPts val="400"/>
              </a:spcBef>
              <a:spcAft>
                <a:spcPts val="0"/>
              </a:spcAft>
              <a:buSzPts val="1000"/>
              <a:buChar char="■"/>
              <a:defRPr sz="2000"/>
            </a:lvl8pPr>
            <a:lvl9pPr marL="4114800" lvl="8" indent="-292100" algn="l">
              <a:lnSpc>
                <a:spcPct val="80000"/>
              </a:lnSpc>
              <a:spcBef>
                <a:spcPts val="400"/>
              </a:spcBef>
              <a:spcAft>
                <a:spcPts val="0"/>
              </a:spcAft>
              <a:buSzPts val="1000"/>
              <a:buChar char="■"/>
              <a:defRPr sz="2000"/>
            </a:lvl9pPr>
          </a:lstStyle>
          <a:p>
            <a:endParaRPr/>
          </a:p>
        </p:txBody>
      </p:sp>
      <p:sp>
        <p:nvSpPr>
          <p:cNvPr id="82" name="Google Shape;82;p5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80000"/>
              </a:lnSpc>
              <a:spcBef>
                <a:spcPts val="280"/>
              </a:spcBef>
              <a:spcAft>
                <a:spcPts val="0"/>
              </a:spcAft>
              <a:buSzPts val="840"/>
              <a:buNone/>
              <a:defRPr sz="1400"/>
            </a:lvl1pPr>
            <a:lvl2pPr marL="914400" lvl="1" indent="-228600" algn="l">
              <a:lnSpc>
                <a:spcPct val="80000"/>
              </a:lnSpc>
              <a:spcBef>
                <a:spcPts val="240"/>
              </a:spcBef>
              <a:spcAft>
                <a:spcPts val="0"/>
              </a:spcAft>
              <a:buSzPts val="660"/>
              <a:buNone/>
              <a:defRPr sz="1200"/>
            </a:lvl2pPr>
            <a:lvl3pPr marL="1371600" lvl="2" indent="-228600" algn="l">
              <a:lnSpc>
                <a:spcPct val="80000"/>
              </a:lnSpc>
              <a:spcBef>
                <a:spcPts val="200"/>
              </a:spcBef>
              <a:spcAft>
                <a:spcPts val="0"/>
              </a:spcAft>
              <a:buSzPts val="500"/>
              <a:buNone/>
              <a:defRPr sz="1000"/>
            </a:lvl3pPr>
            <a:lvl4pPr marL="1828800" lvl="3" indent="-228600" algn="l">
              <a:lnSpc>
                <a:spcPct val="80000"/>
              </a:lnSpc>
              <a:spcBef>
                <a:spcPts val="180"/>
              </a:spcBef>
              <a:spcAft>
                <a:spcPts val="0"/>
              </a:spcAft>
              <a:buSzPts val="495"/>
              <a:buNone/>
              <a:defRPr sz="900"/>
            </a:lvl4pPr>
            <a:lvl5pPr marL="2286000" lvl="4" indent="-228600" algn="l">
              <a:lnSpc>
                <a:spcPct val="80000"/>
              </a:lnSpc>
              <a:spcBef>
                <a:spcPts val="180"/>
              </a:spcBef>
              <a:spcAft>
                <a:spcPts val="0"/>
              </a:spcAft>
              <a:buSzPts val="450"/>
              <a:buNone/>
              <a:defRPr sz="900"/>
            </a:lvl5pPr>
            <a:lvl6pPr marL="2743200" lvl="5" indent="-228600" algn="l">
              <a:lnSpc>
                <a:spcPct val="80000"/>
              </a:lnSpc>
              <a:spcBef>
                <a:spcPts val="180"/>
              </a:spcBef>
              <a:spcAft>
                <a:spcPts val="0"/>
              </a:spcAft>
              <a:buSzPts val="450"/>
              <a:buNone/>
              <a:defRPr sz="900"/>
            </a:lvl6pPr>
            <a:lvl7pPr marL="3200400" lvl="6" indent="-228600" algn="l">
              <a:lnSpc>
                <a:spcPct val="80000"/>
              </a:lnSpc>
              <a:spcBef>
                <a:spcPts val="180"/>
              </a:spcBef>
              <a:spcAft>
                <a:spcPts val="0"/>
              </a:spcAft>
              <a:buSzPts val="450"/>
              <a:buNone/>
              <a:defRPr sz="900"/>
            </a:lvl7pPr>
            <a:lvl8pPr marL="3657600" lvl="7" indent="-228600" algn="l">
              <a:lnSpc>
                <a:spcPct val="80000"/>
              </a:lnSpc>
              <a:spcBef>
                <a:spcPts val="180"/>
              </a:spcBef>
              <a:spcAft>
                <a:spcPts val="0"/>
              </a:spcAft>
              <a:buSzPts val="450"/>
              <a:buNone/>
              <a:defRPr sz="900"/>
            </a:lvl8pPr>
            <a:lvl9pPr marL="4114800" lvl="8" indent="-228600" algn="l">
              <a:lnSpc>
                <a:spcPct val="80000"/>
              </a:lnSpc>
              <a:spcBef>
                <a:spcPts val="180"/>
              </a:spcBef>
              <a:spcAft>
                <a:spcPts val="0"/>
              </a:spcAft>
              <a:buSzPts val="450"/>
              <a:buNone/>
              <a:defRPr sz="900"/>
            </a:lvl9pPr>
          </a:lstStyle>
          <a:p>
            <a:endParaRPr/>
          </a:p>
        </p:txBody>
      </p:sp>
      <p:sp>
        <p:nvSpPr>
          <p:cNvPr id="83" name="Google Shape;83;p58"/>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8"/>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6"/>
        <p:cNvGrpSpPr/>
        <p:nvPr/>
      </p:nvGrpSpPr>
      <p:grpSpPr>
        <a:xfrm>
          <a:off x="0" y="0"/>
          <a:ext cx="0" cy="0"/>
          <a:chOff x="0" y="0"/>
          <a:chExt cx="0" cy="0"/>
        </a:xfrm>
      </p:grpSpPr>
      <p:sp>
        <p:nvSpPr>
          <p:cNvPr id="87" name="Google Shape;87;p5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8" name="Google Shape;88;p59"/>
          <p:cNvSpPr>
            <a:spLocks noGrp="1"/>
          </p:cNvSpPr>
          <p:nvPr>
            <p:ph type="pic" idx="2"/>
          </p:nvPr>
        </p:nvSpPr>
        <p:spPr>
          <a:xfrm>
            <a:off x="1792288" y="612775"/>
            <a:ext cx="5486400" cy="4114800"/>
          </a:xfrm>
          <a:prstGeom prst="rect">
            <a:avLst/>
          </a:prstGeom>
          <a:noFill/>
          <a:ln>
            <a:noFill/>
          </a:ln>
        </p:spPr>
      </p:sp>
      <p:sp>
        <p:nvSpPr>
          <p:cNvPr id="89" name="Google Shape;89;p5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80000"/>
              </a:lnSpc>
              <a:spcBef>
                <a:spcPts val="280"/>
              </a:spcBef>
              <a:spcAft>
                <a:spcPts val="0"/>
              </a:spcAft>
              <a:buSzPts val="840"/>
              <a:buNone/>
              <a:defRPr sz="1400"/>
            </a:lvl1pPr>
            <a:lvl2pPr marL="914400" lvl="1" indent="-228600" algn="l">
              <a:lnSpc>
                <a:spcPct val="80000"/>
              </a:lnSpc>
              <a:spcBef>
                <a:spcPts val="240"/>
              </a:spcBef>
              <a:spcAft>
                <a:spcPts val="0"/>
              </a:spcAft>
              <a:buSzPts val="660"/>
              <a:buNone/>
              <a:defRPr sz="1200"/>
            </a:lvl2pPr>
            <a:lvl3pPr marL="1371600" lvl="2" indent="-228600" algn="l">
              <a:lnSpc>
                <a:spcPct val="80000"/>
              </a:lnSpc>
              <a:spcBef>
                <a:spcPts val="200"/>
              </a:spcBef>
              <a:spcAft>
                <a:spcPts val="0"/>
              </a:spcAft>
              <a:buSzPts val="500"/>
              <a:buNone/>
              <a:defRPr sz="1000"/>
            </a:lvl3pPr>
            <a:lvl4pPr marL="1828800" lvl="3" indent="-228600" algn="l">
              <a:lnSpc>
                <a:spcPct val="80000"/>
              </a:lnSpc>
              <a:spcBef>
                <a:spcPts val="180"/>
              </a:spcBef>
              <a:spcAft>
                <a:spcPts val="0"/>
              </a:spcAft>
              <a:buSzPts val="495"/>
              <a:buNone/>
              <a:defRPr sz="900"/>
            </a:lvl4pPr>
            <a:lvl5pPr marL="2286000" lvl="4" indent="-228600" algn="l">
              <a:lnSpc>
                <a:spcPct val="80000"/>
              </a:lnSpc>
              <a:spcBef>
                <a:spcPts val="180"/>
              </a:spcBef>
              <a:spcAft>
                <a:spcPts val="0"/>
              </a:spcAft>
              <a:buSzPts val="450"/>
              <a:buNone/>
              <a:defRPr sz="900"/>
            </a:lvl5pPr>
            <a:lvl6pPr marL="2743200" lvl="5" indent="-228600" algn="l">
              <a:lnSpc>
                <a:spcPct val="80000"/>
              </a:lnSpc>
              <a:spcBef>
                <a:spcPts val="180"/>
              </a:spcBef>
              <a:spcAft>
                <a:spcPts val="0"/>
              </a:spcAft>
              <a:buSzPts val="450"/>
              <a:buNone/>
              <a:defRPr sz="900"/>
            </a:lvl6pPr>
            <a:lvl7pPr marL="3200400" lvl="6" indent="-228600" algn="l">
              <a:lnSpc>
                <a:spcPct val="80000"/>
              </a:lnSpc>
              <a:spcBef>
                <a:spcPts val="180"/>
              </a:spcBef>
              <a:spcAft>
                <a:spcPts val="0"/>
              </a:spcAft>
              <a:buSzPts val="450"/>
              <a:buNone/>
              <a:defRPr sz="900"/>
            </a:lvl7pPr>
            <a:lvl8pPr marL="3657600" lvl="7" indent="-228600" algn="l">
              <a:lnSpc>
                <a:spcPct val="80000"/>
              </a:lnSpc>
              <a:spcBef>
                <a:spcPts val="180"/>
              </a:spcBef>
              <a:spcAft>
                <a:spcPts val="0"/>
              </a:spcAft>
              <a:buSzPts val="450"/>
              <a:buNone/>
              <a:defRPr sz="900"/>
            </a:lvl8pPr>
            <a:lvl9pPr marL="4114800" lvl="8" indent="-228600" algn="l">
              <a:lnSpc>
                <a:spcPct val="80000"/>
              </a:lnSpc>
              <a:spcBef>
                <a:spcPts val="180"/>
              </a:spcBef>
              <a:spcAft>
                <a:spcPts val="0"/>
              </a:spcAft>
              <a:buSzPts val="450"/>
              <a:buNone/>
              <a:defRPr sz="900"/>
            </a:lvl9pPr>
          </a:lstStyle>
          <a:p>
            <a:endParaRPr/>
          </a:p>
        </p:txBody>
      </p:sp>
      <p:sp>
        <p:nvSpPr>
          <p:cNvPr id="90" name="Google Shape;90;p59"/>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59"/>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3"/>
        <p:cNvGrpSpPr/>
        <p:nvPr/>
      </p:nvGrpSpPr>
      <p:grpSpPr>
        <a:xfrm>
          <a:off x="0" y="0"/>
          <a:ext cx="0" cy="0"/>
          <a:chOff x="0" y="0"/>
          <a:chExt cx="0" cy="0"/>
        </a:xfrm>
      </p:grpSpPr>
      <p:sp>
        <p:nvSpPr>
          <p:cNvPr id="94" name="Google Shape;94;p60"/>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5" name="Google Shape;95;p60"/>
          <p:cNvSpPr txBox="1">
            <a:spLocks noGrp="1"/>
          </p:cNvSpPr>
          <p:nvPr>
            <p:ph type="body" idx="1"/>
          </p:nvPr>
        </p:nvSpPr>
        <p:spPr>
          <a:xfrm rot="5400000">
            <a:off x="2057400" y="-228600"/>
            <a:ext cx="5105400" cy="8458200"/>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96" name="Google Shape;96;p60"/>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60"/>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6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9"/>
        <p:cNvGrpSpPr/>
        <p:nvPr/>
      </p:nvGrpSpPr>
      <p:grpSpPr>
        <a:xfrm>
          <a:off x="0" y="0"/>
          <a:ext cx="0" cy="0"/>
          <a:chOff x="0" y="0"/>
          <a:chExt cx="0" cy="0"/>
        </a:xfrm>
      </p:grpSpPr>
      <p:sp>
        <p:nvSpPr>
          <p:cNvPr id="100" name="Google Shape;100;p61"/>
          <p:cNvSpPr txBox="1">
            <a:spLocks noGrp="1"/>
          </p:cNvSpPr>
          <p:nvPr>
            <p:ph type="title"/>
          </p:nvPr>
        </p:nvSpPr>
        <p:spPr>
          <a:xfrm rot="5400000">
            <a:off x="4619625" y="2333625"/>
            <a:ext cx="6324600" cy="21145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1" name="Google Shape;101;p61"/>
          <p:cNvSpPr txBox="1">
            <a:spLocks noGrp="1"/>
          </p:cNvSpPr>
          <p:nvPr>
            <p:ph type="body" idx="1"/>
          </p:nvPr>
        </p:nvSpPr>
        <p:spPr>
          <a:xfrm rot="5400000">
            <a:off x="314325" y="295275"/>
            <a:ext cx="6324600" cy="6191250"/>
          </a:xfrm>
          <a:prstGeom prst="rect">
            <a:avLst/>
          </a:prstGeom>
          <a:noFill/>
          <a:ln>
            <a:noFill/>
          </a:ln>
        </p:spPr>
        <p:txBody>
          <a:bodyPr spcFirstLastPara="1" wrap="square" lIns="91425" tIns="45700" rIns="91425" bIns="45700" anchor="t" anchorCtr="0">
            <a:noAutofit/>
          </a:bodyPr>
          <a:lstStyle>
            <a:lvl1pPr marL="457200" lvl="0" indent="-297180" algn="l">
              <a:lnSpc>
                <a:spcPct val="80000"/>
              </a:lnSpc>
              <a:spcBef>
                <a:spcPts val="360"/>
              </a:spcBef>
              <a:spcAft>
                <a:spcPts val="0"/>
              </a:spcAft>
              <a:buSzPts val="1080"/>
              <a:buChar char="■"/>
              <a:defRPr/>
            </a:lvl1pPr>
            <a:lvl2pPr marL="914400" lvl="1" indent="-291465" algn="l">
              <a:lnSpc>
                <a:spcPct val="80000"/>
              </a:lnSpc>
              <a:spcBef>
                <a:spcPts val="360"/>
              </a:spcBef>
              <a:spcAft>
                <a:spcPts val="0"/>
              </a:spcAft>
              <a:buSzPts val="990"/>
              <a:buChar char="■"/>
              <a:defRPr/>
            </a:lvl2pPr>
            <a:lvl3pPr marL="1371600" lvl="2" indent="-285750" algn="l">
              <a:lnSpc>
                <a:spcPct val="80000"/>
              </a:lnSpc>
              <a:spcBef>
                <a:spcPts val="360"/>
              </a:spcBef>
              <a:spcAft>
                <a:spcPts val="0"/>
              </a:spcAft>
              <a:buSzPts val="900"/>
              <a:buChar char="■"/>
              <a:defRPr/>
            </a:lvl3pPr>
            <a:lvl4pPr marL="1828800" lvl="3" indent="-291464" algn="l">
              <a:lnSpc>
                <a:spcPct val="80000"/>
              </a:lnSpc>
              <a:spcBef>
                <a:spcPts val="360"/>
              </a:spcBef>
              <a:spcAft>
                <a:spcPts val="0"/>
              </a:spcAft>
              <a:buSzPts val="990"/>
              <a:buChar char="■"/>
              <a:defRPr/>
            </a:lvl4pPr>
            <a:lvl5pPr marL="2286000" lvl="4" indent="-285750" algn="l">
              <a:lnSpc>
                <a:spcPct val="80000"/>
              </a:lnSpc>
              <a:spcBef>
                <a:spcPts val="360"/>
              </a:spcBef>
              <a:spcAft>
                <a:spcPts val="0"/>
              </a:spcAft>
              <a:buSzPts val="900"/>
              <a:buChar char="■"/>
              <a:defRPr/>
            </a:lvl5pPr>
            <a:lvl6pPr marL="2743200" lvl="5" indent="-285750" algn="l">
              <a:lnSpc>
                <a:spcPct val="80000"/>
              </a:lnSpc>
              <a:spcBef>
                <a:spcPts val="360"/>
              </a:spcBef>
              <a:spcAft>
                <a:spcPts val="0"/>
              </a:spcAft>
              <a:buSzPts val="900"/>
              <a:buChar char="■"/>
              <a:defRPr/>
            </a:lvl6pPr>
            <a:lvl7pPr marL="3200400" lvl="6" indent="-285750" algn="l">
              <a:lnSpc>
                <a:spcPct val="80000"/>
              </a:lnSpc>
              <a:spcBef>
                <a:spcPts val="360"/>
              </a:spcBef>
              <a:spcAft>
                <a:spcPts val="0"/>
              </a:spcAft>
              <a:buSzPts val="900"/>
              <a:buChar char="■"/>
              <a:defRPr/>
            </a:lvl7pPr>
            <a:lvl8pPr marL="3657600" lvl="7" indent="-285750" algn="l">
              <a:lnSpc>
                <a:spcPct val="80000"/>
              </a:lnSpc>
              <a:spcBef>
                <a:spcPts val="360"/>
              </a:spcBef>
              <a:spcAft>
                <a:spcPts val="0"/>
              </a:spcAft>
              <a:buSzPts val="900"/>
              <a:buChar char="■"/>
              <a:defRPr/>
            </a:lvl8pPr>
            <a:lvl9pPr marL="4114800" lvl="8" indent="-285750" algn="l">
              <a:lnSpc>
                <a:spcPct val="80000"/>
              </a:lnSpc>
              <a:spcBef>
                <a:spcPts val="360"/>
              </a:spcBef>
              <a:spcAft>
                <a:spcPts val="0"/>
              </a:spcAft>
              <a:buSzPts val="900"/>
              <a:buChar char="■"/>
              <a:defRPr/>
            </a:lvl9pPr>
          </a:lstStyle>
          <a:p>
            <a:endParaRPr/>
          </a:p>
        </p:txBody>
      </p:sp>
      <p:sp>
        <p:nvSpPr>
          <p:cNvPr id="102" name="Google Shape;102;p61"/>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61"/>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6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a:solidFill>
                  <a:schemeClr val="dk1"/>
                </a:solidFill>
                <a:latin typeface="Tahoma"/>
                <a:ea typeface="Tahoma"/>
                <a:cs typeface="Tahoma"/>
                <a:sym typeface="Tahoma"/>
              </a:defRPr>
            </a:lvl1pPr>
            <a:lvl2pPr marL="0" marR="0" lvl="1" indent="0" algn="r">
              <a:spcBef>
                <a:spcPts val="0"/>
              </a:spcBef>
              <a:spcAft>
                <a:spcPts val="0"/>
              </a:spcAft>
              <a:buNone/>
              <a:defRPr sz="1400">
                <a:solidFill>
                  <a:schemeClr val="dk1"/>
                </a:solidFill>
                <a:latin typeface="Tahoma"/>
                <a:ea typeface="Tahoma"/>
                <a:cs typeface="Tahoma"/>
                <a:sym typeface="Tahoma"/>
              </a:defRPr>
            </a:lvl2pPr>
            <a:lvl3pPr marL="0" marR="0" lvl="2" indent="0" algn="r">
              <a:spcBef>
                <a:spcPts val="0"/>
              </a:spcBef>
              <a:spcAft>
                <a:spcPts val="0"/>
              </a:spcAft>
              <a:buNone/>
              <a:defRPr sz="1400">
                <a:solidFill>
                  <a:schemeClr val="dk1"/>
                </a:solidFill>
                <a:latin typeface="Tahoma"/>
                <a:ea typeface="Tahoma"/>
                <a:cs typeface="Tahoma"/>
                <a:sym typeface="Tahoma"/>
              </a:defRPr>
            </a:lvl3pPr>
            <a:lvl4pPr marL="0" marR="0" lvl="3" indent="0" algn="r">
              <a:spcBef>
                <a:spcPts val="0"/>
              </a:spcBef>
              <a:spcAft>
                <a:spcPts val="0"/>
              </a:spcAft>
              <a:buNone/>
              <a:defRPr sz="1400">
                <a:solidFill>
                  <a:schemeClr val="dk1"/>
                </a:solidFill>
                <a:latin typeface="Tahoma"/>
                <a:ea typeface="Tahoma"/>
                <a:cs typeface="Tahoma"/>
                <a:sym typeface="Tahoma"/>
              </a:defRPr>
            </a:lvl4pPr>
            <a:lvl5pPr marL="0" marR="0" lvl="4" indent="0" algn="r">
              <a:spcBef>
                <a:spcPts val="0"/>
              </a:spcBef>
              <a:spcAft>
                <a:spcPts val="0"/>
              </a:spcAft>
              <a:buNone/>
              <a:defRPr sz="1400">
                <a:solidFill>
                  <a:schemeClr val="dk1"/>
                </a:solidFill>
                <a:latin typeface="Tahoma"/>
                <a:ea typeface="Tahoma"/>
                <a:cs typeface="Tahoma"/>
                <a:sym typeface="Tahoma"/>
              </a:defRPr>
            </a:lvl5pPr>
            <a:lvl6pPr marL="0" marR="0" lvl="5" indent="0" algn="r">
              <a:spcBef>
                <a:spcPts val="0"/>
              </a:spcBef>
              <a:spcAft>
                <a:spcPts val="0"/>
              </a:spcAft>
              <a:buNone/>
              <a:defRPr sz="1400">
                <a:solidFill>
                  <a:schemeClr val="dk1"/>
                </a:solidFill>
                <a:latin typeface="Tahoma"/>
                <a:ea typeface="Tahoma"/>
                <a:cs typeface="Tahoma"/>
                <a:sym typeface="Tahoma"/>
              </a:defRPr>
            </a:lvl6pPr>
            <a:lvl7pPr marL="0" marR="0" lvl="6" indent="0" algn="r">
              <a:spcBef>
                <a:spcPts val="0"/>
              </a:spcBef>
              <a:spcAft>
                <a:spcPts val="0"/>
              </a:spcAft>
              <a:buNone/>
              <a:defRPr sz="1400">
                <a:solidFill>
                  <a:schemeClr val="dk1"/>
                </a:solidFill>
                <a:latin typeface="Tahoma"/>
                <a:ea typeface="Tahoma"/>
                <a:cs typeface="Tahoma"/>
                <a:sym typeface="Tahoma"/>
              </a:defRPr>
            </a:lvl7pPr>
            <a:lvl8pPr marL="0" marR="0" lvl="7" indent="0" algn="r">
              <a:spcBef>
                <a:spcPts val="0"/>
              </a:spcBef>
              <a:spcAft>
                <a:spcPts val="0"/>
              </a:spcAft>
              <a:buNone/>
              <a:defRPr sz="1400">
                <a:solidFill>
                  <a:schemeClr val="dk1"/>
                </a:solidFill>
                <a:latin typeface="Tahoma"/>
                <a:ea typeface="Tahoma"/>
                <a:cs typeface="Tahoma"/>
                <a:sym typeface="Tahoma"/>
              </a:defRPr>
            </a:lvl8pPr>
            <a:lvl9pPr marL="0" marR="0" lvl="8" indent="0" algn="r">
              <a:spcBef>
                <a:spcPts val="0"/>
              </a:spcBef>
              <a:spcAft>
                <a:spcPts val="0"/>
              </a:spcAft>
              <a:buNone/>
              <a:defRPr sz="1400">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4000" b="0" i="0" u="none" strike="noStrike" cap="none">
                <a:solidFill>
                  <a:schemeClr val="dk2"/>
                </a:solidFill>
                <a:latin typeface="Tahoma"/>
                <a:ea typeface="Tahoma"/>
                <a:cs typeface="Tahoma"/>
                <a:sym typeface="Tahoma"/>
              </a:defRPr>
            </a:lvl1pPr>
            <a:lvl2pPr marR="0" lvl="1" algn="ctr" rtl="0">
              <a:spcBef>
                <a:spcPts val="0"/>
              </a:spcBef>
              <a:spcAft>
                <a:spcPts val="0"/>
              </a:spcAft>
              <a:buSzPts val="1400"/>
              <a:buNone/>
              <a:defRPr sz="4000" b="0" i="0" u="none" strike="noStrike" cap="none">
                <a:solidFill>
                  <a:schemeClr val="dk2"/>
                </a:solidFill>
                <a:latin typeface="Tahoma"/>
                <a:ea typeface="Tahoma"/>
                <a:cs typeface="Tahoma"/>
                <a:sym typeface="Tahoma"/>
              </a:defRPr>
            </a:lvl2pPr>
            <a:lvl3pPr marR="0" lvl="2" algn="ctr" rtl="0">
              <a:spcBef>
                <a:spcPts val="0"/>
              </a:spcBef>
              <a:spcAft>
                <a:spcPts val="0"/>
              </a:spcAft>
              <a:buSzPts val="1400"/>
              <a:buNone/>
              <a:defRPr sz="4000" b="0" i="0" u="none" strike="noStrike" cap="none">
                <a:solidFill>
                  <a:schemeClr val="dk2"/>
                </a:solidFill>
                <a:latin typeface="Tahoma"/>
                <a:ea typeface="Tahoma"/>
                <a:cs typeface="Tahoma"/>
                <a:sym typeface="Tahoma"/>
              </a:defRPr>
            </a:lvl3pPr>
            <a:lvl4pPr marR="0" lvl="3" algn="ctr" rtl="0">
              <a:spcBef>
                <a:spcPts val="0"/>
              </a:spcBef>
              <a:spcAft>
                <a:spcPts val="0"/>
              </a:spcAft>
              <a:buSzPts val="1400"/>
              <a:buNone/>
              <a:defRPr sz="4000" b="0" i="0" u="none" strike="noStrike" cap="none">
                <a:solidFill>
                  <a:schemeClr val="dk2"/>
                </a:solidFill>
                <a:latin typeface="Tahoma"/>
                <a:ea typeface="Tahoma"/>
                <a:cs typeface="Tahoma"/>
                <a:sym typeface="Tahoma"/>
              </a:defRPr>
            </a:lvl4pPr>
            <a:lvl5pPr marR="0" lvl="4" algn="ctr" rtl="0">
              <a:spcBef>
                <a:spcPts val="0"/>
              </a:spcBef>
              <a:spcAft>
                <a:spcPts val="0"/>
              </a:spcAft>
              <a:buSzPts val="1400"/>
              <a:buNone/>
              <a:defRPr sz="4000" b="0" i="0" u="none" strike="noStrike" cap="none">
                <a:solidFill>
                  <a:schemeClr val="dk2"/>
                </a:solidFill>
                <a:latin typeface="Tahoma"/>
                <a:ea typeface="Tahoma"/>
                <a:cs typeface="Tahoma"/>
                <a:sym typeface="Tahoma"/>
              </a:defRPr>
            </a:lvl5pPr>
            <a:lvl6pPr marR="0" lvl="5" algn="ctr" rtl="0">
              <a:spcBef>
                <a:spcPts val="0"/>
              </a:spcBef>
              <a:spcAft>
                <a:spcPts val="0"/>
              </a:spcAft>
              <a:buSzPts val="1400"/>
              <a:buNone/>
              <a:defRPr sz="4000" b="0" i="0" u="none" strike="noStrike" cap="none">
                <a:solidFill>
                  <a:schemeClr val="dk2"/>
                </a:solidFill>
                <a:latin typeface="Tahoma"/>
                <a:ea typeface="Tahoma"/>
                <a:cs typeface="Tahoma"/>
                <a:sym typeface="Tahoma"/>
              </a:defRPr>
            </a:lvl6pPr>
            <a:lvl7pPr marR="0" lvl="6" algn="ctr" rtl="0">
              <a:spcBef>
                <a:spcPts val="0"/>
              </a:spcBef>
              <a:spcAft>
                <a:spcPts val="0"/>
              </a:spcAft>
              <a:buSzPts val="1400"/>
              <a:buNone/>
              <a:defRPr sz="4000" b="0" i="0" u="none" strike="noStrike" cap="none">
                <a:solidFill>
                  <a:schemeClr val="dk2"/>
                </a:solidFill>
                <a:latin typeface="Tahoma"/>
                <a:ea typeface="Tahoma"/>
                <a:cs typeface="Tahoma"/>
                <a:sym typeface="Tahoma"/>
              </a:defRPr>
            </a:lvl7pPr>
            <a:lvl8pPr marR="0" lvl="7" algn="ctr" rtl="0">
              <a:spcBef>
                <a:spcPts val="0"/>
              </a:spcBef>
              <a:spcAft>
                <a:spcPts val="0"/>
              </a:spcAft>
              <a:buSzPts val="1400"/>
              <a:buNone/>
              <a:defRPr sz="4000" b="0" i="0" u="none" strike="noStrike" cap="none">
                <a:solidFill>
                  <a:schemeClr val="dk2"/>
                </a:solidFill>
                <a:latin typeface="Tahoma"/>
                <a:ea typeface="Tahoma"/>
                <a:cs typeface="Tahoma"/>
                <a:sym typeface="Tahoma"/>
              </a:defRPr>
            </a:lvl8pPr>
            <a:lvl9pPr marR="0" lvl="8" algn="ctr" rtl="0">
              <a:spcBef>
                <a:spcPts val="0"/>
              </a:spcBef>
              <a:spcAft>
                <a:spcPts val="0"/>
              </a:spcAft>
              <a:buSzPts val="1400"/>
              <a:buNone/>
              <a:defRPr sz="4000" b="0" i="0" u="none" strike="noStrike" cap="none">
                <a:solidFill>
                  <a:schemeClr val="dk2"/>
                </a:solidFill>
                <a:latin typeface="Tahoma"/>
                <a:ea typeface="Tahoma"/>
                <a:cs typeface="Tahoma"/>
                <a:sym typeface="Tahoma"/>
              </a:defRPr>
            </a:lvl9pPr>
          </a:lstStyle>
          <a:p>
            <a:endParaRPr/>
          </a:p>
        </p:txBody>
      </p:sp>
      <p:sp>
        <p:nvSpPr>
          <p:cNvPr id="11" name="Google Shape;11;p49"/>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lvl1pPr marL="457200" marR="0" lvl="0" indent="-335280" algn="l" rtl="0">
              <a:lnSpc>
                <a:spcPct val="80000"/>
              </a:lnSpc>
              <a:spcBef>
                <a:spcPts val="560"/>
              </a:spcBef>
              <a:spcAft>
                <a:spcPts val="0"/>
              </a:spcAft>
              <a:buClr>
                <a:schemeClr val="folHlink"/>
              </a:buClr>
              <a:buSzPts val="1680"/>
              <a:buFont typeface="Noto Sans Symbols"/>
              <a:buChar char="■"/>
              <a:defRPr sz="2800" b="0" i="0" u="none" strike="noStrike" cap="none">
                <a:solidFill>
                  <a:schemeClr val="dk1"/>
                </a:solidFill>
                <a:latin typeface="Tahoma"/>
                <a:ea typeface="Tahoma"/>
                <a:cs typeface="Tahoma"/>
                <a:sym typeface="Tahoma"/>
              </a:defRPr>
            </a:lvl1pPr>
            <a:lvl2pPr marL="914400" marR="0" lvl="1" indent="-312419" algn="l" rtl="0">
              <a:lnSpc>
                <a:spcPct val="80000"/>
              </a:lnSpc>
              <a:spcBef>
                <a:spcPts val="480"/>
              </a:spcBef>
              <a:spcAft>
                <a:spcPts val="0"/>
              </a:spcAft>
              <a:buClr>
                <a:schemeClr val="hlink"/>
              </a:buClr>
              <a:buSzPts val="1320"/>
              <a:buFont typeface="Noto Sans Symbols"/>
              <a:buChar char="■"/>
              <a:defRPr sz="2400" b="0" i="0" u="none" strike="noStrike" cap="none">
                <a:solidFill>
                  <a:schemeClr val="dk1"/>
                </a:solidFill>
                <a:latin typeface="Tahoma"/>
                <a:ea typeface="Tahoma"/>
                <a:cs typeface="Tahoma"/>
                <a:sym typeface="Tahoma"/>
              </a:defRPr>
            </a:lvl2pPr>
            <a:lvl3pPr marL="1371600" marR="0" lvl="2" indent="-304800" algn="l" rtl="0">
              <a:lnSpc>
                <a:spcPct val="80000"/>
              </a:lnSpc>
              <a:spcBef>
                <a:spcPts val="480"/>
              </a:spcBef>
              <a:spcAft>
                <a:spcPts val="0"/>
              </a:spcAft>
              <a:buClr>
                <a:schemeClr val="folHlink"/>
              </a:buClr>
              <a:buSzPts val="1200"/>
              <a:buFont typeface="Noto Sans Symbols"/>
              <a:buChar char="■"/>
              <a:defRPr sz="2400" b="0" i="0" u="none" strike="noStrike" cap="none">
                <a:solidFill>
                  <a:schemeClr val="dk1"/>
                </a:solidFill>
                <a:latin typeface="Tahoma"/>
                <a:ea typeface="Tahoma"/>
                <a:cs typeface="Tahoma"/>
                <a:sym typeface="Tahoma"/>
              </a:defRPr>
            </a:lvl3pPr>
            <a:lvl4pPr marL="1828800" marR="0" lvl="3" indent="-298450" algn="l" rtl="0">
              <a:lnSpc>
                <a:spcPct val="80000"/>
              </a:lnSpc>
              <a:spcBef>
                <a:spcPts val="400"/>
              </a:spcBef>
              <a:spcAft>
                <a:spcPts val="0"/>
              </a:spcAft>
              <a:buClr>
                <a:schemeClr val="accent2"/>
              </a:buClr>
              <a:buSzPts val="1100"/>
              <a:buFont typeface="Noto Sans Symbols"/>
              <a:buChar char="■"/>
              <a:defRPr sz="2000" b="0" i="0" u="none" strike="noStrike" cap="none">
                <a:solidFill>
                  <a:schemeClr val="dk1"/>
                </a:solidFill>
                <a:latin typeface="Tahoma"/>
                <a:ea typeface="Tahoma"/>
                <a:cs typeface="Tahoma"/>
                <a:sym typeface="Tahoma"/>
              </a:defRPr>
            </a:lvl4pPr>
            <a:lvl5pPr marL="2286000" marR="0" lvl="4"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5pPr>
            <a:lvl6pPr marL="2743200" marR="0" lvl="5"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6pPr>
            <a:lvl7pPr marL="3200400" marR="0" lvl="6"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7pPr>
            <a:lvl8pPr marL="3657600" marR="0" lvl="7"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8pPr>
            <a:lvl9pPr marL="4114800" marR="0" lvl="8" indent="-292100" algn="l" rtl="0">
              <a:lnSpc>
                <a:spcPct val="80000"/>
              </a:lnSpc>
              <a:spcBef>
                <a:spcPts val="400"/>
              </a:spcBef>
              <a:spcAft>
                <a:spcPts val="0"/>
              </a:spcAft>
              <a:buClr>
                <a:schemeClr val="accent1"/>
              </a:buClr>
              <a:buSzPts val="10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2" name="Google Shape;12;p49"/>
          <p:cNvSpPr txBox="1">
            <a:spLocks noGrp="1"/>
          </p:cNvSpPr>
          <p:nvPr>
            <p:ph type="dt" idx="10"/>
          </p:nvPr>
        </p:nvSpPr>
        <p:spPr>
          <a:xfrm>
            <a:off x="0" y="6400800"/>
            <a:ext cx="19050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13" name="Google Shape;13;p49"/>
          <p:cNvSpPr txBox="1">
            <a:spLocks noGrp="1"/>
          </p:cNvSpPr>
          <p:nvPr>
            <p:ph type="ftr" idx="11"/>
          </p:nvPr>
        </p:nvSpPr>
        <p:spPr>
          <a:xfrm>
            <a:off x="3276600" y="6477000"/>
            <a:ext cx="2895600" cy="3810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8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28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28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28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28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28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28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2800" b="0" i="0" u="none" strike="noStrike" cap="none">
                <a:solidFill>
                  <a:schemeClr val="dk1"/>
                </a:solidFill>
                <a:latin typeface="Tahoma"/>
                <a:ea typeface="Tahoma"/>
                <a:cs typeface="Tahoma"/>
                <a:sym typeface="Tahoma"/>
              </a:defRPr>
            </a:lvl9pPr>
          </a:lstStyle>
          <a:p>
            <a:endParaRPr/>
          </a:p>
        </p:txBody>
      </p:sp>
      <p:sp>
        <p:nvSpPr>
          <p:cNvPr id="14" name="Google Shape;14;p4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spcAft>
                <a:spcPts val="0"/>
              </a:spcAft>
              <a:buNone/>
              <a:defRPr sz="1400" b="0" i="0" u="none" strike="noStrike" cap="none">
                <a:solidFill>
                  <a:schemeClr val="dk1"/>
                </a:solidFill>
                <a:latin typeface="Tahoma"/>
                <a:ea typeface="Tahoma"/>
                <a:cs typeface="Tahoma"/>
                <a:sym typeface="Tahoma"/>
              </a:defRPr>
            </a:lvl1pPr>
            <a:lvl2pPr marL="0" marR="0" lvl="1" indent="0" algn="r" rtl="0">
              <a:spcBef>
                <a:spcPts val="0"/>
              </a:spcBef>
              <a:spcAft>
                <a:spcPts val="0"/>
              </a:spcAft>
              <a:buNone/>
              <a:defRPr sz="1400" b="0" i="0" u="none" strike="noStrike" cap="none">
                <a:solidFill>
                  <a:schemeClr val="dk1"/>
                </a:solidFill>
                <a:latin typeface="Tahoma"/>
                <a:ea typeface="Tahoma"/>
                <a:cs typeface="Tahoma"/>
                <a:sym typeface="Tahoma"/>
              </a:defRPr>
            </a:lvl2pPr>
            <a:lvl3pPr marL="0" marR="0" lvl="2" indent="0" algn="r" rtl="0">
              <a:spcBef>
                <a:spcPts val="0"/>
              </a:spcBef>
              <a:spcAft>
                <a:spcPts val="0"/>
              </a:spcAft>
              <a:buNone/>
              <a:defRPr sz="1400" b="0" i="0" u="none" strike="noStrike" cap="none">
                <a:solidFill>
                  <a:schemeClr val="dk1"/>
                </a:solidFill>
                <a:latin typeface="Tahoma"/>
                <a:ea typeface="Tahoma"/>
                <a:cs typeface="Tahoma"/>
                <a:sym typeface="Tahoma"/>
              </a:defRPr>
            </a:lvl3pPr>
            <a:lvl4pPr marL="0" marR="0" lvl="3" indent="0" algn="r" rtl="0">
              <a:spcBef>
                <a:spcPts val="0"/>
              </a:spcBef>
              <a:spcAft>
                <a:spcPts val="0"/>
              </a:spcAft>
              <a:buNone/>
              <a:defRPr sz="1400" b="0" i="0" u="none" strike="noStrike" cap="none">
                <a:solidFill>
                  <a:schemeClr val="dk1"/>
                </a:solidFill>
                <a:latin typeface="Tahoma"/>
                <a:ea typeface="Tahoma"/>
                <a:cs typeface="Tahoma"/>
                <a:sym typeface="Tahoma"/>
              </a:defRPr>
            </a:lvl4pPr>
            <a:lvl5pPr marL="0" marR="0" lvl="4" indent="0" algn="r" rtl="0">
              <a:spcBef>
                <a:spcPts val="0"/>
              </a:spcBef>
              <a:spcAft>
                <a:spcPts val="0"/>
              </a:spcAft>
              <a:buNone/>
              <a:defRPr sz="1400" b="0" i="0" u="none" strike="noStrike" cap="none">
                <a:solidFill>
                  <a:schemeClr val="dk1"/>
                </a:solidFill>
                <a:latin typeface="Tahoma"/>
                <a:ea typeface="Tahoma"/>
                <a:cs typeface="Tahoma"/>
                <a:sym typeface="Tahoma"/>
              </a:defRPr>
            </a:lvl5pPr>
            <a:lvl6pPr marL="0" marR="0" lvl="5" indent="0" algn="r" rtl="0">
              <a:spcBef>
                <a:spcPts val="0"/>
              </a:spcBef>
              <a:spcAft>
                <a:spcPts val="0"/>
              </a:spcAft>
              <a:buNone/>
              <a:defRPr sz="1400" b="0" i="0" u="none" strike="noStrike" cap="none">
                <a:solidFill>
                  <a:schemeClr val="dk1"/>
                </a:solidFill>
                <a:latin typeface="Tahoma"/>
                <a:ea typeface="Tahoma"/>
                <a:cs typeface="Tahoma"/>
                <a:sym typeface="Tahoma"/>
              </a:defRPr>
            </a:lvl6pPr>
            <a:lvl7pPr marL="0" marR="0" lvl="6" indent="0" algn="r" rtl="0">
              <a:spcBef>
                <a:spcPts val="0"/>
              </a:spcBef>
              <a:spcAft>
                <a:spcPts val="0"/>
              </a:spcAft>
              <a:buNone/>
              <a:defRPr sz="1400" b="0" i="0" u="none" strike="noStrike" cap="none">
                <a:solidFill>
                  <a:schemeClr val="dk1"/>
                </a:solidFill>
                <a:latin typeface="Tahoma"/>
                <a:ea typeface="Tahoma"/>
                <a:cs typeface="Tahoma"/>
                <a:sym typeface="Tahoma"/>
              </a:defRPr>
            </a:lvl7pPr>
            <a:lvl8pPr marL="0" marR="0" lvl="7" indent="0" algn="r" rtl="0">
              <a:spcBef>
                <a:spcPts val="0"/>
              </a:spcBef>
              <a:spcAft>
                <a:spcPts val="0"/>
              </a:spcAft>
              <a:buNone/>
              <a:defRPr sz="1400" b="0" i="0" u="none" strike="noStrike" cap="none">
                <a:solidFill>
                  <a:schemeClr val="dk1"/>
                </a:solidFill>
                <a:latin typeface="Tahoma"/>
                <a:ea typeface="Tahoma"/>
                <a:cs typeface="Tahoma"/>
                <a:sym typeface="Tahoma"/>
              </a:defRPr>
            </a:lvl8pPr>
            <a:lvl9pPr marL="0" marR="0" lvl="8" indent="0" algn="r" rtl="0">
              <a:spcBef>
                <a:spcPts val="0"/>
              </a:spcBef>
              <a:spcAft>
                <a:spcPts val="0"/>
              </a:spcAft>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graphicFrame>
        <p:nvGraphicFramePr>
          <p:cNvPr id="15" name="Google Shape;15;p49"/>
          <p:cNvGraphicFramePr/>
          <p:nvPr/>
        </p:nvGraphicFramePr>
        <p:xfrm>
          <a:off x="381000" y="1143000"/>
          <a:ext cx="8382000" cy="76200"/>
        </p:xfrm>
        <a:graphic>
          <a:graphicData uri="http://schemas.openxmlformats.org/presentationml/2006/ole">
            <mc:AlternateContent xmlns:mc="http://schemas.openxmlformats.org/markup-compatibility/2006">
              <mc:Choice xmlns:v="urn:schemas-microsoft-com:vml" Requires="v">
                <p:oleObj r:id="rId14" imgW="8382000" imgH="76200" progId="">
                  <p:embed/>
                </p:oleObj>
              </mc:Choice>
              <mc:Fallback>
                <p:oleObj r:id="rId14" imgW="8382000" imgH="76200" progId="">
                  <p:embed/>
                  <p:pic>
                    <p:nvPicPr>
                      <p:cNvPr id="15" name="Google Shape;15;p49"/>
                      <p:cNvPicPr preferRelativeResize="0"/>
                      <p:nvPr/>
                    </p:nvPicPr>
                    <p:blipFill rotWithShape="1">
                      <a:blip r:embed="rId15">
                        <a:alphaModFix/>
                      </a:blip>
                      <a:srcRect/>
                      <a:stretch/>
                    </p:blipFill>
                    <p:spPr>
                      <a:xfrm>
                        <a:off x="381000" y="1143000"/>
                        <a:ext cx="8382000" cy="76200"/>
                      </a:xfrm>
                      <a:prstGeom prst="rect">
                        <a:avLst/>
                      </a:prstGeom>
                      <a:noFill/>
                      <a:ln>
                        <a:noFill/>
                      </a:ln>
                    </p:spPr>
                  </p:pic>
                </p:oleObj>
              </mc:Fallback>
            </mc:AlternateContent>
          </a:graphicData>
        </a:graphic>
      </p:graphicFrame>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zoom/>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 descr="elearning-graphic[1]"/>
          <p:cNvPicPr preferRelativeResize="0"/>
          <p:nvPr/>
        </p:nvPicPr>
        <p:blipFill rotWithShape="1">
          <a:blip r:embed="rId3">
            <a:alphaModFix/>
          </a:blip>
          <a:srcRect/>
          <a:stretch/>
        </p:blipFill>
        <p:spPr>
          <a:xfrm>
            <a:off x="838200" y="3581400"/>
            <a:ext cx="2819400" cy="2778125"/>
          </a:xfrm>
          <a:prstGeom prst="rect">
            <a:avLst/>
          </a:prstGeom>
          <a:noFill/>
          <a:ln>
            <a:noFill/>
          </a:ln>
        </p:spPr>
      </p:pic>
      <p:sp>
        <p:nvSpPr>
          <p:cNvPr id="111" name="Google Shape;111;p1"/>
          <p:cNvSpPr txBox="1">
            <a:spLocks noGrp="1"/>
          </p:cNvSpPr>
          <p:nvPr>
            <p:ph type="ctrTitle"/>
          </p:nvPr>
        </p:nvSpPr>
        <p:spPr>
          <a:xfrm>
            <a:off x="990600" y="1828800"/>
            <a:ext cx="7772400" cy="1143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solidFill>
                  <a:srgbClr val="000099"/>
                </a:solidFill>
                <a:latin typeface="Times New Roman"/>
                <a:ea typeface="Times New Roman"/>
                <a:cs typeface="Times New Roman"/>
                <a:sym typeface="Times New Roman"/>
              </a:rPr>
              <a:t>BÀI GIẢNG</a:t>
            </a:r>
            <a:r>
              <a:rPr lang="en-US" sz="3200" b="1">
                <a:solidFill>
                  <a:srgbClr val="000099"/>
                </a:solidFill>
                <a:latin typeface="Times New Roman"/>
                <a:ea typeface="Times New Roman"/>
                <a:cs typeface="Times New Roman"/>
                <a:sym typeface="Times New Roman"/>
              </a:rPr>
              <a:t> </a:t>
            </a:r>
            <a:br>
              <a:rPr lang="en-US" sz="3200" b="1">
                <a:solidFill>
                  <a:srgbClr val="000099"/>
                </a:solidFill>
                <a:latin typeface="Times New Roman"/>
                <a:ea typeface="Times New Roman"/>
                <a:cs typeface="Times New Roman"/>
                <a:sym typeface="Times New Roman"/>
              </a:rPr>
            </a:br>
            <a:br>
              <a:rPr lang="en-US" sz="3200" b="1">
                <a:solidFill>
                  <a:srgbClr val="000099"/>
                </a:solidFill>
                <a:latin typeface="Times New Roman"/>
                <a:ea typeface="Times New Roman"/>
                <a:cs typeface="Times New Roman"/>
                <a:sym typeface="Times New Roman"/>
              </a:rPr>
            </a:br>
            <a:r>
              <a:rPr lang="en-US" b="1">
                <a:solidFill>
                  <a:srgbClr val="000099"/>
                </a:solidFill>
                <a:latin typeface="Times New Roman"/>
                <a:ea typeface="Times New Roman"/>
                <a:cs typeface="Times New Roman"/>
                <a:sym typeface="Times New Roman"/>
              </a:rPr>
              <a:t>QUẢN TRỊ DỰ ÁN </a:t>
            </a:r>
            <a:br>
              <a:rPr lang="en-US" b="1">
                <a:solidFill>
                  <a:srgbClr val="000099"/>
                </a:solidFill>
                <a:latin typeface="Times New Roman"/>
                <a:ea typeface="Times New Roman"/>
                <a:cs typeface="Times New Roman"/>
                <a:sym typeface="Times New Roman"/>
              </a:rPr>
            </a:br>
            <a:r>
              <a:rPr lang="en-US" b="1">
                <a:solidFill>
                  <a:srgbClr val="000099"/>
                </a:solidFill>
                <a:latin typeface="Times New Roman"/>
                <a:ea typeface="Times New Roman"/>
                <a:cs typeface="Times New Roman"/>
                <a:sym typeface="Times New Roman"/>
              </a:rPr>
              <a:t>CÔNG NGHỆ THÔNG TIN</a:t>
            </a:r>
            <a:endParaRP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Mục tiêu</a:t>
            </a:r>
            <a:endParaRPr/>
          </a:p>
        </p:txBody>
      </p:sp>
      <p:sp>
        <p:nvSpPr>
          <p:cNvPr id="117" name="Google Shape;117;p2"/>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latin typeface="Arial"/>
                <a:ea typeface="Arial"/>
                <a:cs typeface="Arial"/>
                <a:sym typeface="Arial"/>
              </a:rPr>
              <a:t>Môn học giúp cho sinh viên có được những hiểu biết tổng quát:  </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Về phương pháp quản trị dự án công nghệ thông tin </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Và phát triển những kỹ năng căn bản quản trị dự án. </a:t>
            </a:r>
            <a:endParaRPr/>
          </a:p>
          <a:p>
            <a:pPr marL="342900" lvl="0" indent="-236220" algn="l" rtl="0">
              <a:lnSpc>
                <a:spcPct val="150000"/>
              </a:lnSpc>
              <a:spcBef>
                <a:spcPts val="560"/>
              </a:spcBef>
              <a:spcAft>
                <a:spcPts val="0"/>
              </a:spcAft>
              <a:buSzPts val="1680"/>
              <a:buNone/>
            </a:pPr>
            <a:endParaRPr>
              <a:latin typeface="Arial"/>
              <a:ea typeface="Arial"/>
              <a:cs typeface="Arial"/>
              <a:sym typeface="Arial"/>
            </a:endParaRPr>
          </a:p>
        </p:txBody>
      </p:sp>
      <p:sp>
        <p:nvSpPr>
          <p:cNvPr id="118" name="Google Shape;118;p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ahoma"/>
                <a:ea typeface="Tahoma"/>
                <a:cs typeface="Tahoma"/>
                <a:sym typeface="Tahoma"/>
              </a:rPr>
              <a:t>2</a:t>
            </a:fld>
            <a:endParaRPr sz="1400" b="0" i="0" u="none" strike="noStrike" cap="none">
              <a:solidFill>
                <a:schemeClr val="dk1"/>
              </a:solidFill>
              <a:latin typeface="Tahoma"/>
              <a:ea typeface="Tahoma"/>
              <a:cs typeface="Tahoma"/>
              <a:sym typeface="Tahoma"/>
            </a:endParaRPr>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latin typeface="Arial"/>
                <a:ea typeface="Arial"/>
                <a:cs typeface="Arial"/>
                <a:sym typeface="Arial"/>
              </a:rPr>
              <a:t>Thông tin về môn học</a:t>
            </a:r>
            <a:endParaRPr/>
          </a:p>
        </p:txBody>
      </p:sp>
      <p:sp>
        <p:nvSpPr>
          <p:cNvPr id="125" name="Google Shape;125;p3"/>
          <p:cNvSpPr txBox="1"/>
          <p:nvPr/>
        </p:nvSpPr>
        <p:spPr>
          <a:xfrm>
            <a:off x="2971800" y="1295400"/>
            <a:ext cx="4038600" cy="1052513"/>
          </a:xfrm>
          <a:prstGeom prst="rect">
            <a:avLst/>
          </a:prstGeom>
          <a:noFill/>
          <a:ln>
            <a:noFill/>
          </a:ln>
        </p:spPr>
        <p:txBody>
          <a:bodyPr spcFirstLastPara="1" wrap="square" lIns="91425" tIns="45700" rIns="91425" bIns="45700" anchor="t" anchorCtr="0">
            <a:spAutoFit/>
          </a:bodyPr>
          <a:lstStyle/>
          <a:p>
            <a:pPr marL="0" marR="0" lvl="0" indent="-152400" algn="l" rtl="0">
              <a:lnSpc>
                <a:spcPct val="13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 Số tín chỉ: 2LT</a:t>
            </a:r>
            <a:endParaRPr/>
          </a:p>
          <a:p>
            <a:pPr marL="0" marR="0" lvl="0" indent="-152400" algn="l" rtl="0">
              <a:lnSpc>
                <a:spcPct val="13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 Số buổi học: ~7</a:t>
            </a:r>
            <a:endParaRPr/>
          </a:p>
        </p:txBody>
      </p:sp>
      <p:sp>
        <p:nvSpPr>
          <p:cNvPr id="126" name="Google Shape;126;p3"/>
          <p:cNvSpPr/>
          <p:nvPr/>
        </p:nvSpPr>
        <p:spPr>
          <a:xfrm>
            <a:off x="533400" y="1371600"/>
            <a:ext cx="2286000" cy="685800"/>
          </a:xfrm>
          <a:prstGeom prst="ellipse">
            <a:avLst/>
          </a:prstGeom>
          <a:solidFill>
            <a:schemeClr val="folHlink"/>
          </a:solidFill>
          <a:ln w="9525" cap="flat" cmpd="sng">
            <a:solidFill>
              <a:schemeClr val="dk1"/>
            </a:solidFill>
            <a:prstDash val="solid"/>
            <a:round/>
            <a:headEnd type="none" w="sm" len="sm"/>
            <a:tailEnd type="none" w="sm" len="sm"/>
          </a:ln>
          <a:effectLst>
            <a:outerShdw dist="35921"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Tahoma"/>
                <a:ea typeface="Tahoma"/>
                <a:cs typeface="Tahoma"/>
                <a:sym typeface="Tahoma"/>
              </a:rPr>
              <a:t>Thời lượng</a:t>
            </a:r>
            <a:endParaRPr sz="2400" b="1" i="0" u="none" strike="noStrike" cap="none">
              <a:solidFill>
                <a:schemeClr val="lt1"/>
              </a:solidFill>
              <a:latin typeface="Tahoma"/>
              <a:ea typeface="Tahoma"/>
              <a:cs typeface="Tahoma"/>
              <a:sym typeface="Tahoma"/>
            </a:endParaRPr>
          </a:p>
        </p:txBody>
      </p:sp>
      <p:sp>
        <p:nvSpPr>
          <p:cNvPr id="127" name="Google Shape;127;p3"/>
          <p:cNvSpPr txBox="1"/>
          <p:nvPr/>
        </p:nvSpPr>
        <p:spPr>
          <a:xfrm>
            <a:off x="2971800" y="2667000"/>
            <a:ext cx="6553200" cy="892175"/>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 Nắm vững kiến thức công nghệ phần mềm</a:t>
            </a:r>
            <a:endParaRPr/>
          </a:p>
          <a:p>
            <a:pPr marL="0" marR="0" lvl="0" indent="-152400" algn="l" rtl="0">
              <a:lnSpc>
                <a:spcPct val="13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 Nắm vững kiến thức về ước lượng</a:t>
            </a:r>
            <a:endParaRPr/>
          </a:p>
        </p:txBody>
      </p:sp>
      <p:sp>
        <p:nvSpPr>
          <p:cNvPr id="128" name="Google Shape;128;p3"/>
          <p:cNvSpPr/>
          <p:nvPr/>
        </p:nvSpPr>
        <p:spPr>
          <a:xfrm>
            <a:off x="533400" y="2819400"/>
            <a:ext cx="2286000" cy="685800"/>
          </a:xfrm>
          <a:prstGeom prst="ellipse">
            <a:avLst/>
          </a:prstGeom>
          <a:solidFill>
            <a:schemeClr val="folHlink"/>
          </a:solidFill>
          <a:ln w="9525" cap="flat" cmpd="sng">
            <a:solidFill>
              <a:schemeClr val="dk1"/>
            </a:solidFill>
            <a:prstDash val="solid"/>
            <a:round/>
            <a:headEnd type="none" w="sm" len="sm"/>
            <a:tailEnd type="none" w="sm" len="sm"/>
          </a:ln>
          <a:effectLst>
            <a:outerShdw dist="35921"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Tahoma"/>
                <a:ea typeface="Tahoma"/>
                <a:cs typeface="Tahoma"/>
                <a:sym typeface="Tahoma"/>
              </a:rPr>
              <a:t>Điều kiện</a:t>
            </a:r>
            <a:endParaRPr sz="2400" b="1" i="0" u="none" strike="noStrike" cap="none">
              <a:solidFill>
                <a:schemeClr val="lt1"/>
              </a:solidFill>
              <a:latin typeface="Tahoma"/>
              <a:ea typeface="Tahoma"/>
              <a:cs typeface="Tahoma"/>
              <a:sym typeface="Tahoma"/>
            </a:endParaRPr>
          </a:p>
        </p:txBody>
      </p:sp>
      <p:sp>
        <p:nvSpPr>
          <p:cNvPr id="129" name="Google Shape;129;p3"/>
          <p:cNvSpPr txBox="1"/>
          <p:nvPr/>
        </p:nvSpPr>
        <p:spPr>
          <a:xfrm>
            <a:off x="2971800" y="3962400"/>
            <a:ext cx="5791200" cy="2012859"/>
          </a:xfrm>
          <a:prstGeom prst="rect">
            <a:avLst/>
          </a:prstGeom>
          <a:noFill/>
          <a:ln>
            <a:noFill/>
          </a:ln>
        </p:spPr>
        <p:txBody>
          <a:bodyPr spcFirstLastPara="1" wrap="square" lIns="91425" tIns="45700" rIns="91425" bIns="45700" anchor="t" anchorCtr="0">
            <a:spAutoFit/>
          </a:bodyPr>
          <a:lstStyle/>
          <a:p>
            <a:pPr marL="0" marR="0" lvl="0" indent="-152400" algn="l" rtl="0">
              <a:lnSpc>
                <a:spcPct val="13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 </a:t>
            </a:r>
            <a:r>
              <a:rPr lang="en-US" sz="2400" b="1" i="1" u="none" strike="noStrike" cap="none">
                <a:solidFill>
                  <a:schemeClr val="dk1"/>
                </a:solidFill>
                <a:latin typeface="Tahoma"/>
                <a:ea typeface="Tahoma"/>
                <a:cs typeface="Tahoma"/>
                <a:sym typeface="Tahoma"/>
              </a:rPr>
              <a:t>Kiến thức: </a:t>
            </a:r>
            <a:r>
              <a:rPr lang="en-US" sz="2400" b="0" i="0" u="none" strike="noStrike" cap="none">
                <a:solidFill>
                  <a:schemeClr val="dk1"/>
                </a:solidFill>
                <a:latin typeface="Arial"/>
                <a:ea typeface="Arial"/>
                <a:cs typeface="Arial"/>
                <a:sym typeface="Arial"/>
              </a:rPr>
              <a:t>Trang bị các kiến thức cơ bản quản trị một dự án CNTT. </a:t>
            </a:r>
            <a:endParaRPr/>
          </a:p>
          <a:p>
            <a:pPr marL="0" marR="0" lvl="0" indent="-152400" algn="l" rtl="0">
              <a:lnSpc>
                <a:spcPct val="13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 </a:t>
            </a:r>
            <a:r>
              <a:rPr lang="en-US" sz="2400" b="1" i="1" u="none" strike="noStrike" cap="none">
                <a:solidFill>
                  <a:schemeClr val="dk1"/>
                </a:solidFill>
                <a:latin typeface="Tahoma"/>
                <a:ea typeface="Tahoma"/>
                <a:cs typeface="Tahoma"/>
                <a:sym typeface="Tahoma"/>
              </a:rPr>
              <a:t>Kỹ năng:</a:t>
            </a:r>
            <a:r>
              <a:rPr lang="en-US" sz="2400" b="0" i="0" u="none" strike="noStrike" cap="none">
                <a:solidFill>
                  <a:schemeClr val="dk1"/>
                </a:solidFill>
                <a:latin typeface="Tahoma"/>
                <a:ea typeface="Tahoma"/>
                <a:cs typeface="Tahoma"/>
                <a:sym typeface="Tahoma"/>
              </a:rPr>
              <a:t>  </a:t>
            </a:r>
            <a:r>
              <a:rPr lang="en-US" sz="2400" b="0" i="0" u="none" strike="noStrike" cap="none">
                <a:solidFill>
                  <a:schemeClr val="dk1"/>
                </a:solidFill>
                <a:latin typeface="Arial"/>
                <a:ea typeface="Arial"/>
                <a:cs typeface="Arial"/>
                <a:sym typeface="Arial"/>
              </a:rPr>
              <a:t>Học viên tham gia xây dựng &amp; phát triển một dự án phần mềm.</a:t>
            </a:r>
            <a:endParaRPr/>
          </a:p>
        </p:txBody>
      </p:sp>
      <p:sp>
        <p:nvSpPr>
          <p:cNvPr id="130" name="Google Shape;130;p3"/>
          <p:cNvSpPr/>
          <p:nvPr/>
        </p:nvSpPr>
        <p:spPr>
          <a:xfrm>
            <a:off x="533400" y="4572000"/>
            <a:ext cx="2286000" cy="685800"/>
          </a:xfrm>
          <a:prstGeom prst="ellipse">
            <a:avLst/>
          </a:prstGeom>
          <a:solidFill>
            <a:schemeClr val="folHlink"/>
          </a:solidFill>
          <a:ln w="9525" cap="flat" cmpd="sng">
            <a:solidFill>
              <a:schemeClr val="dk1"/>
            </a:solidFill>
            <a:prstDash val="solid"/>
            <a:round/>
            <a:headEnd type="none" w="sm" len="sm"/>
            <a:tailEnd type="none" w="sm" len="sm"/>
          </a:ln>
          <a:effectLst>
            <a:outerShdw dist="35921"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Tahoma"/>
                <a:ea typeface="Tahoma"/>
                <a:cs typeface="Tahoma"/>
                <a:sym typeface="Tahoma"/>
              </a:rPr>
              <a:t>Mục tiêu</a:t>
            </a:r>
            <a:endParaRPr sz="2400" b="1" i="0" u="none" strike="noStrike" cap="none">
              <a:solidFill>
                <a:schemeClr val="lt1"/>
              </a:solidFill>
              <a:latin typeface="Tahoma"/>
              <a:ea typeface="Tahoma"/>
              <a:cs typeface="Tahoma"/>
              <a:sym typeface="Tahoma"/>
            </a:endParaRPr>
          </a:p>
        </p:txBody>
      </p:sp>
      <p:sp>
        <p:nvSpPr>
          <p:cNvPr id="131" name="Google Shape;131;p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ahoma"/>
                <a:ea typeface="Tahoma"/>
                <a:cs typeface="Tahoma"/>
                <a:sym typeface="Tahoma"/>
              </a:rPr>
              <a:t>3</a:t>
            </a:fld>
            <a:endParaRPr sz="1400" b="0" i="0" u="none" strike="noStrike" cap="none">
              <a:solidFill>
                <a:schemeClr val="dk1"/>
              </a:solidFill>
              <a:latin typeface="Tahoma"/>
              <a:ea typeface="Tahoma"/>
              <a:cs typeface="Tahoma"/>
              <a:sym typeface="Tahoma"/>
            </a:endParaRP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latin typeface="Arial"/>
                <a:ea typeface="Arial"/>
                <a:cs typeface="Arial"/>
                <a:sym typeface="Arial"/>
              </a:rPr>
              <a:t>Thông tin về môn học</a:t>
            </a:r>
            <a:endParaRPr/>
          </a:p>
        </p:txBody>
      </p:sp>
      <p:sp>
        <p:nvSpPr>
          <p:cNvPr id="138" name="Google Shape;138;p4"/>
          <p:cNvSpPr/>
          <p:nvPr/>
        </p:nvSpPr>
        <p:spPr>
          <a:xfrm>
            <a:off x="533400" y="1371600"/>
            <a:ext cx="3581400" cy="838200"/>
          </a:xfrm>
          <a:prstGeom prst="ellipse">
            <a:avLst/>
          </a:prstGeom>
          <a:solidFill>
            <a:schemeClr val="folHlink"/>
          </a:solidFill>
          <a:ln w="9525" cap="flat" cmpd="sng">
            <a:solidFill>
              <a:schemeClr val="dk1"/>
            </a:solidFill>
            <a:prstDash val="solid"/>
            <a:round/>
            <a:headEnd type="none" w="sm" len="sm"/>
            <a:tailEnd type="none" w="sm" len="sm"/>
          </a:ln>
          <a:effectLst>
            <a:outerShdw dist="35921"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Tahoma"/>
                <a:ea typeface="Tahoma"/>
                <a:cs typeface="Tahoma"/>
                <a:sym typeface="Tahoma"/>
              </a:rPr>
              <a:t>Tài liệu tham khảo</a:t>
            </a:r>
            <a:endParaRPr sz="2400" b="1" i="0" u="none" strike="noStrike" cap="none">
              <a:solidFill>
                <a:schemeClr val="lt1"/>
              </a:solidFill>
              <a:latin typeface="Tahoma"/>
              <a:ea typeface="Tahoma"/>
              <a:cs typeface="Tahoma"/>
              <a:sym typeface="Tahoma"/>
            </a:endParaRPr>
          </a:p>
        </p:txBody>
      </p:sp>
      <p:sp>
        <p:nvSpPr>
          <p:cNvPr id="139" name="Google Shape;139;p4"/>
          <p:cNvSpPr/>
          <p:nvPr/>
        </p:nvSpPr>
        <p:spPr>
          <a:xfrm>
            <a:off x="457200" y="2438400"/>
            <a:ext cx="8534400" cy="2751138"/>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400" b="0" i="0" u="none" strike="noStrike" cap="none">
                <a:solidFill>
                  <a:schemeClr val="dk1"/>
                </a:solidFill>
                <a:latin typeface="Arial"/>
                <a:ea typeface="Arial"/>
                <a:cs typeface="Arial"/>
                <a:sym typeface="Arial"/>
              </a:rPr>
              <a:t>1. Ngô Trung Việt, </a:t>
            </a:r>
            <a:r>
              <a:rPr lang="en-US" sz="2400" b="0" i="1" u="none" strike="noStrike" cap="none">
                <a:solidFill>
                  <a:schemeClr val="dk1"/>
                </a:solidFill>
                <a:latin typeface="Arial"/>
                <a:ea typeface="Arial"/>
                <a:cs typeface="Arial"/>
                <a:sym typeface="Arial"/>
              </a:rPr>
              <a:t>Quản lý dự án Công nghệ thông tin</a:t>
            </a:r>
            <a:r>
              <a:rPr lang="en-US" sz="2400" b="0" i="0" u="none" strike="noStrike" cap="none">
                <a:solidFill>
                  <a:schemeClr val="dk1"/>
                </a:solidFill>
                <a:latin typeface="Arial"/>
                <a:ea typeface="Arial"/>
                <a:cs typeface="Arial"/>
                <a:sym typeface="Arial"/>
              </a:rPr>
              <a:t>, ĐHQG-HCM, 2001</a:t>
            </a:r>
            <a:endParaRPr/>
          </a:p>
          <a:p>
            <a:pPr marL="0" marR="0" lvl="0" indent="0" algn="l" rtl="0">
              <a:lnSpc>
                <a:spcPct val="90000"/>
              </a:lnSpc>
              <a:spcBef>
                <a:spcPts val="0"/>
              </a:spcBef>
              <a:spcAft>
                <a:spcPts val="0"/>
              </a:spcAft>
              <a:buNone/>
            </a:pPr>
            <a:r>
              <a:rPr lang="en-US" sz="2400" b="0" i="0" u="none" strike="noStrike" cap="none">
                <a:solidFill>
                  <a:schemeClr val="dk1"/>
                </a:solidFill>
                <a:latin typeface="Arial"/>
                <a:ea typeface="Arial"/>
                <a:cs typeface="Arial"/>
                <a:sym typeface="Arial"/>
              </a:rPr>
              <a:t>2. Thạc Bình Cường, </a:t>
            </a:r>
            <a:r>
              <a:rPr lang="en-US" sz="2400" b="0" i="1" u="none" strike="noStrike" cap="none">
                <a:solidFill>
                  <a:schemeClr val="dk1"/>
                </a:solidFill>
                <a:latin typeface="Arial"/>
                <a:ea typeface="Arial"/>
                <a:cs typeface="Arial"/>
                <a:sym typeface="Arial"/>
              </a:rPr>
              <a:t>Quản lý dự án Công nghệ thông tin</a:t>
            </a:r>
            <a:r>
              <a:rPr lang="en-US" sz="2400" b="0" i="0" u="none" strike="noStrike" cap="none">
                <a:solidFill>
                  <a:schemeClr val="dk1"/>
                </a:solidFill>
                <a:latin typeface="Arial"/>
                <a:ea typeface="Arial"/>
                <a:cs typeface="Arial"/>
                <a:sym typeface="Arial"/>
              </a:rPr>
              <a:t>, Nxb. Khoa học và Kỹ thuật, Hà Nội, 2005.</a:t>
            </a:r>
            <a:endParaRPr/>
          </a:p>
          <a:p>
            <a:pPr marL="0" marR="0" lvl="0" indent="0" algn="l" rtl="0">
              <a:lnSpc>
                <a:spcPct val="90000"/>
              </a:lnSpc>
              <a:spcBef>
                <a:spcPts val="0"/>
              </a:spcBef>
              <a:spcAft>
                <a:spcPts val="0"/>
              </a:spcAft>
              <a:buNone/>
            </a:pPr>
            <a:r>
              <a:rPr lang="en-US" sz="2400" b="0" i="0" u="none" strike="noStrike" cap="none">
                <a:solidFill>
                  <a:schemeClr val="dk1"/>
                </a:solidFill>
                <a:latin typeface="Arial"/>
                <a:ea typeface="Arial"/>
                <a:cs typeface="Arial"/>
                <a:sym typeface="Arial"/>
              </a:rPr>
              <a:t>3. Ngô Minh Đức, </a:t>
            </a:r>
            <a:r>
              <a:rPr lang="en-US" sz="2400" b="0" i="1" u="none" strike="noStrike" cap="none">
                <a:solidFill>
                  <a:schemeClr val="dk1"/>
                </a:solidFill>
                <a:latin typeface="Arial"/>
                <a:ea typeface="Arial"/>
                <a:cs typeface="Arial"/>
                <a:sym typeface="Arial"/>
              </a:rPr>
              <a:t>Hướng dẫn sử dụng Microsoft Project</a:t>
            </a:r>
            <a:r>
              <a:rPr lang="en-US" sz="2400" b="0" i="0" u="none" strike="noStrike" cap="none">
                <a:solidFill>
                  <a:schemeClr val="dk1"/>
                </a:solidFill>
                <a:latin typeface="Arial"/>
                <a:ea typeface="Arial"/>
                <a:cs typeface="Arial"/>
                <a:sym typeface="Arial"/>
              </a:rPr>
              <a:t> 2002, Nxb. Xây dựng, Hà Nội, 2002.</a:t>
            </a:r>
            <a:endParaRPr/>
          </a:p>
          <a:p>
            <a:pPr marL="0" marR="0" lvl="0" indent="0" algn="l" rtl="0">
              <a:lnSpc>
                <a:spcPct val="90000"/>
              </a:lnSpc>
              <a:spcBef>
                <a:spcPts val="0"/>
              </a:spcBef>
              <a:spcAft>
                <a:spcPts val="0"/>
              </a:spcAft>
              <a:buNone/>
            </a:pPr>
            <a:r>
              <a:rPr lang="en-US" sz="2400" b="0" i="0" u="none" strike="noStrike" cap="none">
                <a:solidFill>
                  <a:schemeClr val="dk1"/>
                </a:solidFill>
                <a:latin typeface="Arial"/>
                <a:ea typeface="Arial"/>
                <a:cs typeface="Arial"/>
                <a:sym typeface="Arial"/>
              </a:rPr>
              <a:t>4. Richard Murch, </a:t>
            </a:r>
            <a:r>
              <a:rPr lang="en-US" sz="2400" b="0" i="1" u="none" strike="noStrike" cap="none">
                <a:solidFill>
                  <a:schemeClr val="dk1"/>
                </a:solidFill>
                <a:latin typeface="Arial"/>
                <a:ea typeface="Arial"/>
                <a:cs typeface="Arial"/>
                <a:sym typeface="Arial"/>
              </a:rPr>
              <a:t>Project Management: Best Practices for IT Professionals</a:t>
            </a:r>
            <a:r>
              <a:rPr lang="en-US" sz="2400" b="0" i="0" u="none" strike="noStrike" cap="none">
                <a:solidFill>
                  <a:schemeClr val="dk1"/>
                </a:solidFill>
                <a:latin typeface="Arial"/>
                <a:ea typeface="Arial"/>
                <a:cs typeface="Arial"/>
                <a:sym typeface="Arial"/>
              </a:rPr>
              <a:t>, Prentice-Hall, 2000.</a:t>
            </a:r>
            <a:endParaRPr/>
          </a:p>
        </p:txBody>
      </p:sp>
      <p:sp>
        <p:nvSpPr>
          <p:cNvPr id="140" name="Google Shape;140;p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ahoma"/>
                <a:ea typeface="Tahoma"/>
                <a:cs typeface="Tahoma"/>
                <a:sym typeface="Tahoma"/>
              </a:rPr>
              <a:t>4</a:t>
            </a:fld>
            <a:endParaRPr sz="1400" b="0" i="0" u="none" strike="noStrike" cap="none">
              <a:solidFill>
                <a:schemeClr val="dk1"/>
              </a:solidFill>
              <a:latin typeface="Tahoma"/>
              <a:ea typeface="Tahoma"/>
              <a:cs typeface="Tahoma"/>
              <a:sym typeface="Tahoma"/>
            </a:endParaRP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5"/>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latin typeface="Arial"/>
                <a:ea typeface="Arial"/>
                <a:cs typeface="Arial"/>
                <a:sym typeface="Arial"/>
              </a:rPr>
              <a:t>Nội dung môn học</a:t>
            </a:r>
            <a:endParaRPr/>
          </a:p>
        </p:txBody>
      </p:sp>
      <p:sp>
        <p:nvSpPr>
          <p:cNvPr id="146" name="Google Shape;146;p5"/>
          <p:cNvSpPr txBox="1">
            <a:spLocks noGrp="1"/>
          </p:cNvSpPr>
          <p:nvPr>
            <p:ph type="body" idx="1"/>
          </p:nvPr>
        </p:nvSpPr>
        <p:spPr>
          <a:xfrm>
            <a:off x="685800" y="1447800"/>
            <a:ext cx="84582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130000"/>
              </a:lnSpc>
              <a:spcBef>
                <a:spcPts val="0"/>
              </a:spcBef>
              <a:spcAft>
                <a:spcPts val="0"/>
              </a:spcAft>
              <a:buSzPts val="1680"/>
              <a:buFont typeface="Noto Sans Symbols"/>
              <a:buNone/>
            </a:pPr>
            <a:r>
              <a:rPr lang="en-US">
                <a:latin typeface="Arial"/>
                <a:ea typeface="Arial"/>
                <a:cs typeface="Arial"/>
                <a:sym typeface="Arial"/>
              </a:rPr>
              <a:t>Chương 1: Giới thiệu chung về Quản lý dự án </a:t>
            </a:r>
            <a:endParaRPr/>
          </a:p>
          <a:p>
            <a:pPr marL="342900" lvl="0" indent="-342900" algn="l" rtl="0">
              <a:lnSpc>
                <a:spcPct val="130000"/>
              </a:lnSpc>
              <a:spcBef>
                <a:spcPts val="0"/>
              </a:spcBef>
              <a:spcAft>
                <a:spcPts val="0"/>
              </a:spcAft>
              <a:buSzPts val="1680"/>
              <a:buFont typeface="Noto Sans Symbols"/>
              <a:buNone/>
            </a:pPr>
            <a:r>
              <a:rPr lang="en-US">
                <a:latin typeface="Arial"/>
                <a:ea typeface="Arial"/>
                <a:cs typeface="Arial"/>
                <a:sym typeface="Arial"/>
              </a:rPr>
              <a:t>Chương 2: Dự án Công nghệ Thông tin</a:t>
            </a:r>
            <a:endParaRPr/>
          </a:p>
          <a:p>
            <a:pPr marL="342900" lvl="0" indent="-342900" algn="l" rtl="0">
              <a:lnSpc>
                <a:spcPct val="130000"/>
              </a:lnSpc>
              <a:spcBef>
                <a:spcPts val="0"/>
              </a:spcBef>
              <a:spcAft>
                <a:spcPts val="0"/>
              </a:spcAft>
              <a:buSzPts val="1680"/>
              <a:buFont typeface="Noto Sans Symbols"/>
              <a:buNone/>
            </a:pPr>
            <a:r>
              <a:rPr lang="en-US">
                <a:latin typeface="Arial"/>
                <a:ea typeface="Arial"/>
                <a:cs typeface="Arial"/>
                <a:sym typeface="Arial"/>
              </a:rPr>
              <a:t>Chương 3: Quản lý phạm vi dự án</a:t>
            </a:r>
            <a:endParaRPr/>
          </a:p>
          <a:p>
            <a:pPr marL="342900" lvl="0" indent="-342900" algn="l" rtl="0">
              <a:lnSpc>
                <a:spcPct val="130000"/>
              </a:lnSpc>
              <a:spcBef>
                <a:spcPts val="0"/>
              </a:spcBef>
              <a:spcAft>
                <a:spcPts val="0"/>
              </a:spcAft>
              <a:buSzPts val="1680"/>
              <a:buFont typeface="Noto Sans Symbols"/>
              <a:buNone/>
            </a:pPr>
            <a:r>
              <a:rPr lang="en-US">
                <a:latin typeface="Arial"/>
                <a:ea typeface="Arial"/>
                <a:cs typeface="Arial"/>
                <a:sym typeface="Arial"/>
              </a:rPr>
              <a:t>Chương 4: Quản lý thời gian của dự án</a:t>
            </a:r>
            <a:endParaRPr/>
          </a:p>
          <a:p>
            <a:pPr marL="342900" lvl="0" indent="-342900" algn="l" rtl="0">
              <a:lnSpc>
                <a:spcPct val="130000"/>
              </a:lnSpc>
              <a:spcBef>
                <a:spcPts val="0"/>
              </a:spcBef>
              <a:spcAft>
                <a:spcPts val="0"/>
              </a:spcAft>
              <a:buSzPts val="1680"/>
              <a:buFont typeface="Noto Sans Symbols"/>
              <a:buNone/>
            </a:pPr>
            <a:r>
              <a:rPr lang="en-US">
                <a:latin typeface="Arial"/>
                <a:ea typeface="Arial"/>
                <a:cs typeface="Arial"/>
                <a:sym typeface="Arial"/>
              </a:rPr>
              <a:t>Chương 5: Quản lý chi phí của dự án</a:t>
            </a:r>
            <a:endParaRPr/>
          </a:p>
          <a:p>
            <a:pPr marL="342900" lvl="0" indent="-342900" algn="l" rtl="0">
              <a:lnSpc>
                <a:spcPct val="130000"/>
              </a:lnSpc>
              <a:spcBef>
                <a:spcPts val="0"/>
              </a:spcBef>
              <a:spcAft>
                <a:spcPts val="0"/>
              </a:spcAft>
              <a:buSzPts val="1680"/>
              <a:buFont typeface="Noto Sans Symbols"/>
              <a:buNone/>
            </a:pPr>
            <a:r>
              <a:rPr lang="en-US">
                <a:latin typeface="Arial"/>
                <a:ea typeface="Arial"/>
                <a:cs typeface="Arial"/>
                <a:sym typeface="Arial"/>
              </a:rPr>
              <a:t>Chương 6: Quản lý chất lượng của dự án</a:t>
            </a:r>
            <a:endParaRPr/>
          </a:p>
          <a:p>
            <a:pPr marL="342900" lvl="0" indent="-342900" algn="l" rtl="0">
              <a:lnSpc>
                <a:spcPct val="130000"/>
              </a:lnSpc>
              <a:spcBef>
                <a:spcPts val="0"/>
              </a:spcBef>
              <a:spcAft>
                <a:spcPts val="0"/>
              </a:spcAft>
              <a:buSzPts val="1680"/>
              <a:buFont typeface="Noto Sans Symbols"/>
              <a:buNone/>
            </a:pPr>
            <a:r>
              <a:rPr lang="en-US">
                <a:latin typeface="Arial"/>
                <a:ea typeface="Arial"/>
                <a:cs typeface="Arial"/>
                <a:sym typeface="Arial"/>
              </a:rPr>
              <a:t>Chương 7: Quản lý nguồn nhân lực của dự án</a:t>
            </a:r>
            <a:endParaRPr/>
          </a:p>
          <a:p>
            <a:pPr marL="342900" lvl="0" indent="-342900" algn="l" rtl="0">
              <a:lnSpc>
                <a:spcPct val="130000"/>
              </a:lnSpc>
              <a:spcBef>
                <a:spcPts val="0"/>
              </a:spcBef>
              <a:spcAft>
                <a:spcPts val="0"/>
              </a:spcAft>
              <a:buSzPts val="1680"/>
              <a:buFont typeface="Noto Sans Symbols"/>
              <a:buNone/>
            </a:pPr>
            <a:r>
              <a:rPr lang="en-US">
                <a:latin typeface="Arial"/>
                <a:ea typeface="Arial"/>
                <a:cs typeface="Arial"/>
                <a:sym typeface="Arial"/>
              </a:rPr>
              <a:t>Chương 8: Quản lý rủi ro của dự án</a:t>
            </a:r>
            <a:endParaRPr/>
          </a:p>
          <a:p>
            <a:pPr marL="342900" lvl="0" indent="-342900" algn="l" rtl="0">
              <a:lnSpc>
                <a:spcPct val="80000"/>
              </a:lnSpc>
              <a:spcBef>
                <a:spcPts val="560"/>
              </a:spcBef>
              <a:spcAft>
                <a:spcPts val="0"/>
              </a:spcAft>
              <a:buSzPts val="1680"/>
              <a:buFont typeface="Noto Sans Symbols"/>
              <a:buNone/>
            </a:pPr>
            <a:endParaRPr/>
          </a:p>
        </p:txBody>
      </p:sp>
      <p:sp>
        <p:nvSpPr>
          <p:cNvPr id="147" name="Google Shape;147;p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ahoma"/>
                <a:ea typeface="Tahoma"/>
                <a:cs typeface="Tahoma"/>
                <a:sym typeface="Tahoma"/>
              </a:rPr>
              <a:t>5</a:t>
            </a:fld>
            <a:endParaRPr sz="1400" b="0" i="0" u="none" strike="noStrike" cap="none">
              <a:solidFill>
                <a:schemeClr val="dk1"/>
              </a:solidFill>
              <a:latin typeface="Tahoma"/>
              <a:ea typeface="Tahoma"/>
              <a:cs typeface="Tahoma"/>
              <a:sym typeface="Tahoma"/>
            </a:endParaRP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Đánh giá</a:t>
            </a:r>
            <a:endParaRPr/>
          </a:p>
        </p:txBody>
      </p:sp>
      <p:sp>
        <p:nvSpPr>
          <p:cNvPr id="154" name="Google Shape;154;p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ahoma"/>
                <a:ea typeface="Tahoma"/>
                <a:cs typeface="Tahoma"/>
                <a:sym typeface="Tahoma"/>
              </a:rPr>
              <a:t>6</a:t>
            </a:fld>
            <a:endParaRPr sz="1400" b="0" i="0" u="none" strike="noStrike" cap="none">
              <a:solidFill>
                <a:schemeClr val="dk1"/>
              </a:solidFill>
              <a:latin typeface="Tahoma"/>
              <a:ea typeface="Tahoma"/>
              <a:cs typeface="Tahoma"/>
              <a:sym typeface="Tahoma"/>
            </a:endParaRPr>
          </a:p>
        </p:txBody>
      </p:sp>
      <p:pic>
        <p:nvPicPr>
          <p:cNvPr id="3" name="Picture 2">
            <a:extLst>
              <a:ext uri="{FF2B5EF4-FFF2-40B4-BE49-F238E27FC236}">
                <a16:creationId xmlns:a16="http://schemas.microsoft.com/office/drawing/2014/main" id="{11E9A754-E1F1-8B15-A73E-C7CE846AD73C}"/>
              </a:ext>
            </a:extLst>
          </p:cNvPr>
          <p:cNvPicPr>
            <a:picLocks noChangeAspect="1"/>
          </p:cNvPicPr>
          <p:nvPr/>
        </p:nvPicPr>
        <p:blipFill>
          <a:blip r:embed="rId3"/>
          <a:stretch>
            <a:fillRect/>
          </a:stretch>
        </p:blipFill>
        <p:spPr>
          <a:xfrm>
            <a:off x="1562987" y="1378296"/>
            <a:ext cx="5858540" cy="4465157"/>
          </a:xfrm>
          <a:prstGeom prst="rect">
            <a:avLst/>
          </a:prstGeom>
        </p:spPr>
      </p:pic>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7"/>
          <p:cNvSpPr txBox="1">
            <a:spLocks noGrp="1"/>
          </p:cNvSpPr>
          <p:nvPr>
            <p:ph type="ctrTitle"/>
          </p:nvPr>
        </p:nvSpPr>
        <p:spPr>
          <a:xfrm>
            <a:off x="1219200" y="609600"/>
            <a:ext cx="6705600" cy="1219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b="1">
                <a:latin typeface="Arial"/>
                <a:ea typeface="Arial"/>
                <a:cs typeface="Arial"/>
                <a:sym typeface="Arial"/>
              </a:rPr>
              <a:t>Chương 1 </a:t>
            </a:r>
            <a:br>
              <a:rPr lang="en-US" b="1">
                <a:latin typeface="Arial"/>
                <a:ea typeface="Arial"/>
                <a:cs typeface="Arial"/>
                <a:sym typeface="Arial"/>
              </a:rPr>
            </a:br>
            <a:r>
              <a:rPr lang="en-US" b="1">
                <a:latin typeface="Arial"/>
                <a:ea typeface="Arial"/>
                <a:cs typeface="Arial"/>
                <a:sym typeface="Arial"/>
              </a:rPr>
              <a:t>CÁC VẤN ĐỀ CHUNG</a:t>
            </a:r>
            <a:endParaRPr/>
          </a:p>
        </p:txBody>
      </p:sp>
      <p:grpSp>
        <p:nvGrpSpPr>
          <p:cNvPr id="161" name="Google Shape;161;p7"/>
          <p:cNvGrpSpPr/>
          <p:nvPr/>
        </p:nvGrpSpPr>
        <p:grpSpPr>
          <a:xfrm>
            <a:off x="462252" y="3356825"/>
            <a:ext cx="3728748" cy="546838"/>
            <a:chOff x="291" y="2115"/>
            <a:chExt cx="2349" cy="344"/>
          </a:xfrm>
        </p:grpSpPr>
        <p:cxnSp>
          <p:nvCxnSpPr>
            <p:cNvPr id="162" name="Google Shape;162;p7"/>
            <p:cNvCxnSpPr/>
            <p:nvPr/>
          </p:nvCxnSpPr>
          <p:spPr>
            <a:xfrm>
              <a:off x="474" y="2434"/>
              <a:ext cx="2166" cy="0"/>
            </a:xfrm>
            <a:prstGeom prst="straightConnector1">
              <a:avLst/>
            </a:prstGeom>
            <a:noFill/>
            <a:ln w="25400" cap="flat" cmpd="sng">
              <a:solidFill>
                <a:srgbClr val="969696"/>
              </a:solidFill>
              <a:prstDash val="dot"/>
              <a:round/>
              <a:headEnd type="none" w="med" len="med"/>
              <a:tailEnd type="oval" w="med" len="med"/>
            </a:ln>
          </p:spPr>
        </p:cxnSp>
        <p:sp>
          <p:nvSpPr>
            <p:cNvPr id="163" name="Google Shape;163;p7"/>
            <p:cNvSpPr/>
            <p:nvPr/>
          </p:nvSpPr>
          <p:spPr>
            <a:xfrm rot="3419336">
              <a:off x="336" y="2160"/>
              <a:ext cx="236" cy="235"/>
            </a:xfrm>
            <a:prstGeom prst="rect">
              <a:avLst/>
            </a:prstGeom>
            <a:gradFill>
              <a:gsLst>
                <a:gs pos="0">
                  <a:srgbClr val="99CC00"/>
                </a:gs>
                <a:gs pos="100000">
                  <a:srgbClr val="475E00"/>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64" name="Google Shape;164;p7"/>
            <p:cNvSpPr txBox="1"/>
            <p:nvPr/>
          </p:nvSpPr>
          <p:spPr>
            <a:xfrm>
              <a:off x="672" y="2160"/>
              <a:ext cx="1292" cy="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u="none">
                  <a:solidFill>
                    <a:schemeClr val="dk1"/>
                  </a:solidFill>
                  <a:latin typeface="Arial"/>
                  <a:ea typeface="Arial"/>
                  <a:cs typeface="Arial"/>
                  <a:sym typeface="Arial"/>
                </a:rPr>
                <a:t>Dự án là gì ? </a:t>
              </a:r>
              <a:endParaRPr sz="2400" b="0" u="none">
                <a:solidFill>
                  <a:srgbClr val="000000"/>
                </a:solidFill>
                <a:latin typeface="Arial"/>
                <a:ea typeface="Arial"/>
                <a:cs typeface="Arial"/>
                <a:sym typeface="Arial"/>
              </a:endParaRPr>
            </a:p>
          </p:txBody>
        </p:sp>
        <p:sp>
          <p:nvSpPr>
            <p:cNvPr id="165" name="Google Shape;165;p7"/>
            <p:cNvSpPr txBox="1"/>
            <p:nvPr/>
          </p:nvSpPr>
          <p:spPr>
            <a:xfrm>
              <a:off x="341" y="2171"/>
              <a:ext cx="223" cy="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1</a:t>
              </a:r>
              <a:endParaRPr/>
            </a:p>
          </p:txBody>
        </p:sp>
      </p:grpSp>
      <p:grpSp>
        <p:nvGrpSpPr>
          <p:cNvPr id="166" name="Google Shape;166;p7"/>
          <p:cNvGrpSpPr/>
          <p:nvPr/>
        </p:nvGrpSpPr>
        <p:grpSpPr>
          <a:xfrm>
            <a:off x="462252" y="4066437"/>
            <a:ext cx="4071648" cy="546838"/>
            <a:chOff x="291" y="2562"/>
            <a:chExt cx="2565" cy="344"/>
          </a:xfrm>
        </p:grpSpPr>
        <p:cxnSp>
          <p:nvCxnSpPr>
            <p:cNvPr id="167" name="Google Shape;167;p7"/>
            <p:cNvCxnSpPr/>
            <p:nvPr/>
          </p:nvCxnSpPr>
          <p:spPr>
            <a:xfrm>
              <a:off x="474" y="2881"/>
              <a:ext cx="2167" cy="0"/>
            </a:xfrm>
            <a:prstGeom prst="straightConnector1">
              <a:avLst/>
            </a:prstGeom>
            <a:noFill/>
            <a:ln w="25400" cap="flat" cmpd="sng">
              <a:solidFill>
                <a:srgbClr val="969696"/>
              </a:solidFill>
              <a:prstDash val="dot"/>
              <a:round/>
              <a:headEnd type="none" w="med" len="med"/>
              <a:tailEnd type="oval" w="med" len="med"/>
            </a:ln>
          </p:spPr>
        </p:cxnSp>
        <p:sp>
          <p:nvSpPr>
            <p:cNvPr id="168" name="Google Shape;168;p7"/>
            <p:cNvSpPr/>
            <p:nvPr/>
          </p:nvSpPr>
          <p:spPr>
            <a:xfrm rot="3419336">
              <a:off x="336" y="2607"/>
              <a:ext cx="236" cy="235"/>
            </a:xfrm>
            <a:prstGeom prst="rect">
              <a:avLst/>
            </a:prstGeom>
            <a:gradFill>
              <a:gsLst>
                <a:gs pos="0">
                  <a:srgbClr val="006699"/>
                </a:gs>
                <a:gs pos="100000">
                  <a:srgbClr val="002F4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69" name="Google Shape;169;p7"/>
            <p:cNvSpPr txBox="1"/>
            <p:nvPr/>
          </p:nvSpPr>
          <p:spPr>
            <a:xfrm>
              <a:off x="624" y="2592"/>
              <a:ext cx="2232" cy="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none">
                  <a:solidFill>
                    <a:schemeClr val="dk1"/>
                  </a:solidFill>
                  <a:latin typeface="Tahoma"/>
                  <a:ea typeface="Tahoma"/>
                  <a:cs typeface="Tahoma"/>
                  <a:sym typeface="Tahoma"/>
                </a:rPr>
                <a:t> </a:t>
              </a:r>
              <a:r>
                <a:rPr lang="en-US" sz="2400" b="0" u="none">
                  <a:solidFill>
                    <a:schemeClr val="dk1"/>
                  </a:solidFill>
                  <a:latin typeface="Arial"/>
                  <a:ea typeface="Arial"/>
                  <a:cs typeface="Arial"/>
                  <a:sym typeface="Arial"/>
                </a:rPr>
                <a:t>Các nhân tố ảnh hưởng</a:t>
              </a:r>
              <a:endParaRPr sz="2400" b="0" u="none">
                <a:solidFill>
                  <a:srgbClr val="000000"/>
                </a:solidFill>
                <a:latin typeface="Arial"/>
                <a:ea typeface="Arial"/>
                <a:cs typeface="Arial"/>
                <a:sym typeface="Arial"/>
              </a:endParaRPr>
            </a:p>
          </p:txBody>
        </p:sp>
        <p:sp>
          <p:nvSpPr>
            <p:cNvPr id="170" name="Google Shape;170;p7"/>
            <p:cNvSpPr txBox="1"/>
            <p:nvPr/>
          </p:nvSpPr>
          <p:spPr>
            <a:xfrm>
              <a:off x="341" y="2618"/>
              <a:ext cx="223" cy="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2</a:t>
              </a:r>
              <a:endParaRPr/>
            </a:p>
          </p:txBody>
        </p:sp>
      </p:grpSp>
      <p:grpSp>
        <p:nvGrpSpPr>
          <p:cNvPr id="171" name="Google Shape;171;p7"/>
          <p:cNvGrpSpPr/>
          <p:nvPr/>
        </p:nvGrpSpPr>
        <p:grpSpPr>
          <a:xfrm>
            <a:off x="462252" y="4728425"/>
            <a:ext cx="3728748" cy="546838"/>
            <a:chOff x="291" y="2994"/>
            <a:chExt cx="2349" cy="344"/>
          </a:xfrm>
        </p:grpSpPr>
        <p:cxnSp>
          <p:nvCxnSpPr>
            <p:cNvPr id="172" name="Google Shape;172;p7"/>
            <p:cNvCxnSpPr/>
            <p:nvPr/>
          </p:nvCxnSpPr>
          <p:spPr>
            <a:xfrm>
              <a:off x="474" y="3312"/>
              <a:ext cx="2166" cy="1"/>
            </a:xfrm>
            <a:prstGeom prst="straightConnector1">
              <a:avLst/>
            </a:prstGeom>
            <a:noFill/>
            <a:ln w="25400" cap="flat" cmpd="sng">
              <a:solidFill>
                <a:srgbClr val="969696"/>
              </a:solidFill>
              <a:prstDash val="dot"/>
              <a:round/>
              <a:headEnd type="none" w="med" len="med"/>
              <a:tailEnd type="oval" w="med" len="med"/>
            </a:ln>
          </p:spPr>
        </p:cxnSp>
        <p:sp>
          <p:nvSpPr>
            <p:cNvPr id="173" name="Google Shape;173;p7"/>
            <p:cNvSpPr/>
            <p:nvPr/>
          </p:nvSpPr>
          <p:spPr>
            <a:xfrm rot="3419336">
              <a:off x="336" y="3039"/>
              <a:ext cx="236" cy="235"/>
            </a:xfrm>
            <a:prstGeom prst="rect">
              <a:avLst/>
            </a:prstGeom>
            <a:gradFill>
              <a:gsLst>
                <a:gs pos="0">
                  <a:srgbClr val="FF9933"/>
                </a:gs>
                <a:gs pos="100000">
                  <a:srgbClr val="764718"/>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74" name="Google Shape;174;p7"/>
            <p:cNvSpPr txBox="1"/>
            <p:nvPr/>
          </p:nvSpPr>
          <p:spPr>
            <a:xfrm>
              <a:off x="720" y="3039"/>
              <a:ext cx="1488" cy="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u="none">
                  <a:solidFill>
                    <a:schemeClr val="dk1"/>
                  </a:solidFill>
                  <a:latin typeface="Arial"/>
                  <a:ea typeface="Arial"/>
                  <a:cs typeface="Arial"/>
                  <a:sym typeface="Arial"/>
                </a:rPr>
                <a:t>Phân loại dự án</a:t>
              </a:r>
              <a:endParaRPr/>
            </a:p>
          </p:txBody>
        </p:sp>
        <p:sp>
          <p:nvSpPr>
            <p:cNvPr id="175" name="Google Shape;175;p7"/>
            <p:cNvSpPr txBox="1"/>
            <p:nvPr/>
          </p:nvSpPr>
          <p:spPr>
            <a:xfrm>
              <a:off x="341" y="3050"/>
              <a:ext cx="223" cy="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3</a:t>
              </a:r>
              <a:endParaRPr/>
            </a:p>
          </p:txBody>
        </p:sp>
      </p:grpSp>
      <p:sp>
        <p:nvSpPr>
          <p:cNvPr id="176" name="Google Shape;176;p7"/>
          <p:cNvSpPr/>
          <p:nvPr/>
        </p:nvSpPr>
        <p:spPr>
          <a:xfrm>
            <a:off x="1752600" y="2514600"/>
            <a:ext cx="2286000" cy="685800"/>
          </a:xfrm>
          <a:prstGeom prst="ellipse">
            <a:avLst/>
          </a:prstGeom>
          <a:solidFill>
            <a:srgbClr val="FFCC00"/>
          </a:solidFill>
          <a:ln w="9525" cap="flat" cmpd="sng">
            <a:solidFill>
              <a:srgbClr val="FFFFFF"/>
            </a:solidFill>
            <a:prstDash val="solid"/>
            <a:round/>
            <a:headEnd type="none" w="sm" len="sm"/>
            <a:tailEnd type="none" w="sm" len="sm"/>
          </a:ln>
          <a:effectLst>
            <a:outerShdw dist="35921"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2B5481"/>
                </a:solidFill>
                <a:latin typeface="Tahoma"/>
                <a:ea typeface="Tahoma"/>
                <a:cs typeface="Tahoma"/>
                <a:sym typeface="Tahoma"/>
              </a:rPr>
              <a:t>Nội dung</a:t>
            </a:r>
            <a:endParaRPr/>
          </a:p>
        </p:txBody>
      </p:sp>
      <p:grpSp>
        <p:nvGrpSpPr>
          <p:cNvPr id="177" name="Google Shape;177;p7"/>
          <p:cNvGrpSpPr/>
          <p:nvPr/>
        </p:nvGrpSpPr>
        <p:grpSpPr>
          <a:xfrm>
            <a:off x="462251" y="5320563"/>
            <a:ext cx="4565362" cy="551600"/>
            <a:chOff x="291" y="2994"/>
            <a:chExt cx="2876" cy="347"/>
          </a:xfrm>
        </p:grpSpPr>
        <p:cxnSp>
          <p:nvCxnSpPr>
            <p:cNvPr id="178" name="Google Shape;178;p7"/>
            <p:cNvCxnSpPr/>
            <p:nvPr/>
          </p:nvCxnSpPr>
          <p:spPr>
            <a:xfrm>
              <a:off x="474" y="3312"/>
              <a:ext cx="2166" cy="1"/>
            </a:xfrm>
            <a:prstGeom prst="straightConnector1">
              <a:avLst/>
            </a:prstGeom>
            <a:noFill/>
            <a:ln w="25400" cap="flat" cmpd="sng">
              <a:solidFill>
                <a:srgbClr val="969696"/>
              </a:solidFill>
              <a:prstDash val="dot"/>
              <a:round/>
              <a:headEnd type="none" w="med" len="med"/>
              <a:tailEnd type="oval" w="med" len="med"/>
            </a:ln>
          </p:spPr>
        </p:cxnSp>
        <p:sp>
          <p:nvSpPr>
            <p:cNvPr id="179" name="Google Shape;179;p7"/>
            <p:cNvSpPr/>
            <p:nvPr/>
          </p:nvSpPr>
          <p:spPr>
            <a:xfrm rot="3419336">
              <a:off x="336" y="3039"/>
              <a:ext cx="236" cy="235"/>
            </a:xfrm>
            <a:prstGeom prst="rect">
              <a:avLst/>
            </a:prstGeom>
            <a:gradFill>
              <a:gsLst>
                <a:gs pos="0">
                  <a:srgbClr val="FF9933"/>
                </a:gs>
                <a:gs pos="100000">
                  <a:srgbClr val="764718"/>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80" name="Google Shape;180;p7"/>
            <p:cNvSpPr txBox="1"/>
            <p:nvPr/>
          </p:nvSpPr>
          <p:spPr>
            <a:xfrm>
              <a:off x="720" y="3039"/>
              <a:ext cx="2447" cy="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u="none">
                  <a:solidFill>
                    <a:schemeClr val="dk1"/>
                  </a:solidFill>
                  <a:latin typeface="Arial"/>
                  <a:ea typeface="Arial"/>
                  <a:cs typeface="Arial"/>
                  <a:sym typeface="Arial"/>
                </a:rPr>
                <a:t>Các lĩnh vực quản lý dự án</a:t>
              </a:r>
              <a:endParaRPr/>
            </a:p>
          </p:txBody>
        </p:sp>
        <p:sp>
          <p:nvSpPr>
            <p:cNvPr id="181" name="Google Shape;181;p7"/>
            <p:cNvSpPr txBox="1"/>
            <p:nvPr/>
          </p:nvSpPr>
          <p:spPr>
            <a:xfrm>
              <a:off x="341" y="3050"/>
              <a:ext cx="240" cy="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4</a:t>
              </a:r>
              <a:endParaRPr/>
            </a:p>
          </p:txBody>
        </p:sp>
      </p:grpSp>
      <p:grpSp>
        <p:nvGrpSpPr>
          <p:cNvPr id="182" name="Google Shape;182;p7"/>
          <p:cNvGrpSpPr/>
          <p:nvPr/>
        </p:nvGrpSpPr>
        <p:grpSpPr>
          <a:xfrm>
            <a:off x="424151" y="6006362"/>
            <a:ext cx="3730337" cy="551601"/>
            <a:chOff x="291" y="2562"/>
            <a:chExt cx="2350" cy="347"/>
          </a:xfrm>
        </p:grpSpPr>
        <p:cxnSp>
          <p:nvCxnSpPr>
            <p:cNvPr id="183" name="Google Shape;183;p7"/>
            <p:cNvCxnSpPr/>
            <p:nvPr/>
          </p:nvCxnSpPr>
          <p:spPr>
            <a:xfrm>
              <a:off x="474" y="2881"/>
              <a:ext cx="2167" cy="0"/>
            </a:xfrm>
            <a:prstGeom prst="straightConnector1">
              <a:avLst/>
            </a:prstGeom>
            <a:noFill/>
            <a:ln w="25400" cap="flat" cmpd="sng">
              <a:solidFill>
                <a:srgbClr val="969696"/>
              </a:solidFill>
              <a:prstDash val="dot"/>
              <a:round/>
              <a:headEnd type="none" w="med" len="med"/>
              <a:tailEnd type="oval" w="med" len="med"/>
            </a:ln>
          </p:spPr>
        </p:cxnSp>
        <p:sp>
          <p:nvSpPr>
            <p:cNvPr id="184" name="Google Shape;184;p7"/>
            <p:cNvSpPr/>
            <p:nvPr/>
          </p:nvSpPr>
          <p:spPr>
            <a:xfrm rot="3419336">
              <a:off x="336" y="2607"/>
              <a:ext cx="236" cy="235"/>
            </a:xfrm>
            <a:prstGeom prst="rect">
              <a:avLst/>
            </a:prstGeom>
            <a:gradFill>
              <a:gsLst>
                <a:gs pos="0">
                  <a:srgbClr val="006699"/>
                </a:gs>
                <a:gs pos="100000">
                  <a:srgbClr val="002F4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85" name="Google Shape;185;p7"/>
            <p:cNvSpPr txBox="1"/>
            <p:nvPr/>
          </p:nvSpPr>
          <p:spPr>
            <a:xfrm>
              <a:off x="624" y="2592"/>
              <a:ext cx="1969" cy="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none">
                  <a:solidFill>
                    <a:schemeClr val="dk1"/>
                  </a:solidFill>
                  <a:latin typeface="Tahoma"/>
                  <a:ea typeface="Tahoma"/>
                  <a:cs typeface="Tahoma"/>
                  <a:sym typeface="Tahoma"/>
                </a:rPr>
                <a:t> </a:t>
              </a:r>
              <a:r>
                <a:rPr lang="en-US" sz="2400" b="0" u="none">
                  <a:solidFill>
                    <a:schemeClr val="dk1"/>
                  </a:solidFill>
                  <a:latin typeface="Arial"/>
                  <a:ea typeface="Arial"/>
                  <a:cs typeface="Arial"/>
                  <a:sym typeface="Arial"/>
                </a:rPr>
                <a:t>Vai trò người quản lý</a:t>
              </a:r>
              <a:endParaRPr sz="2400" b="0" u="none">
                <a:solidFill>
                  <a:srgbClr val="000000"/>
                </a:solidFill>
                <a:latin typeface="Arial"/>
                <a:ea typeface="Arial"/>
                <a:cs typeface="Arial"/>
                <a:sym typeface="Arial"/>
              </a:endParaRPr>
            </a:p>
          </p:txBody>
        </p:sp>
        <p:sp>
          <p:nvSpPr>
            <p:cNvPr id="186" name="Google Shape;186;p7"/>
            <p:cNvSpPr txBox="1"/>
            <p:nvPr/>
          </p:nvSpPr>
          <p:spPr>
            <a:xfrm>
              <a:off x="341" y="2618"/>
              <a:ext cx="240" cy="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5</a:t>
              </a:r>
              <a:endParaRPr/>
            </a:p>
          </p:txBody>
        </p:sp>
      </p:grpSp>
      <p:grpSp>
        <p:nvGrpSpPr>
          <p:cNvPr id="187" name="Google Shape;187;p7"/>
          <p:cNvGrpSpPr/>
          <p:nvPr/>
        </p:nvGrpSpPr>
        <p:grpSpPr>
          <a:xfrm>
            <a:off x="4653251" y="3456837"/>
            <a:ext cx="4228812" cy="551601"/>
            <a:chOff x="291" y="2562"/>
            <a:chExt cx="2664" cy="347"/>
          </a:xfrm>
        </p:grpSpPr>
        <p:cxnSp>
          <p:nvCxnSpPr>
            <p:cNvPr id="188" name="Google Shape;188;p7"/>
            <p:cNvCxnSpPr/>
            <p:nvPr/>
          </p:nvCxnSpPr>
          <p:spPr>
            <a:xfrm>
              <a:off x="474" y="2881"/>
              <a:ext cx="2167" cy="0"/>
            </a:xfrm>
            <a:prstGeom prst="straightConnector1">
              <a:avLst/>
            </a:prstGeom>
            <a:noFill/>
            <a:ln w="25400" cap="flat" cmpd="sng">
              <a:solidFill>
                <a:srgbClr val="969696"/>
              </a:solidFill>
              <a:prstDash val="dot"/>
              <a:round/>
              <a:headEnd type="none" w="med" len="med"/>
              <a:tailEnd type="oval" w="med" len="med"/>
            </a:ln>
          </p:spPr>
        </p:cxnSp>
        <p:sp>
          <p:nvSpPr>
            <p:cNvPr id="189" name="Google Shape;189;p7"/>
            <p:cNvSpPr/>
            <p:nvPr/>
          </p:nvSpPr>
          <p:spPr>
            <a:xfrm rot="3419336">
              <a:off x="336" y="2607"/>
              <a:ext cx="236" cy="235"/>
            </a:xfrm>
            <a:prstGeom prst="rect">
              <a:avLst/>
            </a:prstGeom>
            <a:gradFill>
              <a:gsLst>
                <a:gs pos="0">
                  <a:srgbClr val="006699"/>
                </a:gs>
                <a:gs pos="100000">
                  <a:srgbClr val="002F47"/>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dk1"/>
                </a:solidFill>
                <a:latin typeface="Tahoma"/>
                <a:ea typeface="Tahoma"/>
                <a:cs typeface="Tahoma"/>
                <a:sym typeface="Tahoma"/>
              </a:endParaRPr>
            </a:p>
          </p:txBody>
        </p:sp>
        <p:sp>
          <p:nvSpPr>
            <p:cNvPr id="190" name="Google Shape;190;p7"/>
            <p:cNvSpPr txBox="1"/>
            <p:nvPr/>
          </p:nvSpPr>
          <p:spPr>
            <a:xfrm>
              <a:off x="624" y="2592"/>
              <a:ext cx="2331" cy="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none">
                  <a:solidFill>
                    <a:schemeClr val="dk1"/>
                  </a:solidFill>
                  <a:latin typeface="Tahoma"/>
                  <a:ea typeface="Tahoma"/>
                  <a:cs typeface="Tahoma"/>
                  <a:sym typeface="Tahoma"/>
                </a:rPr>
                <a:t> </a:t>
              </a:r>
              <a:r>
                <a:rPr lang="en-US" sz="2400" b="0" u="none">
                  <a:solidFill>
                    <a:schemeClr val="dk1"/>
                  </a:solidFill>
                  <a:latin typeface="Arial"/>
                  <a:ea typeface="Arial"/>
                  <a:cs typeface="Arial"/>
                  <a:sym typeface="Arial"/>
                </a:rPr>
                <a:t>Các đặc trưng của dự án</a:t>
              </a:r>
              <a:endParaRPr sz="2400" b="0" u="none">
                <a:solidFill>
                  <a:srgbClr val="000000"/>
                </a:solidFill>
                <a:latin typeface="Arial"/>
                <a:ea typeface="Arial"/>
                <a:cs typeface="Arial"/>
                <a:sym typeface="Arial"/>
              </a:endParaRPr>
            </a:p>
          </p:txBody>
        </p:sp>
        <p:sp>
          <p:nvSpPr>
            <p:cNvPr id="191" name="Google Shape;191;p7"/>
            <p:cNvSpPr txBox="1"/>
            <p:nvPr/>
          </p:nvSpPr>
          <p:spPr>
            <a:xfrm>
              <a:off x="341" y="2618"/>
              <a:ext cx="240" cy="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u="none">
                  <a:solidFill>
                    <a:srgbClr val="FFFFFF"/>
                  </a:solidFill>
                  <a:latin typeface="Tahoma"/>
                  <a:ea typeface="Tahoma"/>
                  <a:cs typeface="Tahoma"/>
                  <a:sym typeface="Tahoma"/>
                </a:rPr>
                <a:t>6</a:t>
              </a:r>
              <a:endParaRPr/>
            </a:p>
          </p:txBody>
        </p:sp>
      </p:gr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1. DỰ ÁN LÀ GÌ</a:t>
            </a:r>
            <a:endParaRPr/>
          </a:p>
        </p:txBody>
      </p:sp>
      <p:sp>
        <p:nvSpPr>
          <p:cNvPr id="197" name="Google Shape;197;p8"/>
          <p:cNvSpPr txBox="1">
            <a:spLocks noGrp="1"/>
          </p:cNvSpPr>
          <p:nvPr>
            <p:ph type="body" idx="1"/>
          </p:nvPr>
        </p:nvSpPr>
        <p:spPr>
          <a:xfrm>
            <a:off x="381000" y="2057400"/>
            <a:ext cx="8153400" cy="4800600"/>
          </a:xfrm>
          <a:prstGeom prst="rect">
            <a:avLst/>
          </a:prstGeom>
          <a:noFill/>
          <a:ln>
            <a:noFill/>
          </a:ln>
        </p:spPr>
        <p:txBody>
          <a:bodyPr spcFirstLastPara="1" wrap="square" lIns="91425" tIns="45700" rIns="91425" bIns="45700" anchor="t" anchorCtr="0">
            <a:noAutofit/>
          </a:bodyPr>
          <a:lstStyle/>
          <a:p>
            <a:pPr marL="742950" lvl="1" indent="-285750" algn="l" rtl="0">
              <a:lnSpc>
                <a:spcPct val="150000"/>
              </a:lnSpc>
              <a:spcBef>
                <a:spcPts val="0"/>
              </a:spcBef>
              <a:spcAft>
                <a:spcPts val="0"/>
              </a:spcAft>
              <a:buSzPts val="1320"/>
              <a:buChar char="■"/>
            </a:pPr>
            <a:r>
              <a:rPr lang="en-US">
                <a:latin typeface="Arial"/>
                <a:ea typeface="Arial"/>
                <a:cs typeface="Arial"/>
                <a:sym typeface="Arial"/>
              </a:rPr>
              <a:t>Tập hợp các công việc</a:t>
            </a:r>
            <a:endParaRPr>
              <a:latin typeface="Arial"/>
              <a:ea typeface="Arial"/>
              <a:cs typeface="Arial"/>
              <a:sym typeface="Arial"/>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Do nhiều người cùng thực hiện</a:t>
            </a:r>
            <a:endParaRPr>
              <a:latin typeface="Arial"/>
              <a:ea typeface="Arial"/>
              <a:cs typeface="Arial"/>
              <a:sym typeface="Arial"/>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Nhằm đạt được kết quả nào đó</a:t>
            </a:r>
            <a:endParaRPr>
              <a:latin typeface="Arial"/>
              <a:ea typeface="Arial"/>
              <a:cs typeface="Arial"/>
              <a:sym typeface="Arial"/>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Trong một khoảng thời gian dự kiến</a:t>
            </a:r>
            <a:endParaRPr>
              <a:latin typeface="Arial"/>
              <a:ea typeface="Arial"/>
              <a:cs typeface="Arial"/>
              <a:sym typeface="Arial"/>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Với nguồn kinh phí dự kiến trước</a:t>
            </a:r>
            <a:endParaRPr>
              <a:latin typeface="Arial"/>
              <a:ea typeface="Arial"/>
              <a:cs typeface="Arial"/>
              <a:sym typeface="Arial"/>
            </a:endParaRPr>
          </a:p>
          <a:p>
            <a:pPr marL="838200" lvl="1" indent="-297180" algn="just" rtl="0">
              <a:lnSpc>
                <a:spcPct val="80000"/>
              </a:lnSpc>
              <a:spcBef>
                <a:spcPts val="480"/>
              </a:spcBef>
              <a:spcAft>
                <a:spcPts val="0"/>
              </a:spcAft>
              <a:buSzPts val="1320"/>
              <a:buNone/>
            </a:pPr>
            <a:endParaRPr>
              <a:latin typeface="Arial"/>
              <a:ea typeface="Arial"/>
              <a:cs typeface="Arial"/>
              <a:sym typeface="Arial"/>
            </a:endParaRPr>
          </a:p>
        </p:txBody>
      </p:sp>
      <p:pic>
        <p:nvPicPr>
          <p:cNvPr id="198" name="Google Shape;198;p8" descr="j0283618"/>
          <p:cNvPicPr preferRelativeResize="0"/>
          <p:nvPr/>
        </p:nvPicPr>
        <p:blipFill rotWithShape="1">
          <a:blip r:embed="rId3">
            <a:alphaModFix/>
          </a:blip>
          <a:srcRect/>
          <a:stretch/>
        </p:blipFill>
        <p:spPr>
          <a:xfrm>
            <a:off x="7831138" y="5486400"/>
            <a:ext cx="1312862" cy="1371600"/>
          </a:xfrm>
          <a:prstGeom prst="rect">
            <a:avLst/>
          </a:prstGeom>
          <a:noFill/>
          <a:ln>
            <a:noFill/>
          </a:ln>
        </p:spPr>
      </p:pic>
      <p:sp>
        <p:nvSpPr>
          <p:cNvPr id="199" name="Google Shape;199;p8"/>
          <p:cNvSpPr/>
          <p:nvPr/>
        </p:nvSpPr>
        <p:spPr>
          <a:xfrm>
            <a:off x="6858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Dự án</a:t>
            </a:r>
            <a:endParaRPr sz="2400" b="1">
              <a:solidFill>
                <a:srgbClr val="D3E026"/>
              </a:solidFill>
              <a:latin typeface="Tahoma"/>
              <a:ea typeface="Tahoma"/>
              <a:cs typeface="Tahoma"/>
              <a:sym typeface="Tahoma"/>
            </a:endParaRPr>
          </a:p>
        </p:txBody>
      </p:sp>
      <p:sp>
        <p:nvSpPr>
          <p:cNvPr id="200" name="Google Shape;200;p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8</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9"/>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1. DỰ ÁN LÀ GÌ</a:t>
            </a:r>
            <a:endParaRPr/>
          </a:p>
        </p:txBody>
      </p:sp>
      <p:sp>
        <p:nvSpPr>
          <p:cNvPr id="206" name="Google Shape;206;p9"/>
          <p:cNvSpPr txBox="1">
            <a:spLocks noGrp="1"/>
          </p:cNvSpPr>
          <p:nvPr>
            <p:ph type="body" idx="1"/>
          </p:nvPr>
        </p:nvSpPr>
        <p:spPr>
          <a:xfrm>
            <a:off x="381000" y="2057400"/>
            <a:ext cx="8153400" cy="4800600"/>
          </a:xfrm>
          <a:prstGeom prst="rect">
            <a:avLst/>
          </a:prstGeom>
          <a:noFill/>
          <a:ln>
            <a:noFill/>
          </a:ln>
        </p:spPr>
        <p:txBody>
          <a:bodyPr spcFirstLastPara="1" wrap="square" lIns="91425" tIns="45700" rIns="91425" bIns="45700" anchor="t" anchorCtr="0">
            <a:noAutofit/>
          </a:bodyPr>
          <a:lstStyle/>
          <a:p>
            <a:pPr marL="742950" lvl="1" indent="-285750" algn="l" rtl="0">
              <a:lnSpc>
                <a:spcPct val="150000"/>
              </a:lnSpc>
              <a:spcBef>
                <a:spcPts val="0"/>
              </a:spcBef>
              <a:spcAft>
                <a:spcPts val="0"/>
              </a:spcAft>
              <a:buSzPts val="1320"/>
              <a:buChar char="■"/>
            </a:pPr>
            <a:r>
              <a:rPr lang="en-US">
                <a:latin typeface="Arial"/>
                <a:ea typeface="Arial"/>
                <a:cs typeface="Arial"/>
                <a:sym typeface="Arial"/>
              </a:rPr>
              <a:t>Có nhiều người thực hiện, nên phải dự kiến nguồn nhân lực</a:t>
            </a:r>
            <a:endParaRPr>
              <a:latin typeface="Arial"/>
              <a:ea typeface="Arial"/>
              <a:cs typeface="Arial"/>
              <a:sym typeface="Arial"/>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Có ngày bắt đầu và kết thúc</a:t>
            </a:r>
            <a:endParaRPr>
              <a:latin typeface="Arial"/>
              <a:ea typeface="Arial"/>
              <a:cs typeface="Arial"/>
              <a:sym typeface="Arial"/>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Mô tả được kết quả công việc</a:t>
            </a:r>
            <a:endParaRPr>
              <a:latin typeface="Arial"/>
              <a:ea typeface="Arial"/>
              <a:cs typeface="Arial"/>
              <a:sym typeface="Arial"/>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Có con số về kinh phí thực hiện công việc</a:t>
            </a:r>
            <a:endParaRPr>
              <a:latin typeface="Arial"/>
              <a:ea typeface="Arial"/>
              <a:cs typeface="Arial"/>
              <a:sym typeface="Arial"/>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Có khoản kinh phí cho việc thực hiện dự án</a:t>
            </a:r>
            <a:endParaRPr>
              <a:latin typeface="Arial"/>
              <a:ea typeface="Arial"/>
              <a:cs typeface="Arial"/>
              <a:sym typeface="Arial"/>
            </a:endParaRPr>
          </a:p>
          <a:p>
            <a:pPr marL="838200" lvl="1" indent="-297180" algn="just" rtl="0">
              <a:lnSpc>
                <a:spcPct val="80000"/>
              </a:lnSpc>
              <a:spcBef>
                <a:spcPts val="480"/>
              </a:spcBef>
              <a:spcAft>
                <a:spcPts val="0"/>
              </a:spcAft>
              <a:buSzPts val="1320"/>
              <a:buNone/>
            </a:pPr>
            <a:endParaRPr>
              <a:latin typeface="Arial"/>
              <a:ea typeface="Arial"/>
              <a:cs typeface="Arial"/>
              <a:sym typeface="Arial"/>
            </a:endParaRPr>
          </a:p>
        </p:txBody>
      </p:sp>
      <p:pic>
        <p:nvPicPr>
          <p:cNvPr id="207" name="Google Shape;207;p9" descr="j0283618"/>
          <p:cNvPicPr preferRelativeResize="0"/>
          <p:nvPr/>
        </p:nvPicPr>
        <p:blipFill rotWithShape="1">
          <a:blip r:embed="rId3">
            <a:alphaModFix/>
          </a:blip>
          <a:srcRect/>
          <a:stretch/>
        </p:blipFill>
        <p:spPr>
          <a:xfrm>
            <a:off x="7831138" y="5486400"/>
            <a:ext cx="1312862" cy="1371600"/>
          </a:xfrm>
          <a:prstGeom prst="rect">
            <a:avLst/>
          </a:prstGeom>
          <a:noFill/>
          <a:ln>
            <a:noFill/>
          </a:ln>
        </p:spPr>
      </p:pic>
      <p:sp>
        <p:nvSpPr>
          <p:cNvPr id="208" name="Google Shape;208;p9"/>
          <p:cNvSpPr/>
          <p:nvPr/>
        </p:nvSpPr>
        <p:spPr>
          <a:xfrm>
            <a:off x="685800" y="1371600"/>
            <a:ext cx="4419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Như vậy  dự án cần phải: </a:t>
            </a:r>
            <a:endParaRPr/>
          </a:p>
        </p:txBody>
      </p:sp>
      <p:sp>
        <p:nvSpPr>
          <p:cNvPr id="209" name="Google Shape;209;p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9</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0"/>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1. DỰ ÁN LÀ GÌ</a:t>
            </a:r>
            <a:endParaRPr/>
          </a:p>
        </p:txBody>
      </p:sp>
      <p:pic>
        <p:nvPicPr>
          <p:cNvPr id="215" name="Google Shape;215;p10" descr="j0283618"/>
          <p:cNvPicPr preferRelativeResize="0"/>
          <p:nvPr/>
        </p:nvPicPr>
        <p:blipFill rotWithShape="1">
          <a:blip r:embed="rId3">
            <a:alphaModFix/>
          </a:blip>
          <a:srcRect/>
          <a:stretch/>
        </p:blipFill>
        <p:spPr>
          <a:xfrm>
            <a:off x="7831138" y="5486400"/>
            <a:ext cx="1312862" cy="1371600"/>
          </a:xfrm>
          <a:prstGeom prst="rect">
            <a:avLst/>
          </a:prstGeom>
          <a:noFill/>
          <a:ln>
            <a:noFill/>
          </a:ln>
        </p:spPr>
      </p:pic>
      <p:sp>
        <p:nvSpPr>
          <p:cNvPr id="216" name="Google Shape;216;p10"/>
          <p:cNvSpPr/>
          <p:nvPr/>
        </p:nvSpPr>
        <p:spPr>
          <a:xfrm>
            <a:off x="685800" y="1371600"/>
            <a:ext cx="76200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CCFF33"/>
                </a:solidFill>
                <a:latin typeface="Tahoma"/>
                <a:ea typeface="Tahoma"/>
                <a:cs typeface="Tahoma"/>
                <a:sym typeface="Tahoma"/>
              </a:rPr>
              <a:t>Khác nhau giữa dự án và hoạt động nghiệp vụ</a:t>
            </a:r>
            <a:endParaRPr sz="2400" b="1">
              <a:solidFill>
                <a:srgbClr val="CCFF33"/>
              </a:solidFill>
              <a:latin typeface="Tahoma"/>
              <a:ea typeface="Tahoma"/>
              <a:cs typeface="Tahoma"/>
              <a:sym typeface="Tahoma"/>
            </a:endParaRPr>
          </a:p>
        </p:txBody>
      </p:sp>
      <p:sp>
        <p:nvSpPr>
          <p:cNvPr id="217" name="Google Shape;217;p1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10</a:t>
            </a:fld>
            <a:endParaRPr sz="1400">
              <a:solidFill>
                <a:schemeClr val="dk1"/>
              </a:solidFill>
              <a:latin typeface="Tahoma"/>
              <a:ea typeface="Tahoma"/>
              <a:cs typeface="Tahoma"/>
              <a:sym typeface="Tahoma"/>
            </a:endParaRPr>
          </a:p>
        </p:txBody>
      </p:sp>
      <p:graphicFrame>
        <p:nvGraphicFramePr>
          <p:cNvPr id="218" name="Google Shape;218;p10"/>
          <p:cNvGraphicFramePr/>
          <p:nvPr/>
        </p:nvGraphicFramePr>
        <p:xfrm>
          <a:off x="76200" y="1905000"/>
          <a:ext cx="3000000" cy="3000000"/>
        </p:xfrm>
        <a:graphic>
          <a:graphicData uri="http://schemas.openxmlformats.org/drawingml/2006/table">
            <a:tbl>
              <a:tblPr>
                <a:noFill/>
                <a:tableStyleId>{71796137-A9F7-441F-B06C-BDE249772CDA}</a:tableStyleId>
              </a:tblPr>
              <a:tblGrid>
                <a:gridCol w="4606800">
                  <a:extLst>
                    <a:ext uri="{9D8B030D-6E8A-4147-A177-3AD203B41FA5}">
                      <a16:colId xmlns:a16="http://schemas.microsoft.com/office/drawing/2014/main" val="20000"/>
                    </a:ext>
                  </a:extLst>
                </a:gridCol>
                <a:gridCol w="4232400">
                  <a:extLst>
                    <a:ext uri="{9D8B030D-6E8A-4147-A177-3AD203B41FA5}">
                      <a16:colId xmlns:a16="http://schemas.microsoft.com/office/drawing/2014/main" val="20001"/>
                    </a:ext>
                  </a:extLst>
                </a:gridCol>
              </a:tblGrid>
              <a:tr h="531775">
                <a:tc>
                  <a:txBody>
                    <a:bodyPr/>
                    <a:lstStyle/>
                    <a:p>
                      <a:pPr marL="342900" marR="0" lvl="0" indent="-342900" algn="l" rtl="0">
                        <a:lnSpc>
                          <a:spcPct val="100000"/>
                        </a:lnSpc>
                        <a:spcBef>
                          <a:spcPts val="0"/>
                        </a:spcBef>
                        <a:spcAft>
                          <a:spcPts val="0"/>
                        </a:spcAft>
                        <a:buClr>
                          <a:schemeClr val="lt2"/>
                        </a:buClr>
                        <a:buSzPts val="1800"/>
                        <a:buFont typeface="Arial"/>
                        <a:buNone/>
                      </a:pPr>
                      <a:r>
                        <a:rPr lang="en-US" sz="1800" b="1" i="0" u="none" strike="noStrike" cap="none">
                          <a:solidFill>
                            <a:schemeClr val="lt2"/>
                          </a:solidFill>
                          <a:latin typeface="Arial"/>
                          <a:ea typeface="Arial"/>
                          <a:cs typeface="Arial"/>
                          <a:sym typeface="Arial"/>
                        </a:rPr>
                        <a:t>Hoạt động của dự án</a:t>
                      </a:r>
                      <a:endParaRPr sz="1800" b="1" i="0" u="none" strike="noStrike" cap="none">
                        <a:solidFill>
                          <a:schemeClr val="lt2"/>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5E5E5"/>
                    </a:solidFill>
                  </a:tcPr>
                </a:tc>
                <a:tc>
                  <a:txBody>
                    <a:bodyPr/>
                    <a:lstStyle/>
                    <a:p>
                      <a:pPr marL="342900" marR="0" lvl="0" indent="-342900" algn="l" rtl="0">
                        <a:lnSpc>
                          <a:spcPct val="100000"/>
                        </a:lnSpc>
                        <a:spcBef>
                          <a:spcPts val="0"/>
                        </a:spcBef>
                        <a:spcAft>
                          <a:spcPts val="0"/>
                        </a:spcAft>
                        <a:buClr>
                          <a:schemeClr val="lt2"/>
                        </a:buClr>
                        <a:buSzPts val="1800"/>
                        <a:buFont typeface="Arial"/>
                        <a:buNone/>
                      </a:pPr>
                      <a:r>
                        <a:rPr lang="en-US" sz="1800" b="1" i="0" u="none" strike="noStrike" cap="none">
                          <a:solidFill>
                            <a:schemeClr val="lt2"/>
                          </a:solidFill>
                          <a:latin typeface="Arial"/>
                          <a:ea typeface="Arial"/>
                          <a:cs typeface="Arial"/>
                          <a:sym typeface="Arial"/>
                        </a:rPr>
                        <a:t>Hoạt động nghiệp vụ</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5E5E5"/>
                    </a:solidFill>
                  </a:tcPr>
                </a:tc>
                <a:extLst>
                  <a:ext uri="{0D108BD9-81ED-4DB2-BD59-A6C34878D82A}">
                    <a16:rowId xmlns:a16="http://schemas.microsoft.com/office/drawing/2014/main" val="10000"/>
                  </a:ext>
                </a:extLst>
              </a:tr>
              <a:tr h="425425">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Tạo ra một sản phẩm theo đăng ký</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Cho ra cùng một sản phẩm</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27000">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Có ngày bắt đầu và ngày kết thúc</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Liên tục</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49250">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Đội ngũ nhiều chuyên môn khác nhau</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Các kỹ năng chuyên môn hóa</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40050">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Lực lượng tham gia được tập hợp trong thời gian ngắn</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Tổ chức ổn định</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25425">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Dự án chỉ làm một lần</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Công việc lặp lại và dễ hiểu </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747675">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Làm việc theo kế hoạch theo chi phí được phê duyệt</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Làm việc theo kinh phí thường xuyên</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27000">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Bị huỷ nếu không đáp ứng mục đích</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Công việc thực hiện lâu dài</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809575">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Ngày kết thúc và chi phí được tính theo dự kiến và phụ thuộc vào sự quản lý </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Chi phí hàng năm được tính dựa trên kinh nghiệm trong quá khứ</a:t>
                      </a:r>
                      <a:endParaRPr sz="18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1. DỰ ÁN LÀ GÌ</a:t>
            </a:r>
            <a:endParaRPr/>
          </a:p>
        </p:txBody>
      </p:sp>
      <p:pic>
        <p:nvPicPr>
          <p:cNvPr id="224" name="Google Shape;224;p11" descr="j0283618"/>
          <p:cNvPicPr preferRelativeResize="0"/>
          <p:nvPr/>
        </p:nvPicPr>
        <p:blipFill rotWithShape="1">
          <a:blip r:embed="rId3">
            <a:alphaModFix/>
          </a:blip>
          <a:srcRect/>
          <a:stretch/>
        </p:blipFill>
        <p:spPr>
          <a:xfrm>
            <a:off x="7831138" y="5486400"/>
            <a:ext cx="1312862" cy="1371600"/>
          </a:xfrm>
          <a:prstGeom prst="rect">
            <a:avLst/>
          </a:prstGeom>
          <a:noFill/>
          <a:ln>
            <a:noFill/>
          </a:ln>
        </p:spPr>
      </p:pic>
      <p:sp>
        <p:nvSpPr>
          <p:cNvPr id="225" name="Google Shape;225;p11"/>
          <p:cNvSpPr/>
          <p:nvPr/>
        </p:nvSpPr>
        <p:spPr>
          <a:xfrm>
            <a:off x="685800" y="1371600"/>
            <a:ext cx="76200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CCFF33"/>
                </a:solidFill>
                <a:latin typeface="Tahoma"/>
                <a:ea typeface="Tahoma"/>
                <a:cs typeface="Tahoma"/>
                <a:sym typeface="Tahoma"/>
              </a:rPr>
              <a:t>Như vậy: </a:t>
            </a:r>
            <a:endParaRPr sz="2400" b="1">
              <a:solidFill>
                <a:srgbClr val="CCFF33"/>
              </a:solidFill>
              <a:latin typeface="Tahoma"/>
              <a:ea typeface="Tahoma"/>
              <a:cs typeface="Tahoma"/>
              <a:sym typeface="Tahoma"/>
            </a:endParaRPr>
          </a:p>
        </p:txBody>
      </p:sp>
      <p:sp>
        <p:nvSpPr>
          <p:cNvPr id="226" name="Google Shape;226;p1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11</a:t>
            </a:fld>
            <a:endParaRPr sz="1400">
              <a:solidFill>
                <a:schemeClr val="dk1"/>
              </a:solidFill>
              <a:latin typeface="Tahoma"/>
              <a:ea typeface="Tahoma"/>
              <a:cs typeface="Tahoma"/>
              <a:sym typeface="Tahoma"/>
            </a:endParaRPr>
          </a:p>
        </p:txBody>
      </p:sp>
      <p:sp>
        <p:nvSpPr>
          <p:cNvPr id="227" name="Google Shape;227;p11"/>
          <p:cNvSpPr txBox="1">
            <a:spLocks noGrp="1"/>
          </p:cNvSpPr>
          <p:nvPr>
            <p:ph type="body" idx="1"/>
          </p:nvPr>
        </p:nvSpPr>
        <p:spPr>
          <a:xfrm>
            <a:off x="838200" y="1905000"/>
            <a:ext cx="7696200" cy="4181475"/>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440"/>
              <a:buChar char="■"/>
            </a:pPr>
            <a:r>
              <a:rPr lang="en-US" sz="2400">
                <a:latin typeface="Arial"/>
                <a:ea typeface="Arial"/>
                <a:cs typeface="Arial"/>
                <a:sym typeface="Arial"/>
              </a:rPr>
              <a:t>Mục đích của việc thực hiện dự án là tạo ra một sản phẩm mới, một quy trình mới chưa tồn tại trước đó.</a:t>
            </a:r>
            <a:endParaRPr/>
          </a:p>
          <a:p>
            <a:pPr marL="342900" lvl="0" indent="-342900" algn="l" rtl="0">
              <a:lnSpc>
                <a:spcPct val="150000"/>
              </a:lnSpc>
              <a:spcBef>
                <a:spcPts val="480"/>
              </a:spcBef>
              <a:spcAft>
                <a:spcPts val="0"/>
              </a:spcAft>
              <a:buSzPts val="1440"/>
              <a:buChar char="■"/>
            </a:pPr>
            <a:r>
              <a:rPr lang="en-US" sz="2400">
                <a:latin typeface="Arial"/>
                <a:ea typeface="Arial"/>
                <a:cs typeface="Arial"/>
                <a:sym typeface="Arial"/>
              </a:rPr>
              <a:t>Mục đích của dự án CNTT là tạo ra các công cụ, các dịch vụ kỹ thuật mới để hỗ trợ cho hoạt động của các nhà lãnh đạo, nhà quản lý và người dùng.</a:t>
            </a:r>
            <a:endParaRPr/>
          </a:p>
          <a:p>
            <a:pPr marL="342900" lvl="0" indent="-251459" algn="l" rtl="0">
              <a:lnSpc>
                <a:spcPct val="150000"/>
              </a:lnSpc>
              <a:spcBef>
                <a:spcPts val="480"/>
              </a:spcBef>
              <a:spcAft>
                <a:spcPts val="0"/>
              </a:spcAft>
              <a:buSzPts val="1440"/>
              <a:buNone/>
            </a:pPr>
            <a:endParaRPr sz="2400"/>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2"/>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1. DỰ ÁN LÀ GÌ</a:t>
            </a:r>
            <a:endParaRPr/>
          </a:p>
        </p:txBody>
      </p:sp>
      <p:pic>
        <p:nvPicPr>
          <p:cNvPr id="233" name="Google Shape;233;p12" descr="j0283618"/>
          <p:cNvPicPr preferRelativeResize="0"/>
          <p:nvPr/>
        </p:nvPicPr>
        <p:blipFill rotWithShape="1">
          <a:blip r:embed="rId3">
            <a:alphaModFix/>
          </a:blip>
          <a:srcRect/>
          <a:stretch/>
        </p:blipFill>
        <p:spPr>
          <a:xfrm>
            <a:off x="7831138" y="5486400"/>
            <a:ext cx="1312862" cy="1371600"/>
          </a:xfrm>
          <a:prstGeom prst="rect">
            <a:avLst/>
          </a:prstGeom>
          <a:noFill/>
          <a:ln>
            <a:noFill/>
          </a:ln>
        </p:spPr>
      </p:pic>
      <p:sp>
        <p:nvSpPr>
          <p:cNvPr id="234" name="Google Shape;234;p12"/>
          <p:cNvSpPr/>
          <p:nvPr/>
        </p:nvSpPr>
        <p:spPr>
          <a:xfrm>
            <a:off x="685800" y="381000"/>
            <a:ext cx="7620000" cy="7620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CCFF33"/>
                </a:solidFill>
                <a:latin typeface="Tahoma"/>
                <a:ea typeface="Tahoma"/>
                <a:cs typeface="Tahoma"/>
                <a:sym typeface="Tahoma"/>
              </a:rPr>
              <a:t>Dự án triển khai Wifi cho toàn bộ khu vực </a:t>
            </a:r>
            <a:endParaRPr/>
          </a:p>
          <a:p>
            <a:pPr marL="0" marR="0" lvl="0" indent="0" algn="ctr" rtl="0">
              <a:spcBef>
                <a:spcPts val="0"/>
              </a:spcBef>
              <a:spcAft>
                <a:spcPts val="0"/>
              </a:spcAft>
              <a:buNone/>
            </a:pPr>
            <a:r>
              <a:rPr lang="en-US" sz="2400" b="1">
                <a:solidFill>
                  <a:srgbClr val="CCFF33"/>
                </a:solidFill>
                <a:latin typeface="Tahoma"/>
                <a:ea typeface="Tahoma"/>
                <a:cs typeface="Tahoma"/>
                <a:sym typeface="Tahoma"/>
              </a:rPr>
              <a:t>Trường Đại học Vinh</a:t>
            </a:r>
            <a:endParaRPr sz="2400" b="1">
              <a:solidFill>
                <a:srgbClr val="CCFF33"/>
              </a:solidFill>
              <a:latin typeface="Tahoma"/>
              <a:ea typeface="Tahoma"/>
              <a:cs typeface="Tahoma"/>
              <a:sym typeface="Tahoma"/>
            </a:endParaRPr>
          </a:p>
        </p:txBody>
      </p:sp>
      <p:sp>
        <p:nvSpPr>
          <p:cNvPr id="235" name="Google Shape;235;p1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12</a:t>
            </a:fld>
            <a:endParaRPr sz="1400">
              <a:solidFill>
                <a:schemeClr val="dk1"/>
              </a:solidFill>
              <a:latin typeface="Tahoma"/>
              <a:ea typeface="Tahoma"/>
              <a:cs typeface="Tahoma"/>
              <a:sym typeface="Tahoma"/>
            </a:endParaRPr>
          </a:p>
        </p:txBody>
      </p:sp>
      <p:sp>
        <p:nvSpPr>
          <p:cNvPr id="236" name="Google Shape;236;p12"/>
          <p:cNvSpPr txBox="1">
            <a:spLocks noGrp="1"/>
          </p:cNvSpPr>
          <p:nvPr>
            <p:ph type="body" idx="1"/>
          </p:nvPr>
        </p:nvSpPr>
        <p:spPr>
          <a:xfrm>
            <a:off x="838200" y="838200"/>
            <a:ext cx="7696200" cy="6019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440"/>
              <a:buChar char="■"/>
            </a:pPr>
            <a:r>
              <a:rPr lang="en-US" sz="2400"/>
              <a:t>Nguồn nhân lực: </a:t>
            </a:r>
            <a:endParaRPr/>
          </a:p>
          <a:p>
            <a:pPr marL="742950" lvl="1" indent="-285750" algn="l" rtl="0">
              <a:lnSpc>
                <a:spcPct val="150000"/>
              </a:lnSpc>
              <a:spcBef>
                <a:spcPts val="400"/>
              </a:spcBef>
              <a:spcAft>
                <a:spcPts val="0"/>
              </a:spcAft>
              <a:buSzPts val="1100"/>
              <a:buChar char="■"/>
            </a:pPr>
            <a:r>
              <a:rPr lang="en-US" sz="2000"/>
              <a:t>Người có trình độ: Mạng &amp; Truyền thông</a:t>
            </a:r>
            <a:endParaRPr sz="2000"/>
          </a:p>
          <a:p>
            <a:pPr marL="742950" lvl="1" indent="-285750" algn="l" rtl="0">
              <a:lnSpc>
                <a:spcPct val="150000"/>
              </a:lnSpc>
              <a:spcBef>
                <a:spcPts val="400"/>
              </a:spcBef>
              <a:spcAft>
                <a:spcPts val="0"/>
              </a:spcAft>
              <a:buSzPts val="1100"/>
              <a:buChar char="■"/>
            </a:pPr>
            <a:r>
              <a:rPr lang="en-US" sz="2000"/>
              <a:t>Duy trì &amp; giám sát </a:t>
            </a:r>
            <a:endParaRPr/>
          </a:p>
          <a:p>
            <a:pPr marL="742950" lvl="1" indent="-285750" algn="l" rtl="0">
              <a:lnSpc>
                <a:spcPct val="150000"/>
              </a:lnSpc>
              <a:spcBef>
                <a:spcPts val="400"/>
              </a:spcBef>
              <a:spcAft>
                <a:spcPts val="0"/>
              </a:spcAft>
              <a:buSzPts val="1100"/>
              <a:buChar char="■"/>
            </a:pPr>
            <a:r>
              <a:rPr lang="en-US" sz="2000"/>
              <a:t>Bảo vệ hệ thống </a:t>
            </a:r>
            <a:endParaRPr/>
          </a:p>
          <a:p>
            <a:pPr marL="742950" lvl="1" indent="-285750" algn="l" rtl="0">
              <a:lnSpc>
                <a:spcPct val="150000"/>
              </a:lnSpc>
              <a:spcBef>
                <a:spcPts val="400"/>
              </a:spcBef>
              <a:spcAft>
                <a:spcPts val="0"/>
              </a:spcAft>
              <a:buSzPts val="1100"/>
              <a:buChar char="■"/>
            </a:pPr>
            <a:r>
              <a:rPr lang="en-US" sz="2000"/>
              <a:t>Người kiểm nghiệm </a:t>
            </a:r>
            <a:endParaRPr/>
          </a:p>
          <a:p>
            <a:pPr marL="742950" lvl="1" indent="-285750" algn="l" rtl="0">
              <a:lnSpc>
                <a:spcPct val="150000"/>
              </a:lnSpc>
              <a:spcBef>
                <a:spcPts val="400"/>
              </a:spcBef>
              <a:spcAft>
                <a:spcPts val="0"/>
              </a:spcAft>
              <a:buSzPts val="1100"/>
              <a:buChar char="■"/>
            </a:pPr>
            <a:r>
              <a:rPr lang="en-US" sz="2000"/>
              <a:t>Người lắp ráp </a:t>
            </a:r>
            <a:endParaRPr/>
          </a:p>
          <a:p>
            <a:pPr marL="742950" lvl="1" indent="-285750" algn="l" rtl="0">
              <a:lnSpc>
                <a:spcPct val="150000"/>
              </a:lnSpc>
              <a:spcBef>
                <a:spcPts val="400"/>
              </a:spcBef>
              <a:spcAft>
                <a:spcPts val="0"/>
              </a:spcAft>
              <a:buSzPts val="1100"/>
              <a:buChar char="■"/>
            </a:pPr>
            <a:r>
              <a:rPr lang="en-US" sz="2000"/>
              <a:t>Số lượng và chất lượng nhân lực</a:t>
            </a:r>
            <a:endParaRPr sz="2000"/>
          </a:p>
          <a:p>
            <a:pPr marL="742950" lvl="1" indent="-285750" algn="l" rtl="0">
              <a:lnSpc>
                <a:spcPct val="150000"/>
              </a:lnSpc>
              <a:spcBef>
                <a:spcPts val="400"/>
              </a:spcBef>
              <a:spcAft>
                <a:spcPts val="0"/>
              </a:spcAft>
              <a:buSzPts val="1100"/>
              <a:buChar char="■"/>
            </a:pPr>
            <a:r>
              <a:rPr lang="en-US" sz="2000"/>
              <a:t>Bảo hiểm </a:t>
            </a:r>
            <a:endParaRPr/>
          </a:p>
          <a:p>
            <a:pPr marL="742950" lvl="1" indent="-285750" algn="l" rtl="0">
              <a:lnSpc>
                <a:spcPct val="150000"/>
              </a:lnSpc>
              <a:spcBef>
                <a:spcPts val="400"/>
              </a:spcBef>
              <a:spcAft>
                <a:spcPts val="0"/>
              </a:spcAft>
              <a:buSzPts val="1100"/>
              <a:buChar char="■"/>
            </a:pPr>
            <a:r>
              <a:rPr lang="en-US" sz="2000"/>
              <a:t>Kinh phí thuê nhân công </a:t>
            </a:r>
            <a:endParaRPr/>
          </a:p>
          <a:p>
            <a:pPr marL="742950" lvl="1" indent="-285750" algn="l" rtl="0">
              <a:lnSpc>
                <a:spcPct val="150000"/>
              </a:lnSpc>
              <a:spcBef>
                <a:spcPts val="400"/>
              </a:spcBef>
              <a:spcAft>
                <a:spcPts val="0"/>
              </a:spcAft>
              <a:buSzPts val="1100"/>
              <a:buChar char="■"/>
            </a:pPr>
            <a:r>
              <a:rPr lang="en-US" sz="2000"/>
              <a:t>Nhóm nhân lực </a:t>
            </a:r>
            <a:endParaRPr/>
          </a:p>
          <a:p>
            <a:pPr marL="742950" lvl="1" indent="-285750" algn="l" rtl="0">
              <a:lnSpc>
                <a:spcPct val="150000"/>
              </a:lnSpc>
              <a:spcBef>
                <a:spcPts val="400"/>
              </a:spcBef>
              <a:spcAft>
                <a:spcPts val="0"/>
              </a:spcAft>
              <a:buSzPts val="1100"/>
              <a:buChar char="■"/>
            </a:pPr>
            <a:r>
              <a:rPr lang="en-US" sz="2000"/>
              <a:t>Chế độ đãi ngộ nhân viên , …</a:t>
            </a:r>
            <a:endParaRPr/>
          </a:p>
          <a:p>
            <a:pPr marL="742950" lvl="1" indent="-215900" algn="l" rtl="0">
              <a:lnSpc>
                <a:spcPct val="150000"/>
              </a:lnSpc>
              <a:spcBef>
                <a:spcPts val="400"/>
              </a:spcBef>
              <a:spcAft>
                <a:spcPts val="0"/>
              </a:spcAft>
              <a:buSzPts val="1100"/>
              <a:buNone/>
            </a:pPr>
            <a:endParaRPr sz="2000"/>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3"/>
          <p:cNvSpPr txBox="1">
            <a:spLocks noGrp="1"/>
          </p:cNvSpPr>
          <p:nvPr>
            <p:ph type="title"/>
          </p:nvPr>
        </p:nvSpPr>
        <p:spPr>
          <a:xfrm>
            <a:off x="762000" y="228600"/>
            <a:ext cx="7716838" cy="762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Quy trình làm ra SP </a:t>
            </a:r>
            <a:endParaRPr/>
          </a:p>
        </p:txBody>
      </p:sp>
      <p:sp>
        <p:nvSpPr>
          <p:cNvPr id="242" name="Google Shape;242;p13"/>
          <p:cNvSpPr txBox="1">
            <a:spLocks noGrp="1"/>
          </p:cNvSpPr>
          <p:nvPr>
            <p:ph type="body" idx="1"/>
          </p:nvPr>
        </p:nvSpPr>
        <p:spPr>
          <a:xfrm>
            <a:off x="381000" y="1447800"/>
            <a:ext cx="84582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1680"/>
              <a:buChar char="■"/>
            </a:pPr>
            <a:r>
              <a:rPr lang="en-US"/>
              <a:t>Xây dựng kế hoạch tổng quát </a:t>
            </a:r>
            <a:endParaRPr/>
          </a:p>
          <a:p>
            <a:pPr marL="342900" lvl="0" indent="-342900" algn="l" rtl="0">
              <a:lnSpc>
                <a:spcPct val="80000"/>
              </a:lnSpc>
              <a:spcBef>
                <a:spcPts val="560"/>
              </a:spcBef>
              <a:spcAft>
                <a:spcPts val="0"/>
              </a:spcAft>
              <a:buSzPts val="1680"/>
              <a:buChar char="■"/>
            </a:pPr>
            <a:r>
              <a:rPr lang="en-US"/>
              <a:t>Khảo sát </a:t>
            </a:r>
            <a:endParaRPr/>
          </a:p>
          <a:p>
            <a:pPr marL="342900" lvl="0" indent="-342900" algn="l" rtl="0">
              <a:lnSpc>
                <a:spcPct val="80000"/>
              </a:lnSpc>
              <a:spcBef>
                <a:spcPts val="560"/>
              </a:spcBef>
              <a:spcAft>
                <a:spcPts val="0"/>
              </a:spcAft>
              <a:buSzPts val="1680"/>
              <a:buChar char="■"/>
            </a:pPr>
            <a:r>
              <a:rPr lang="en-US"/>
              <a:t>Xây dựng kế hoạch chi tiết: Vẽ sơ đồ, … </a:t>
            </a:r>
            <a:endParaRPr/>
          </a:p>
          <a:p>
            <a:pPr marL="342900" lvl="0" indent="-342900" algn="l" rtl="0">
              <a:lnSpc>
                <a:spcPct val="80000"/>
              </a:lnSpc>
              <a:spcBef>
                <a:spcPts val="560"/>
              </a:spcBef>
              <a:spcAft>
                <a:spcPts val="0"/>
              </a:spcAft>
              <a:buSzPts val="1680"/>
              <a:buChar char="■"/>
            </a:pPr>
            <a:r>
              <a:rPr lang="en-US"/>
              <a:t>Tính toán CSVC (trang thiết bị): </a:t>
            </a:r>
            <a:endParaRPr/>
          </a:p>
          <a:p>
            <a:pPr marL="742950" lvl="1" indent="-285750" algn="l" rtl="0">
              <a:lnSpc>
                <a:spcPct val="80000"/>
              </a:lnSpc>
              <a:spcBef>
                <a:spcPts val="480"/>
              </a:spcBef>
              <a:spcAft>
                <a:spcPts val="0"/>
              </a:spcAft>
              <a:buSzPts val="1320"/>
              <a:buChar char="■"/>
            </a:pPr>
            <a:r>
              <a:rPr lang="en-US"/>
              <a:t>Tham khảo giá cả bên ngoài.</a:t>
            </a:r>
            <a:endParaRPr/>
          </a:p>
          <a:p>
            <a:pPr marL="742950" lvl="1" indent="-285750" algn="l" rtl="0">
              <a:lnSpc>
                <a:spcPct val="80000"/>
              </a:lnSpc>
              <a:spcBef>
                <a:spcPts val="480"/>
              </a:spcBef>
              <a:spcAft>
                <a:spcPts val="0"/>
              </a:spcAft>
              <a:buSzPts val="1320"/>
              <a:buChar char="■"/>
            </a:pPr>
            <a:r>
              <a:rPr lang="en-US"/>
              <a:t>Tính toán số lượng, chất lượng </a:t>
            </a:r>
            <a:endParaRPr/>
          </a:p>
          <a:p>
            <a:pPr marL="742950" lvl="1" indent="-285750" algn="l" rtl="0">
              <a:lnSpc>
                <a:spcPct val="80000"/>
              </a:lnSpc>
              <a:spcBef>
                <a:spcPts val="480"/>
              </a:spcBef>
              <a:spcAft>
                <a:spcPts val="0"/>
              </a:spcAft>
              <a:buSzPts val="1320"/>
              <a:buChar char="■"/>
            </a:pPr>
            <a:r>
              <a:rPr lang="en-US"/>
              <a:t>Gặp gỡ các đối tác, nhà cung cấp để tham khảo. </a:t>
            </a:r>
            <a:endParaRPr/>
          </a:p>
          <a:p>
            <a:pPr marL="742950" lvl="1" indent="-285750" algn="l" rtl="0">
              <a:lnSpc>
                <a:spcPct val="80000"/>
              </a:lnSpc>
              <a:spcBef>
                <a:spcPts val="480"/>
              </a:spcBef>
              <a:spcAft>
                <a:spcPts val="0"/>
              </a:spcAft>
              <a:buSzPts val="1320"/>
              <a:buChar char="■"/>
            </a:pPr>
            <a:r>
              <a:rPr lang="en-US"/>
              <a:t>…. </a:t>
            </a:r>
            <a:endParaRPr/>
          </a:p>
          <a:p>
            <a:pPr marL="342900" lvl="0" indent="-342900" algn="l" rtl="0">
              <a:lnSpc>
                <a:spcPct val="80000"/>
              </a:lnSpc>
              <a:spcBef>
                <a:spcPts val="560"/>
              </a:spcBef>
              <a:spcAft>
                <a:spcPts val="0"/>
              </a:spcAft>
              <a:buSzPts val="1680"/>
              <a:buChar char="■"/>
            </a:pPr>
            <a:r>
              <a:rPr lang="en-US"/>
              <a:t>Tính toán thời gian:</a:t>
            </a:r>
            <a:endParaRPr/>
          </a:p>
          <a:p>
            <a:pPr marL="742950" lvl="1" indent="-285750" algn="l" rtl="0">
              <a:lnSpc>
                <a:spcPct val="80000"/>
              </a:lnSpc>
              <a:spcBef>
                <a:spcPts val="480"/>
              </a:spcBef>
              <a:spcAft>
                <a:spcPts val="0"/>
              </a:spcAft>
              <a:buSzPts val="1320"/>
              <a:buChar char="■"/>
            </a:pPr>
            <a:r>
              <a:rPr lang="en-US"/>
              <a:t>Ngày bắt đầu, ngày kết thúc, các giai đoạn thực hiện   </a:t>
            </a:r>
            <a:endParaRPr/>
          </a:p>
          <a:p>
            <a:pPr marL="342900" lvl="0" indent="-342900" algn="l" rtl="0">
              <a:lnSpc>
                <a:spcPct val="80000"/>
              </a:lnSpc>
              <a:spcBef>
                <a:spcPts val="560"/>
              </a:spcBef>
              <a:spcAft>
                <a:spcPts val="0"/>
              </a:spcAft>
              <a:buSzPts val="1680"/>
              <a:buChar char="■"/>
            </a:pPr>
            <a:r>
              <a:rPr lang="en-US"/>
              <a:t>Tính toán kinh phí:  </a:t>
            </a:r>
            <a:endParaRPr/>
          </a:p>
          <a:p>
            <a:pPr marL="342900" lvl="0" indent="-342900" algn="l" rtl="0">
              <a:lnSpc>
                <a:spcPct val="80000"/>
              </a:lnSpc>
              <a:spcBef>
                <a:spcPts val="560"/>
              </a:spcBef>
              <a:spcAft>
                <a:spcPts val="0"/>
              </a:spcAft>
              <a:buSzPts val="1680"/>
              <a:buChar char="■"/>
            </a:pPr>
            <a:r>
              <a:rPr lang="en-US"/>
              <a:t>Triển khai </a:t>
            </a:r>
            <a:endParaRPr/>
          </a:p>
          <a:p>
            <a:pPr marL="342900" lvl="0" indent="-342900" algn="l" rtl="0">
              <a:lnSpc>
                <a:spcPct val="80000"/>
              </a:lnSpc>
              <a:spcBef>
                <a:spcPts val="560"/>
              </a:spcBef>
              <a:spcAft>
                <a:spcPts val="0"/>
              </a:spcAft>
              <a:buSzPts val="1680"/>
              <a:buChar char="■"/>
            </a:pPr>
            <a:r>
              <a:rPr lang="en-US"/>
              <a:t>Kiểm định </a:t>
            </a:r>
            <a:endParaRPr/>
          </a:p>
          <a:p>
            <a:pPr marL="342900" lvl="0" indent="-342900" algn="l" rtl="0">
              <a:lnSpc>
                <a:spcPct val="80000"/>
              </a:lnSpc>
              <a:spcBef>
                <a:spcPts val="560"/>
              </a:spcBef>
              <a:spcAft>
                <a:spcPts val="0"/>
              </a:spcAft>
              <a:buSzPts val="1680"/>
              <a:buChar char="■"/>
            </a:pPr>
            <a:r>
              <a:rPr lang="en-US"/>
              <a:t>Bảo trì </a:t>
            </a:r>
            <a:endParaRPr/>
          </a:p>
          <a:p>
            <a:pPr marL="342900" lvl="0" indent="-342900" algn="l" rtl="0">
              <a:lnSpc>
                <a:spcPct val="80000"/>
              </a:lnSpc>
              <a:spcBef>
                <a:spcPts val="560"/>
              </a:spcBef>
              <a:spcAft>
                <a:spcPts val="0"/>
              </a:spcAft>
              <a:buSzPts val="1680"/>
              <a:buChar char="■"/>
            </a:pPr>
            <a:r>
              <a:rPr lang="en-US"/>
              <a:t> </a:t>
            </a:r>
            <a:endParaRPr/>
          </a:p>
        </p:txBody>
      </p:sp>
      <p:sp>
        <p:nvSpPr>
          <p:cNvPr id="243" name="Google Shape;243;p1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13</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4"/>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CÁC NHÂN TỐ ẢNH HƯỞNG ĐẾN DỰ ÁN</a:t>
            </a:r>
            <a:endParaRPr/>
          </a:p>
        </p:txBody>
      </p:sp>
      <p:sp>
        <p:nvSpPr>
          <p:cNvPr id="249" name="Google Shape;249;p14"/>
          <p:cNvSpPr/>
          <p:nvPr/>
        </p:nvSpPr>
        <p:spPr>
          <a:xfrm>
            <a:off x="6858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Các bên liên quan</a:t>
            </a:r>
            <a:endParaRPr sz="2400" b="1">
              <a:solidFill>
                <a:srgbClr val="D3E026"/>
              </a:solidFill>
              <a:latin typeface="Tahoma"/>
              <a:ea typeface="Tahoma"/>
              <a:cs typeface="Tahoma"/>
              <a:sym typeface="Tahoma"/>
            </a:endParaRPr>
          </a:p>
        </p:txBody>
      </p:sp>
      <p:sp>
        <p:nvSpPr>
          <p:cNvPr id="250" name="Google Shape;250;p14"/>
          <p:cNvSpPr txBox="1">
            <a:spLocks noGrp="1"/>
          </p:cNvSpPr>
          <p:nvPr>
            <p:ph type="body" idx="1"/>
          </p:nvPr>
        </p:nvSpPr>
        <p:spPr>
          <a:xfrm>
            <a:off x="381000" y="1981200"/>
            <a:ext cx="8610600" cy="4876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latin typeface="Arial"/>
                <a:ea typeface="Arial"/>
                <a:cs typeface="Arial"/>
                <a:sym typeface="Arial"/>
              </a:rPr>
              <a:t>Có lợi ích nghiệp vụ trong kết quả dự án </a:t>
            </a:r>
            <a:endParaRPr/>
          </a:p>
          <a:p>
            <a:pPr marL="342900" lvl="0" indent="-342900" algn="l" rtl="0">
              <a:lnSpc>
                <a:spcPct val="150000"/>
              </a:lnSpc>
              <a:spcBef>
                <a:spcPts val="560"/>
              </a:spcBef>
              <a:spcAft>
                <a:spcPts val="0"/>
              </a:spcAft>
              <a:buSzPts val="1680"/>
              <a:buChar char="■"/>
            </a:pPr>
            <a:r>
              <a:rPr lang="en-US">
                <a:latin typeface="Arial"/>
                <a:ea typeface="Arial"/>
                <a:cs typeface="Arial"/>
                <a:sym typeface="Arial"/>
              </a:rPr>
              <a:t>Liên quan trực tiếp tới dự án </a:t>
            </a:r>
            <a:endParaRPr/>
          </a:p>
          <a:p>
            <a:pPr marL="342900" lvl="0" indent="-342900" algn="l" rtl="0">
              <a:lnSpc>
                <a:spcPct val="150000"/>
              </a:lnSpc>
              <a:spcBef>
                <a:spcPts val="560"/>
              </a:spcBef>
              <a:spcAft>
                <a:spcPts val="0"/>
              </a:spcAft>
              <a:buSzPts val="1680"/>
              <a:buChar char="■"/>
            </a:pPr>
            <a:r>
              <a:rPr lang="en-US">
                <a:latin typeface="Arial"/>
                <a:ea typeface="Arial"/>
                <a:cs typeface="Arial"/>
                <a:sym typeface="Arial"/>
              </a:rPr>
              <a:t>Đóng góp các nguồn lực cho dự án </a:t>
            </a:r>
            <a:endParaRPr/>
          </a:p>
          <a:p>
            <a:pPr marL="342900" lvl="0" indent="-342900" algn="l" rtl="0">
              <a:lnSpc>
                <a:spcPct val="150000"/>
              </a:lnSpc>
              <a:spcBef>
                <a:spcPts val="560"/>
              </a:spcBef>
              <a:spcAft>
                <a:spcPts val="0"/>
              </a:spcAft>
              <a:buSzPts val="1680"/>
              <a:buFont typeface="Noto Sans Symbols"/>
              <a:buNone/>
            </a:pPr>
            <a:endParaRPr/>
          </a:p>
          <a:p>
            <a:pPr marL="342900" lvl="0" indent="-342900" algn="l" rtl="0">
              <a:lnSpc>
                <a:spcPct val="150000"/>
              </a:lnSpc>
              <a:spcBef>
                <a:spcPts val="560"/>
              </a:spcBef>
              <a:spcAft>
                <a:spcPts val="0"/>
              </a:spcAft>
              <a:buSzPts val="1680"/>
              <a:buFont typeface="Noto Sans Symbols"/>
              <a:buChar char="🡺"/>
            </a:pPr>
            <a:r>
              <a:rPr lang="en-US"/>
              <a:t>Xác định được các bên liên quan trong dự án càng sớm càng tốt.</a:t>
            </a:r>
            <a:endParaRPr/>
          </a:p>
          <a:p>
            <a:pPr marL="342900" lvl="0" indent="-342900" algn="l" rtl="0">
              <a:lnSpc>
                <a:spcPct val="150000"/>
              </a:lnSpc>
              <a:spcBef>
                <a:spcPts val="400"/>
              </a:spcBef>
              <a:spcAft>
                <a:spcPts val="0"/>
              </a:spcAft>
              <a:buSzPts val="1200"/>
              <a:buFont typeface="Noto Sans Symbols"/>
              <a:buNone/>
            </a:pPr>
            <a:r>
              <a:rPr lang="en-US" sz="2000" b="1">
                <a:solidFill>
                  <a:srgbClr val="FF0000"/>
                </a:solidFill>
              </a:rPr>
              <a:t>Q</a:t>
            </a:r>
            <a:r>
              <a:rPr lang="en-US" sz="2000">
                <a:solidFill>
                  <a:srgbClr val="FF0000"/>
                </a:solidFill>
              </a:rPr>
              <a:t>: Kể các bên liên quan trong một dự án ? </a:t>
            </a:r>
            <a:endParaRPr sz="2000">
              <a:solidFill>
                <a:srgbClr val="FF0000"/>
              </a:solidFill>
              <a:latin typeface="Arial"/>
              <a:ea typeface="Arial"/>
              <a:cs typeface="Arial"/>
              <a:sym typeface="Arial"/>
            </a:endParaRPr>
          </a:p>
        </p:txBody>
      </p:sp>
      <p:sp>
        <p:nvSpPr>
          <p:cNvPr id="251" name="Google Shape;251;p1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14</a:t>
            </a:fld>
            <a:endParaRPr sz="1400">
              <a:solidFill>
                <a:schemeClr val="dk1"/>
              </a:solidFill>
              <a:latin typeface="Tahoma"/>
              <a:ea typeface="Tahoma"/>
              <a:cs typeface="Tahoma"/>
              <a:sym typeface="Tahoma"/>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 calcmode="lin" valueType="num">
                                      <p:cBhvr additive="base">
                                        <p:cTn id="7" dur="500"/>
                                        <p:tgtEl>
                                          <p:spTgt spid="25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 calcmode="lin" valueType="num">
                                      <p:cBhvr additive="base">
                                        <p:cTn id="12" dur="500"/>
                                        <p:tgtEl>
                                          <p:spTgt spid="25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 calcmode="lin" valueType="num">
                                      <p:cBhvr additive="base">
                                        <p:cTn id="17" dur="500"/>
                                        <p:tgtEl>
                                          <p:spTgt spid="25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 calcmode="lin" valueType="num">
                                      <p:cBhvr additive="base">
                                        <p:cTn id="22" dur="500"/>
                                        <p:tgtEl>
                                          <p:spTgt spid="25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0">
                                            <p:txEl>
                                              <p:pRg st="4" end="4"/>
                                            </p:txEl>
                                          </p:spTgt>
                                        </p:tgtEl>
                                        <p:attrNameLst>
                                          <p:attrName>style.visibility</p:attrName>
                                        </p:attrNameLst>
                                      </p:cBhvr>
                                      <p:to>
                                        <p:strVal val="visible"/>
                                      </p:to>
                                    </p:set>
                                    <p:anim calcmode="lin" valueType="num">
                                      <p:cBhvr additive="base">
                                        <p:cTn id="27" dur="500"/>
                                        <p:tgtEl>
                                          <p:spTgt spid="25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50">
                                            <p:txEl>
                                              <p:pRg st="5" end="5"/>
                                            </p:txEl>
                                          </p:spTgt>
                                        </p:tgtEl>
                                        <p:attrNameLst>
                                          <p:attrName>style.visibility</p:attrName>
                                        </p:attrNameLst>
                                      </p:cBhvr>
                                      <p:to>
                                        <p:strVal val="visible"/>
                                      </p:to>
                                    </p:set>
                                    <p:anim calcmode="lin" valueType="num">
                                      <p:cBhvr additive="base">
                                        <p:cTn id="32" dur="500"/>
                                        <p:tgtEl>
                                          <p:spTgt spid="25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5"/>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CÁC NHÂN TỐ ẢNH HƯỞNG ĐẾN DỰ ÁN</a:t>
            </a:r>
            <a:endParaRPr/>
          </a:p>
        </p:txBody>
      </p:sp>
      <p:sp>
        <p:nvSpPr>
          <p:cNvPr id="257" name="Google Shape;257;p15"/>
          <p:cNvSpPr/>
          <p:nvPr/>
        </p:nvSpPr>
        <p:spPr>
          <a:xfrm>
            <a:off x="6858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Bao gồm: </a:t>
            </a:r>
            <a:endParaRPr/>
          </a:p>
        </p:txBody>
      </p:sp>
      <p:sp>
        <p:nvSpPr>
          <p:cNvPr id="258" name="Google Shape;258;p15"/>
          <p:cNvSpPr txBox="1">
            <a:spLocks noGrp="1"/>
          </p:cNvSpPr>
          <p:nvPr>
            <p:ph type="body" idx="1"/>
          </p:nvPr>
        </p:nvSpPr>
        <p:spPr>
          <a:xfrm>
            <a:off x="381000" y="1981200"/>
            <a:ext cx="8610600" cy="4495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latin typeface="Arial"/>
                <a:ea typeface="Arial"/>
                <a:cs typeface="Arial"/>
                <a:sym typeface="Arial"/>
              </a:rPr>
              <a:t>Nhà tài trợ: </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Chịu trách nhiệm cuối cùng. </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Có trách nhiệm ký kết hoàn tất các tài liệu lập.</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Cho phép nhóm quản lý dự án sử dụng các nguồn lực, cố vấn cho nhóm quản lý dự án. </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Có thêm các trách nhiệm xem xét lại các tiến trình và chất lượng, cắt băng khai trương, khánh thành, ký và công bố tôn chỉ dự án. </a:t>
            </a:r>
            <a:endParaRPr/>
          </a:p>
        </p:txBody>
      </p:sp>
      <p:sp>
        <p:nvSpPr>
          <p:cNvPr id="259" name="Google Shape;259;p1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15</a:t>
            </a:fld>
            <a:endParaRPr sz="1400">
              <a:solidFill>
                <a:schemeClr val="dk1"/>
              </a:solidFill>
              <a:latin typeface="Tahoma"/>
              <a:ea typeface="Tahoma"/>
              <a:cs typeface="Tahoma"/>
              <a:sym typeface="Tahoma"/>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8">
                                            <p:txEl>
                                              <p:pRg st="0" end="0"/>
                                            </p:txEl>
                                          </p:spTgt>
                                        </p:tgtEl>
                                        <p:attrNameLst>
                                          <p:attrName>style.visibility</p:attrName>
                                        </p:attrNameLst>
                                      </p:cBhvr>
                                      <p:to>
                                        <p:strVal val="visible"/>
                                      </p:to>
                                    </p:set>
                                    <p:anim calcmode="lin" valueType="num">
                                      <p:cBhvr additive="base">
                                        <p:cTn id="7" dur="500"/>
                                        <p:tgtEl>
                                          <p:spTgt spid="25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8">
                                            <p:txEl>
                                              <p:pRg st="1" end="1"/>
                                            </p:txEl>
                                          </p:spTgt>
                                        </p:tgtEl>
                                        <p:attrNameLst>
                                          <p:attrName>style.visibility</p:attrName>
                                        </p:attrNameLst>
                                      </p:cBhvr>
                                      <p:to>
                                        <p:strVal val="visible"/>
                                      </p:to>
                                    </p:set>
                                    <p:anim calcmode="lin" valueType="num">
                                      <p:cBhvr additive="base">
                                        <p:cTn id="12" dur="500"/>
                                        <p:tgtEl>
                                          <p:spTgt spid="25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8">
                                            <p:txEl>
                                              <p:pRg st="2" end="2"/>
                                            </p:txEl>
                                          </p:spTgt>
                                        </p:tgtEl>
                                        <p:attrNameLst>
                                          <p:attrName>style.visibility</p:attrName>
                                        </p:attrNameLst>
                                      </p:cBhvr>
                                      <p:to>
                                        <p:strVal val="visible"/>
                                      </p:to>
                                    </p:set>
                                    <p:anim calcmode="lin" valueType="num">
                                      <p:cBhvr additive="base">
                                        <p:cTn id="17" dur="500"/>
                                        <p:tgtEl>
                                          <p:spTgt spid="25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58">
                                            <p:txEl>
                                              <p:pRg st="3" end="3"/>
                                            </p:txEl>
                                          </p:spTgt>
                                        </p:tgtEl>
                                        <p:attrNameLst>
                                          <p:attrName>style.visibility</p:attrName>
                                        </p:attrNameLst>
                                      </p:cBhvr>
                                      <p:to>
                                        <p:strVal val="visible"/>
                                      </p:to>
                                    </p:set>
                                    <p:anim calcmode="lin" valueType="num">
                                      <p:cBhvr additive="base">
                                        <p:cTn id="22" dur="500"/>
                                        <p:tgtEl>
                                          <p:spTgt spid="25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8">
                                            <p:txEl>
                                              <p:pRg st="4" end="4"/>
                                            </p:txEl>
                                          </p:spTgt>
                                        </p:tgtEl>
                                        <p:attrNameLst>
                                          <p:attrName>style.visibility</p:attrName>
                                        </p:attrNameLst>
                                      </p:cBhvr>
                                      <p:to>
                                        <p:strVal val="visible"/>
                                      </p:to>
                                    </p:set>
                                    <p:anim calcmode="lin" valueType="num">
                                      <p:cBhvr additive="base">
                                        <p:cTn id="27" dur="500"/>
                                        <p:tgtEl>
                                          <p:spTgt spid="25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6"/>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CÁC NHÂN TỐ ẢNH HƯỞNG ĐẾN DỰ ÁN</a:t>
            </a:r>
            <a:endParaRPr/>
          </a:p>
        </p:txBody>
      </p:sp>
      <p:sp>
        <p:nvSpPr>
          <p:cNvPr id="265" name="Google Shape;265;p16"/>
          <p:cNvSpPr/>
          <p:nvPr/>
        </p:nvSpPr>
        <p:spPr>
          <a:xfrm>
            <a:off x="6858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Bao gồm: </a:t>
            </a:r>
            <a:endParaRPr/>
          </a:p>
        </p:txBody>
      </p:sp>
      <p:sp>
        <p:nvSpPr>
          <p:cNvPr id="266" name="Google Shape;266;p16"/>
          <p:cNvSpPr txBox="1">
            <a:spLocks noGrp="1"/>
          </p:cNvSpPr>
          <p:nvPr>
            <p:ph type="body" idx="1"/>
          </p:nvPr>
        </p:nvSpPr>
        <p:spPr>
          <a:xfrm>
            <a:off x="381000" y="1905000"/>
            <a:ext cx="8610600" cy="4953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Nhà quản lý dự án (giám đốc dự án)</a:t>
            </a:r>
            <a:r>
              <a:rPr lang="en-US">
                <a:latin typeface="Arial"/>
                <a:ea typeface="Arial"/>
                <a:cs typeface="Arial"/>
                <a:sym typeface="Arial"/>
              </a:rPr>
              <a:t>: </a:t>
            </a:r>
            <a:endParaRPr/>
          </a:p>
          <a:p>
            <a:pPr marL="742950" lvl="1" indent="-285750" algn="l" rtl="0">
              <a:lnSpc>
                <a:spcPct val="150000"/>
              </a:lnSpc>
              <a:spcBef>
                <a:spcPts val="0"/>
              </a:spcBef>
              <a:spcAft>
                <a:spcPts val="0"/>
              </a:spcAft>
              <a:buSzPts val="1320"/>
              <a:buChar char="■"/>
            </a:pPr>
            <a:r>
              <a:rPr lang="en-US"/>
              <a:t>Làm việc với các đối tượng liên quan. </a:t>
            </a:r>
            <a:endParaRPr/>
          </a:p>
          <a:p>
            <a:pPr marL="742950" lvl="1" indent="-285750" algn="l" rtl="0">
              <a:lnSpc>
                <a:spcPct val="150000"/>
              </a:lnSpc>
              <a:spcBef>
                <a:spcPts val="0"/>
              </a:spcBef>
              <a:spcAft>
                <a:spcPts val="0"/>
              </a:spcAft>
              <a:buSzPts val="1320"/>
              <a:buChar char="■"/>
            </a:pPr>
            <a:r>
              <a:rPr lang="en-US"/>
              <a:t>Lập kế hoạch, sắp xếp lịch trình và dự thảo ngân sách với đội ngũ. </a:t>
            </a:r>
            <a:endParaRPr/>
          </a:p>
          <a:p>
            <a:pPr marL="742950" lvl="1" indent="-285750" algn="l" rtl="0">
              <a:lnSpc>
                <a:spcPct val="150000"/>
              </a:lnSpc>
              <a:spcBef>
                <a:spcPts val="0"/>
              </a:spcBef>
              <a:spcAft>
                <a:spcPts val="0"/>
              </a:spcAft>
              <a:buSzPts val="1320"/>
              <a:buChar char="■"/>
            </a:pPr>
            <a:r>
              <a:rPr lang="en-US"/>
              <a:t>Giám sát hiệu quả hoạt động và thực hiện các hoạt động hiệu chỉnh. </a:t>
            </a:r>
            <a:endParaRPr/>
          </a:p>
          <a:p>
            <a:pPr marL="742950" lvl="1" indent="-285750" algn="l" rtl="0">
              <a:lnSpc>
                <a:spcPct val="150000"/>
              </a:lnSpc>
              <a:spcBef>
                <a:spcPts val="0"/>
              </a:spcBef>
              <a:spcAft>
                <a:spcPts val="0"/>
              </a:spcAft>
              <a:buSzPts val="1320"/>
              <a:buChar char="■"/>
            </a:pPr>
            <a:r>
              <a:rPr lang="en-US"/>
              <a:t>Thông báo cho nhà tài trợ và các đối tượng liên quan. </a:t>
            </a:r>
            <a:endParaRPr/>
          </a:p>
          <a:p>
            <a:pPr marL="742950" lvl="1" indent="-285750" algn="l" rtl="0">
              <a:lnSpc>
                <a:spcPct val="150000"/>
              </a:lnSpc>
              <a:spcBef>
                <a:spcPts val="0"/>
              </a:spcBef>
              <a:spcAft>
                <a:spcPts val="0"/>
              </a:spcAft>
              <a:buSzPts val="1320"/>
              <a:buChar char="■"/>
            </a:pPr>
            <a:r>
              <a:rPr lang="en-US"/>
              <a:t>Làm người trung gian giữa nhóm dự án và các đối tượng liên quan</a:t>
            </a:r>
            <a:r>
              <a:rPr lang="en-US">
                <a:latin typeface="Arial"/>
                <a:ea typeface="Arial"/>
                <a:cs typeface="Arial"/>
                <a:sym typeface="Arial"/>
              </a:rPr>
              <a:t> </a:t>
            </a:r>
            <a:endParaRPr/>
          </a:p>
        </p:txBody>
      </p:sp>
      <p:sp>
        <p:nvSpPr>
          <p:cNvPr id="267" name="Google Shape;267;p1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16</a:t>
            </a:fld>
            <a:endParaRPr sz="1400">
              <a:solidFill>
                <a:schemeClr val="dk1"/>
              </a:solidFill>
              <a:latin typeface="Tahoma"/>
              <a:ea typeface="Tahoma"/>
              <a:cs typeface="Tahoma"/>
              <a:sym typeface="Tahoma"/>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
                                            <p:txEl>
                                              <p:pRg st="0" end="0"/>
                                            </p:txEl>
                                          </p:spTgt>
                                        </p:tgtEl>
                                        <p:attrNameLst>
                                          <p:attrName>style.visibility</p:attrName>
                                        </p:attrNameLst>
                                      </p:cBhvr>
                                      <p:to>
                                        <p:strVal val="visible"/>
                                      </p:to>
                                    </p:set>
                                    <p:anim calcmode="lin" valueType="num">
                                      <p:cBhvr additive="base">
                                        <p:cTn id="7" dur="500"/>
                                        <p:tgtEl>
                                          <p:spTgt spid="26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6">
                                            <p:txEl>
                                              <p:pRg st="1" end="1"/>
                                            </p:txEl>
                                          </p:spTgt>
                                        </p:tgtEl>
                                        <p:attrNameLst>
                                          <p:attrName>style.visibility</p:attrName>
                                        </p:attrNameLst>
                                      </p:cBhvr>
                                      <p:to>
                                        <p:strVal val="visible"/>
                                      </p:to>
                                    </p:set>
                                    <p:anim calcmode="lin" valueType="num">
                                      <p:cBhvr additive="base">
                                        <p:cTn id="12" dur="500"/>
                                        <p:tgtEl>
                                          <p:spTgt spid="26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6">
                                            <p:txEl>
                                              <p:pRg st="2" end="2"/>
                                            </p:txEl>
                                          </p:spTgt>
                                        </p:tgtEl>
                                        <p:attrNameLst>
                                          <p:attrName>style.visibility</p:attrName>
                                        </p:attrNameLst>
                                      </p:cBhvr>
                                      <p:to>
                                        <p:strVal val="visible"/>
                                      </p:to>
                                    </p:set>
                                    <p:anim calcmode="lin" valueType="num">
                                      <p:cBhvr additive="base">
                                        <p:cTn id="17" dur="500"/>
                                        <p:tgtEl>
                                          <p:spTgt spid="26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66">
                                            <p:txEl>
                                              <p:pRg st="3" end="3"/>
                                            </p:txEl>
                                          </p:spTgt>
                                        </p:tgtEl>
                                        <p:attrNameLst>
                                          <p:attrName>style.visibility</p:attrName>
                                        </p:attrNameLst>
                                      </p:cBhvr>
                                      <p:to>
                                        <p:strVal val="visible"/>
                                      </p:to>
                                    </p:set>
                                    <p:anim calcmode="lin" valueType="num">
                                      <p:cBhvr additive="base">
                                        <p:cTn id="22" dur="500"/>
                                        <p:tgtEl>
                                          <p:spTgt spid="26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66">
                                            <p:txEl>
                                              <p:pRg st="4" end="4"/>
                                            </p:txEl>
                                          </p:spTgt>
                                        </p:tgtEl>
                                        <p:attrNameLst>
                                          <p:attrName>style.visibility</p:attrName>
                                        </p:attrNameLst>
                                      </p:cBhvr>
                                      <p:to>
                                        <p:strVal val="visible"/>
                                      </p:to>
                                    </p:set>
                                    <p:anim calcmode="lin" valueType="num">
                                      <p:cBhvr additive="base">
                                        <p:cTn id="27" dur="500"/>
                                        <p:tgtEl>
                                          <p:spTgt spid="26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66">
                                            <p:txEl>
                                              <p:pRg st="5" end="5"/>
                                            </p:txEl>
                                          </p:spTgt>
                                        </p:tgtEl>
                                        <p:attrNameLst>
                                          <p:attrName>style.visibility</p:attrName>
                                        </p:attrNameLst>
                                      </p:cBhvr>
                                      <p:to>
                                        <p:strVal val="visible"/>
                                      </p:to>
                                    </p:set>
                                    <p:anim calcmode="lin" valueType="num">
                                      <p:cBhvr additive="base">
                                        <p:cTn id="32" dur="500"/>
                                        <p:tgtEl>
                                          <p:spTgt spid="26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7"/>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CÁC NHÂN TỐ ẢNH HƯỞNG ĐẾN DỰ ÁN</a:t>
            </a:r>
            <a:endParaRPr/>
          </a:p>
        </p:txBody>
      </p:sp>
      <p:sp>
        <p:nvSpPr>
          <p:cNvPr id="273" name="Google Shape;273;p17"/>
          <p:cNvSpPr/>
          <p:nvPr/>
        </p:nvSpPr>
        <p:spPr>
          <a:xfrm>
            <a:off x="6858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Bao gồm: </a:t>
            </a:r>
            <a:endParaRPr/>
          </a:p>
        </p:txBody>
      </p:sp>
      <p:sp>
        <p:nvSpPr>
          <p:cNvPr id="274" name="Google Shape;274;p17"/>
          <p:cNvSpPr txBox="1">
            <a:spLocks noGrp="1"/>
          </p:cNvSpPr>
          <p:nvPr>
            <p:ph type="body" idx="1"/>
          </p:nvPr>
        </p:nvSpPr>
        <p:spPr>
          <a:xfrm>
            <a:off x="381000" y="1905000"/>
            <a:ext cx="8610600" cy="4953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Nhà quản lý chức năng</a:t>
            </a:r>
            <a:r>
              <a:rPr lang="en-US">
                <a:latin typeface="Arial"/>
                <a:ea typeface="Arial"/>
                <a:cs typeface="Arial"/>
                <a:sym typeface="Arial"/>
              </a:rPr>
              <a:t>: </a:t>
            </a:r>
            <a:endParaRPr/>
          </a:p>
          <a:p>
            <a:pPr marL="742950" lvl="1" indent="-285750" algn="l" rtl="0">
              <a:lnSpc>
                <a:spcPct val="150000"/>
              </a:lnSpc>
              <a:spcBef>
                <a:spcPts val="0"/>
              </a:spcBef>
              <a:spcAft>
                <a:spcPts val="0"/>
              </a:spcAft>
              <a:buSzPts val="1320"/>
              <a:buChar char="■"/>
            </a:pPr>
            <a:r>
              <a:rPr lang="en-US"/>
              <a:t>Chịu ảnh hưởng bởi các hoạt động, kết quả của dự án. </a:t>
            </a:r>
            <a:endParaRPr/>
          </a:p>
          <a:p>
            <a:pPr marL="742950" lvl="1" indent="-285750" algn="l" rtl="0">
              <a:lnSpc>
                <a:spcPct val="150000"/>
              </a:lnSpc>
              <a:spcBef>
                <a:spcPts val="0"/>
              </a:spcBef>
              <a:spcAft>
                <a:spcPts val="0"/>
              </a:spcAft>
              <a:buSzPts val="1320"/>
              <a:buChar char="■"/>
            </a:pPr>
            <a:r>
              <a:rPr lang="en-US"/>
              <a:t>Kiểm soát và đóng góp nguồn lực cho dự án (con người, trang thiết bị …). </a:t>
            </a:r>
            <a:endParaRPr/>
          </a:p>
          <a:p>
            <a:pPr marL="742950" lvl="1" indent="-285750" algn="l" rtl="0">
              <a:lnSpc>
                <a:spcPct val="150000"/>
              </a:lnSpc>
              <a:spcBef>
                <a:spcPts val="0"/>
              </a:spcBef>
              <a:spcAft>
                <a:spcPts val="0"/>
              </a:spcAft>
              <a:buSzPts val="1320"/>
              <a:buChar char="■"/>
            </a:pPr>
            <a:r>
              <a:rPr lang="en-US"/>
              <a:t>Có thể có những yêu cầu trái ngược với kết quả dự án </a:t>
            </a:r>
            <a:endParaRPr/>
          </a:p>
          <a:p>
            <a:pPr marL="742950" lvl="1" indent="-285750" algn="l" rtl="0">
              <a:lnSpc>
                <a:spcPct val="150000"/>
              </a:lnSpc>
              <a:spcBef>
                <a:spcPts val="0"/>
              </a:spcBef>
              <a:spcAft>
                <a:spcPts val="0"/>
              </a:spcAft>
              <a:buSzPts val="1320"/>
              <a:buChar char="■"/>
            </a:pPr>
            <a:r>
              <a:rPr lang="en-US"/>
              <a:t>Một số trường hợp là cấp trên của nhà quản lý dự án</a:t>
            </a:r>
            <a:r>
              <a:rPr lang="en-US">
                <a:latin typeface="Arial"/>
                <a:ea typeface="Arial"/>
                <a:cs typeface="Arial"/>
                <a:sym typeface="Arial"/>
              </a:rPr>
              <a:t> </a:t>
            </a:r>
            <a:endParaRPr/>
          </a:p>
        </p:txBody>
      </p:sp>
      <p:sp>
        <p:nvSpPr>
          <p:cNvPr id="275" name="Google Shape;275;p1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17</a:t>
            </a:fld>
            <a:endParaRPr sz="1400">
              <a:solidFill>
                <a:schemeClr val="dk1"/>
              </a:solidFill>
              <a:latin typeface="Tahoma"/>
              <a:ea typeface="Tahoma"/>
              <a:cs typeface="Tahoma"/>
              <a:sym typeface="Tahoma"/>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4">
                                            <p:txEl>
                                              <p:pRg st="0" end="0"/>
                                            </p:txEl>
                                          </p:spTgt>
                                        </p:tgtEl>
                                        <p:attrNameLst>
                                          <p:attrName>style.visibility</p:attrName>
                                        </p:attrNameLst>
                                      </p:cBhvr>
                                      <p:to>
                                        <p:strVal val="visible"/>
                                      </p:to>
                                    </p:set>
                                    <p:anim calcmode="lin" valueType="num">
                                      <p:cBhvr additive="base">
                                        <p:cTn id="7" dur="500"/>
                                        <p:tgtEl>
                                          <p:spTgt spid="27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74">
                                            <p:txEl>
                                              <p:pRg st="1" end="1"/>
                                            </p:txEl>
                                          </p:spTgt>
                                        </p:tgtEl>
                                        <p:attrNameLst>
                                          <p:attrName>style.visibility</p:attrName>
                                        </p:attrNameLst>
                                      </p:cBhvr>
                                      <p:to>
                                        <p:strVal val="visible"/>
                                      </p:to>
                                    </p:set>
                                    <p:anim calcmode="lin" valueType="num">
                                      <p:cBhvr additive="base">
                                        <p:cTn id="12" dur="500"/>
                                        <p:tgtEl>
                                          <p:spTgt spid="27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4">
                                            <p:txEl>
                                              <p:pRg st="2" end="2"/>
                                            </p:txEl>
                                          </p:spTgt>
                                        </p:tgtEl>
                                        <p:attrNameLst>
                                          <p:attrName>style.visibility</p:attrName>
                                        </p:attrNameLst>
                                      </p:cBhvr>
                                      <p:to>
                                        <p:strVal val="visible"/>
                                      </p:to>
                                    </p:set>
                                    <p:anim calcmode="lin" valueType="num">
                                      <p:cBhvr additive="base">
                                        <p:cTn id="17" dur="500"/>
                                        <p:tgtEl>
                                          <p:spTgt spid="27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4">
                                            <p:txEl>
                                              <p:pRg st="3" end="3"/>
                                            </p:txEl>
                                          </p:spTgt>
                                        </p:tgtEl>
                                        <p:attrNameLst>
                                          <p:attrName>style.visibility</p:attrName>
                                        </p:attrNameLst>
                                      </p:cBhvr>
                                      <p:to>
                                        <p:strVal val="visible"/>
                                      </p:to>
                                    </p:set>
                                    <p:anim calcmode="lin" valueType="num">
                                      <p:cBhvr additive="base">
                                        <p:cTn id="22" dur="500"/>
                                        <p:tgtEl>
                                          <p:spTgt spid="27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74">
                                            <p:txEl>
                                              <p:pRg st="4" end="4"/>
                                            </p:txEl>
                                          </p:spTgt>
                                        </p:tgtEl>
                                        <p:attrNameLst>
                                          <p:attrName>style.visibility</p:attrName>
                                        </p:attrNameLst>
                                      </p:cBhvr>
                                      <p:to>
                                        <p:strVal val="visible"/>
                                      </p:to>
                                    </p:set>
                                    <p:anim calcmode="lin" valueType="num">
                                      <p:cBhvr additive="base">
                                        <p:cTn id="27" dur="500"/>
                                        <p:tgtEl>
                                          <p:spTgt spid="27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8"/>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CÁC NHÂN TỐ ẢNH HƯỞNG ĐẾN DỰ ÁN</a:t>
            </a:r>
            <a:endParaRPr/>
          </a:p>
        </p:txBody>
      </p:sp>
      <p:sp>
        <p:nvSpPr>
          <p:cNvPr id="281" name="Google Shape;281;p18"/>
          <p:cNvSpPr/>
          <p:nvPr/>
        </p:nvSpPr>
        <p:spPr>
          <a:xfrm>
            <a:off x="6858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Bao gồm: </a:t>
            </a:r>
            <a:endParaRPr/>
          </a:p>
        </p:txBody>
      </p:sp>
      <p:sp>
        <p:nvSpPr>
          <p:cNvPr id="282" name="Google Shape;282;p18"/>
          <p:cNvSpPr txBox="1">
            <a:spLocks noGrp="1"/>
          </p:cNvSpPr>
          <p:nvPr>
            <p:ph type="body" idx="1"/>
          </p:nvPr>
        </p:nvSpPr>
        <p:spPr>
          <a:xfrm>
            <a:off x="381000" y="1905000"/>
            <a:ext cx="8610600" cy="4953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Khách hàng</a:t>
            </a:r>
            <a:r>
              <a:rPr lang="en-US">
                <a:latin typeface="Arial"/>
                <a:ea typeface="Arial"/>
                <a:cs typeface="Arial"/>
                <a:sym typeface="Arial"/>
              </a:rPr>
              <a:t>: </a:t>
            </a:r>
            <a:endParaRPr/>
          </a:p>
          <a:p>
            <a:pPr marL="742950" lvl="1" indent="-285750" algn="l" rtl="0">
              <a:lnSpc>
                <a:spcPct val="150000"/>
              </a:lnSpc>
              <a:spcBef>
                <a:spcPts val="0"/>
              </a:spcBef>
              <a:spcAft>
                <a:spcPts val="0"/>
              </a:spcAft>
              <a:buSzPts val="1320"/>
              <a:buChar char="■"/>
            </a:pPr>
            <a:r>
              <a:rPr lang="en-US"/>
              <a:t>Nhận đầu ra của dự án </a:t>
            </a:r>
            <a:endParaRPr sz="2000"/>
          </a:p>
          <a:p>
            <a:pPr marL="742950" lvl="1" indent="-285750" algn="l" rtl="0">
              <a:lnSpc>
                <a:spcPct val="150000"/>
              </a:lnSpc>
              <a:spcBef>
                <a:spcPts val="0"/>
              </a:spcBef>
              <a:spcAft>
                <a:spcPts val="0"/>
              </a:spcAft>
              <a:buSzPts val="1320"/>
              <a:buChar char="■"/>
            </a:pPr>
            <a:r>
              <a:rPr lang="en-US"/>
              <a:t>Thanh toán cho đầu ra dự án </a:t>
            </a:r>
            <a:endParaRPr/>
          </a:p>
          <a:p>
            <a:pPr marL="742950" lvl="1" indent="-285750" algn="l" rtl="0">
              <a:lnSpc>
                <a:spcPct val="150000"/>
              </a:lnSpc>
              <a:spcBef>
                <a:spcPts val="0"/>
              </a:spcBef>
              <a:spcAft>
                <a:spcPts val="0"/>
              </a:spcAft>
              <a:buSzPts val="1320"/>
              <a:buChar char="■"/>
            </a:pPr>
            <a:r>
              <a:rPr lang="en-US"/>
              <a:t>Xác định nhu cầu cho đầu ra dự án </a:t>
            </a:r>
            <a:endParaRPr/>
          </a:p>
          <a:p>
            <a:pPr marL="742950" lvl="1" indent="-285750" algn="l" rtl="0">
              <a:lnSpc>
                <a:spcPct val="150000"/>
              </a:lnSpc>
              <a:spcBef>
                <a:spcPts val="0"/>
              </a:spcBef>
              <a:spcAft>
                <a:spcPts val="0"/>
              </a:spcAft>
              <a:buSzPts val="1320"/>
              <a:buChar char="■"/>
            </a:pPr>
            <a:r>
              <a:rPr lang="en-US"/>
              <a:t>Có thể là nhiều công ty hay cá nhân với những đặc điểm và yêu cầu trái ngược nhau.</a:t>
            </a:r>
            <a:r>
              <a:rPr lang="en-US">
                <a:latin typeface="Arial"/>
                <a:ea typeface="Arial"/>
                <a:cs typeface="Arial"/>
                <a:sym typeface="Arial"/>
              </a:rPr>
              <a:t> </a:t>
            </a:r>
            <a:endParaRPr/>
          </a:p>
        </p:txBody>
      </p:sp>
      <p:sp>
        <p:nvSpPr>
          <p:cNvPr id="283" name="Google Shape;283;p1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18</a:t>
            </a:fld>
            <a:endParaRPr sz="1400">
              <a:solidFill>
                <a:schemeClr val="dk1"/>
              </a:solidFill>
              <a:latin typeface="Tahoma"/>
              <a:ea typeface="Tahoma"/>
              <a:cs typeface="Tahoma"/>
              <a:sym typeface="Tahoma"/>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anim calcmode="lin" valueType="num">
                                      <p:cBhvr additive="base">
                                        <p:cTn id="7" dur="500"/>
                                        <p:tgtEl>
                                          <p:spTgt spid="28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82">
                                            <p:txEl>
                                              <p:pRg st="1" end="1"/>
                                            </p:txEl>
                                          </p:spTgt>
                                        </p:tgtEl>
                                        <p:attrNameLst>
                                          <p:attrName>style.visibility</p:attrName>
                                        </p:attrNameLst>
                                      </p:cBhvr>
                                      <p:to>
                                        <p:strVal val="visible"/>
                                      </p:to>
                                    </p:set>
                                    <p:anim calcmode="lin" valueType="num">
                                      <p:cBhvr additive="base">
                                        <p:cTn id="12" dur="500"/>
                                        <p:tgtEl>
                                          <p:spTgt spid="28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82">
                                            <p:txEl>
                                              <p:pRg st="2" end="2"/>
                                            </p:txEl>
                                          </p:spTgt>
                                        </p:tgtEl>
                                        <p:attrNameLst>
                                          <p:attrName>style.visibility</p:attrName>
                                        </p:attrNameLst>
                                      </p:cBhvr>
                                      <p:to>
                                        <p:strVal val="visible"/>
                                      </p:to>
                                    </p:set>
                                    <p:anim calcmode="lin" valueType="num">
                                      <p:cBhvr additive="base">
                                        <p:cTn id="17" dur="500"/>
                                        <p:tgtEl>
                                          <p:spTgt spid="28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82">
                                            <p:txEl>
                                              <p:pRg st="3" end="3"/>
                                            </p:txEl>
                                          </p:spTgt>
                                        </p:tgtEl>
                                        <p:attrNameLst>
                                          <p:attrName>style.visibility</p:attrName>
                                        </p:attrNameLst>
                                      </p:cBhvr>
                                      <p:to>
                                        <p:strVal val="visible"/>
                                      </p:to>
                                    </p:set>
                                    <p:anim calcmode="lin" valueType="num">
                                      <p:cBhvr additive="base">
                                        <p:cTn id="22" dur="500"/>
                                        <p:tgtEl>
                                          <p:spTgt spid="28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82">
                                            <p:txEl>
                                              <p:pRg st="4" end="4"/>
                                            </p:txEl>
                                          </p:spTgt>
                                        </p:tgtEl>
                                        <p:attrNameLst>
                                          <p:attrName>style.visibility</p:attrName>
                                        </p:attrNameLst>
                                      </p:cBhvr>
                                      <p:to>
                                        <p:strVal val="visible"/>
                                      </p:to>
                                    </p:set>
                                    <p:anim calcmode="lin" valueType="num">
                                      <p:cBhvr additive="base">
                                        <p:cTn id="27" dur="500"/>
                                        <p:tgtEl>
                                          <p:spTgt spid="28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9"/>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2. CÁC NHÂN TỐ ẢNH HƯỞNG ĐẾN DỰ ÁN</a:t>
            </a:r>
            <a:endParaRPr/>
          </a:p>
        </p:txBody>
      </p:sp>
      <p:sp>
        <p:nvSpPr>
          <p:cNvPr id="289" name="Google Shape;289;p19"/>
          <p:cNvSpPr/>
          <p:nvPr/>
        </p:nvSpPr>
        <p:spPr>
          <a:xfrm>
            <a:off x="6858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Bao gồm: </a:t>
            </a:r>
            <a:endParaRPr/>
          </a:p>
        </p:txBody>
      </p:sp>
      <p:sp>
        <p:nvSpPr>
          <p:cNvPr id="290" name="Google Shape;290;p19"/>
          <p:cNvSpPr txBox="1">
            <a:spLocks noGrp="1"/>
          </p:cNvSpPr>
          <p:nvPr>
            <p:ph type="body" idx="1"/>
          </p:nvPr>
        </p:nvSpPr>
        <p:spPr>
          <a:xfrm>
            <a:off x="381000" y="1905000"/>
            <a:ext cx="8610600" cy="4953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Nhà cung cấp: </a:t>
            </a:r>
            <a:endParaRPr/>
          </a:p>
          <a:p>
            <a:pPr marL="742950" lvl="1" indent="-285750" algn="l" rtl="0">
              <a:lnSpc>
                <a:spcPct val="150000"/>
              </a:lnSpc>
              <a:spcBef>
                <a:spcPts val="0"/>
              </a:spcBef>
              <a:spcAft>
                <a:spcPts val="0"/>
              </a:spcAft>
              <a:buSzPts val="1320"/>
              <a:buChar char="■"/>
            </a:pPr>
            <a:r>
              <a:rPr lang="en-US"/>
              <a:t>Có trách nhiệm cung cấp các thiết bị, sản phẩm hay dịch vụ cần thiết phục vụ cho hoạt đông của dự án thông qua hình thức hợp đồng, để đảm bảo dự án đạt được mục tiêu đã đề ra.</a:t>
            </a:r>
            <a:endParaRPr/>
          </a:p>
          <a:p>
            <a:pPr marL="742950" lvl="1" indent="-201930" algn="l" rtl="0">
              <a:lnSpc>
                <a:spcPct val="150000"/>
              </a:lnSpc>
              <a:spcBef>
                <a:spcPts val="0"/>
              </a:spcBef>
              <a:spcAft>
                <a:spcPts val="0"/>
              </a:spcAft>
              <a:buSzPts val="1320"/>
              <a:buNone/>
            </a:pPr>
            <a:endParaRPr/>
          </a:p>
          <a:p>
            <a:pPr marL="342900" lvl="0" indent="-342900" algn="l" rtl="0">
              <a:lnSpc>
                <a:spcPct val="150000"/>
              </a:lnSpc>
              <a:spcBef>
                <a:spcPts val="0"/>
              </a:spcBef>
              <a:spcAft>
                <a:spcPts val="0"/>
              </a:spcAft>
              <a:buSzPts val="1680"/>
              <a:buChar char="■"/>
            </a:pPr>
            <a:r>
              <a:rPr lang="en-US">
                <a:solidFill>
                  <a:srgbClr val="FF0000"/>
                </a:solidFill>
                <a:latin typeface="Arial"/>
                <a:ea typeface="Arial"/>
                <a:cs typeface="Arial"/>
                <a:sym typeface="Arial"/>
              </a:rPr>
              <a:t>Q: Nêu các nhân tố ảnh hưởng lên dự án: </a:t>
            </a:r>
            <a:r>
              <a:rPr lang="en-US" i="1">
                <a:solidFill>
                  <a:srgbClr val="FF0000"/>
                </a:solidFill>
                <a:latin typeface="Arial"/>
                <a:ea typeface="Arial"/>
                <a:cs typeface="Arial"/>
                <a:sym typeface="Arial"/>
              </a:rPr>
              <a:t>Triển khai hệ thống Wifi cho trường Đại học Vinh.</a:t>
            </a:r>
            <a:endParaRPr i="1">
              <a:solidFill>
                <a:srgbClr val="FF0000"/>
              </a:solidFill>
              <a:latin typeface="Arial"/>
              <a:ea typeface="Arial"/>
              <a:cs typeface="Arial"/>
              <a:sym typeface="Arial"/>
            </a:endParaRPr>
          </a:p>
        </p:txBody>
      </p:sp>
      <p:sp>
        <p:nvSpPr>
          <p:cNvPr id="291" name="Google Shape;291;p1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19</a:t>
            </a:fld>
            <a:endParaRPr sz="1400">
              <a:solidFill>
                <a:schemeClr val="dk1"/>
              </a:solidFill>
              <a:latin typeface="Tahoma"/>
              <a:ea typeface="Tahoma"/>
              <a:cs typeface="Tahoma"/>
              <a:sym typeface="Tahoma"/>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0">
                                            <p:txEl>
                                              <p:pRg st="0" end="0"/>
                                            </p:txEl>
                                          </p:spTgt>
                                        </p:tgtEl>
                                        <p:attrNameLst>
                                          <p:attrName>style.visibility</p:attrName>
                                        </p:attrNameLst>
                                      </p:cBhvr>
                                      <p:to>
                                        <p:strVal val="visible"/>
                                      </p:to>
                                    </p:set>
                                    <p:anim calcmode="lin" valueType="num">
                                      <p:cBhvr additive="base">
                                        <p:cTn id="7" dur="500"/>
                                        <p:tgtEl>
                                          <p:spTgt spid="29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90">
                                            <p:txEl>
                                              <p:pRg st="1" end="1"/>
                                            </p:txEl>
                                          </p:spTgt>
                                        </p:tgtEl>
                                        <p:attrNameLst>
                                          <p:attrName>style.visibility</p:attrName>
                                        </p:attrNameLst>
                                      </p:cBhvr>
                                      <p:to>
                                        <p:strVal val="visible"/>
                                      </p:to>
                                    </p:set>
                                    <p:anim calcmode="lin" valueType="num">
                                      <p:cBhvr additive="base">
                                        <p:cTn id="12" dur="500"/>
                                        <p:tgtEl>
                                          <p:spTgt spid="29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90">
                                            <p:txEl>
                                              <p:pRg st="2" end="2"/>
                                            </p:txEl>
                                          </p:spTgt>
                                        </p:tgtEl>
                                        <p:attrNameLst>
                                          <p:attrName>style.visibility</p:attrName>
                                        </p:attrNameLst>
                                      </p:cBhvr>
                                      <p:to>
                                        <p:strVal val="visible"/>
                                      </p:to>
                                    </p:set>
                                    <p:anim calcmode="lin" valueType="num">
                                      <p:cBhvr additive="base">
                                        <p:cTn id="17" dur="500"/>
                                        <p:tgtEl>
                                          <p:spTgt spid="29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90">
                                            <p:txEl>
                                              <p:pRg st="3" end="3"/>
                                            </p:txEl>
                                          </p:spTgt>
                                        </p:tgtEl>
                                        <p:attrNameLst>
                                          <p:attrName>style.visibility</p:attrName>
                                        </p:attrNameLst>
                                      </p:cBhvr>
                                      <p:to>
                                        <p:strVal val="visible"/>
                                      </p:to>
                                    </p:set>
                                    <p:anim calcmode="lin" valueType="num">
                                      <p:cBhvr additive="base">
                                        <p:cTn id="22" dur="500"/>
                                        <p:tgtEl>
                                          <p:spTgt spid="29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0"/>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PHÂN LOẠI DỰ ÁN</a:t>
            </a:r>
            <a:endParaRPr/>
          </a:p>
        </p:txBody>
      </p:sp>
      <p:sp>
        <p:nvSpPr>
          <p:cNvPr id="297" name="Google Shape;297;p20"/>
          <p:cNvSpPr/>
          <p:nvPr/>
        </p:nvSpPr>
        <p:spPr>
          <a:xfrm>
            <a:off x="533400" y="1371600"/>
            <a:ext cx="2895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Bao gồm</a:t>
            </a:r>
            <a:endParaRPr sz="2400" b="1">
              <a:solidFill>
                <a:srgbClr val="D3E026"/>
              </a:solidFill>
              <a:latin typeface="Tahoma"/>
              <a:ea typeface="Tahoma"/>
              <a:cs typeface="Tahoma"/>
              <a:sym typeface="Tahoma"/>
            </a:endParaRPr>
          </a:p>
        </p:txBody>
      </p:sp>
      <p:sp>
        <p:nvSpPr>
          <p:cNvPr id="298" name="Google Shape;298;p20"/>
          <p:cNvSpPr txBox="1">
            <a:spLocks noGrp="1"/>
          </p:cNvSpPr>
          <p:nvPr>
            <p:ph type="body" idx="1"/>
          </p:nvPr>
        </p:nvSpPr>
        <p:spPr>
          <a:xfrm>
            <a:off x="152400" y="1981200"/>
            <a:ext cx="8610600" cy="4495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latin typeface="Arial"/>
                <a:ea typeface="Arial"/>
                <a:cs typeface="Arial"/>
                <a:sym typeface="Arial"/>
              </a:rPr>
              <a:t>Đề tài nghiên cứu và phát triển (R &amp; D Project), </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Gọi tắt là </a:t>
            </a:r>
            <a:r>
              <a:rPr lang="en-US" b="1">
                <a:latin typeface="Arial"/>
                <a:ea typeface="Arial"/>
                <a:cs typeface="Arial"/>
                <a:sym typeface="Arial"/>
              </a:rPr>
              <a:t>đề tài</a:t>
            </a:r>
            <a:endParaRPr/>
          </a:p>
          <a:p>
            <a:pPr marL="342900" lvl="0" indent="-342900" algn="l" rtl="0">
              <a:lnSpc>
                <a:spcPct val="150000"/>
              </a:lnSpc>
              <a:spcBef>
                <a:spcPts val="560"/>
              </a:spcBef>
              <a:spcAft>
                <a:spcPts val="0"/>
              </a:spcAft>
              <a:buSzPts val="1680"/>
              <a:buChar char="■"/>
            </a:pPr>
            <a:r>
              <a:rPr lang="en-US">
                <a:latin typeface="Arial"/>
                <a:ea typeface="Arial"/>
                <a:cs typeface="Arial"/>
                <a:sym typeface="Arial"/>
              </a:rPr>
              <a:t>Dự án triển khai (Project for Deployment)</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Gọi tắt là </a:t>
            </a:r>
            <a:r>
              <a:rPr lang="en-US" b="1">
                <a:latin typeface="Arial"/>
                <a:ea typeface="Arial"/>
                <a:cs typeface="Arial"/>
                <a:sym typeface="Arial"/>
              </a:rPr>
              <a:t>đề án</a:t>
            </a:r>
            <a:endParaRPr/>
          </a:p>
          <a:p>
            <a:pPr marL="3981450" lvl="2" indent="-381000" algn="l" rtl="0">
              <a:lnSpc>
                <a:spcPct val="80000"/>
              </a:lnSpc>
              <a:spcBef>
                <a:spcPts val="480"/>
              </a:spcBef>
              <a:spcAft>
                <a:spcPts val="0"/>
              </a:spcAft>
              <a:buSzPts val="1200"/>
              <a:buFont typeface="Noto Sans Symbols"/>
              <a:buNone/>
            </a:pPr>
            <a:endParaRPr b="1"/>
          </a:p>
        </p:txBody>
      </p:sp>
      <p:sp>
        <p:nvSpPr>
          <p:cNvPr id="299" name="Google Shape;299;p2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20</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1"/>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PHÂN LOẠI DỰ ÁN</a:t>
            </a:r>
            <a:endParaRPr/>
          </a:p>
        </p:txBody>
      </p:sp>
      <p:sp>
        <p:nvSpPr>
          <p:cNvPr id="305" name="Google Shape;305;p21"/>
          <p:cNvSpPr/>
          <p:nvPr/>
        </p:nvSpPr>
        <p:spPr>
          <a:xfrm>
            <a:off x="533400" y="1371600"/>
            <a:ext cx="2362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Đề tài</a:t>
            </a:r>
            <a:endParaRPr sz="2400" b="1">
              <a:solidFill>
                <a:srgbClr val="D3E026"/>
              </a:solidFill>
              <a:latin typeface="Tahoma"/>
              <a:ea typeface="Tahoma"/>
              <a:cs typeface="Tahoma"/>
              <a:sym typeface="Tahoma"/>
            </a:endParaRPr>
          </a:p>
        </p:txBody>
      </p:sp>
      <p:sp>
        <p:nvSpPr>
          <p:cNvPr id="306" name="Google Shape;306;p21"/>
          <p:cNvSpPr txBox="1">
            <a:spLocks noGrp="1"/>
          </p:cNvSpPr>
          <p:nvPr>
            <p:ph type="body" idx="1"/>
          </p:nvPr>
        </p:nvSpPr>
        <p:spPr>
          <a:xfrm>
            <a:off x="152400" y="1981200"/>
            <a:ext cx="8610600" cy="4495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Có các cấp khác nhau như: </a:t>
            </a:r>
            <a:endParaRPr/>
          </a:p>
          <a:p>
            <a:pPr marL="742950" lvl="1" indent="-285750" algn="l" rtl="0">
              <a:lnSpc>
                <a:spcPct val="150000"/>
              </a:lnSpc>
              <a:spcBef>
                <a:spcPts val="480"/>
              </a:spcBef>
              <a:spcAft>
                <a:spcPts val="0"/>
              </a:spcAft>
              <a:buSzPts val="1320"/>
              <a:buChar char="■"/>
            </a:pPr>
            <a:r>
              <a:rPr lang="en-US"/>
              <a:t>Cơ sở: do chính tổ chức quản lý và thực hiện</a:t>
            </a:r>
            <a:endParaRPr/>
          </a:p>
          <a:p>
            <a:pPr marL="742950" lvl="1" indent="-285750" algn="l" rtl="0">
              <a:lnSpc>
                <a:spcPct val="150000"/>
              </a:lnSpc>
              <a:spcBef>
                <a:spcPts val="480"/>
              </a:spcBef>
              <a:spcAft>
                <a:spcPts val="0"/>
              </a:spcAft>
              <a:buSzPts val="1320"/>
              <a:buChar char="■"/>
            </a:pPr>
            <a:r>
              <a:rPr lang="en-US"/>
              <a:t>Cấp bộ (dạng đề tài cấp 2): do các cấp sau quản lý:</a:t>
            </a:r>
            <a:endParaRPr/>
          </a:p>
          <a:p>
            <a:pPr marL="1143000" lvl="2" indent="-228600" algn="l" rtl="0">
              <a:lnSpc>
                <a:spcPct val="150000"/>
              </a:lnSpc>
              <a:spcBef>
                <a:spcPts val="480"/>
              </a:spcBef>
              <a:spcAft>
                <a:spcPts val="0"/>
              </a:spcAft>
              <a:buSzPts val="1200"/>
              <a:buChar char="■"/>
            </a:pPr>
            <a:r>
              <a:rPr lang="en-US"/>
              <a:t>Bộ, cơ quan ngang bộ, </a:t>
            </a:r>
            <a:endParaRPr/>
          </a:p>
          <a:p>
            <a:pPr marL="1143000" lvl="2" indent="-228600" algn="l" rtl="0">
              <a:lnSpc>
                <a:spcPct val="150000"/>
              </a:lnSpc>
              <a:spcBef>
                <a:spcPts val="480"/>
              </a:spcBef>
              <a:spcAft>
                <a:spcPts val="0"/>
              </a:spcAft>
              <a:buSzPts val="1200"/>
              <a:buChar char="■"/>
            </a:pPr>
            <a:r>
              <a:rPr lang="en-US"/>
              <a:t>Các chương trình nhà nước, </a:t>
            </a:r>
            <a:endParaRPr/>
          </a:p>
          <a:p>
            <a:pPr marL="1143000" lvl="2" indent="-228600" algn="l" rtl="0">
              <a:lnSpc>
                <a:spcPct val="150000"/>
              </a:lnSpc>
              <a:spcBef>
                <a:spcPts val="480"/>
              </a:spcBef>
              <a:spcAft>
                <a:spcPts val="0"/>
              </a:spcAft>
              <a:buSzPts val="1200"/>
              <a:buChar char="■"/>
            </a:pPr>
            <a:r>
              <a:rPr lang="en-US"/>
              <a:t>Các thành phố trực thuộc trung ương</a:t>
            </a:r>
            <a:endParaRPr/>
          </a:p>
          <a:p>
            <a:pPr marL="742950" lvl="1" indent="-285750" algn="l" rtl="0">
              <a:lnSpc>
                <a:spcPct val="150000"/>
              </a:lnSpc>
              <a:spcBef>
                <a:spcPts val="480"/>
              </a:spcBef>
              <a:spcAft>
                <a:spcPts val="0"/>
              </a:spcAft>
              <a:buSzPts val="1320"/>
              <a:buChar char="■"/>
            </a:pPr>
            <a:r>
              <a:rPr lang="en-US"/>
              <a:t>Cấp nhà nước: là đề tài cấp cao nhất trong một quốc gia</a:t>
            </a:r>
            <a:endParaRPr/>
          </a:p>
          <a:p>
            <a:pPr marL="3981450" lvl="2" indent="-381000" algn="l" rtl="0">
              <a:lnSpc>
                <a:spcPct val="150000"/>
              </a:lnSpc>
              <a:spcBef>
                <a:spcPts val="480"/>
              </a:spcBef>
              <a:spcAft>
                <a:spcPts val="0"/>
              </a:spcAft>
              <a:buSzPts val="1200"/>
              <a:buFont typeface="Noto Sans Symbols"/>
              <a:buNone/>
            </a:pPr>
            <a:endParaRPr b="1"/>
          </a:p>
        </p:txBody>
      </p:sp>
      <p:sp>
        <p:nvSpPr>
          <p:cNvPr id="307" name="Google Shape;307;p2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21</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2"/>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PHÂN LOẠI DỰ ÁN</a:t>
            </a:r>
            <a:endParaRPr/>
          </a:p>
        </p:txBody>
      </p:sp>
      <p:sp>
        <p:nvSpPr>
          <p:cNvPr id="313" name="Google Shape;313;p22"/>
          <p:cNvSpPr/>
          <p:nvPr/>
        </p:nvSpPr>
        <p:spPr>
          <a:xfrm>
            <a:off x="533400" y="1371600"/>
            <a:ext cx="18288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Lưu ý: </a:t>
            </a:r>
            <a:endParaRPr/>
          </a:p>
        </p:txBody>
      </p:sp>
      <p:sp>
        <p:nvSpPr>
          <p:cNvPr id="314" name="Google Shape;314;p22"/>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latin typeface="Arial"/>
                <a:ea typeface="Arial"/>
                <a:cs typeface="Arial"/>
                <a:sym typeface="Arial"/>
              </a:rPr>
              <a:t>Luận văn, đồ án, luận án không phải là dự án. </a:t>
            </a:r>
            <a:endParaRPr/>
          </a:p>
          <a:p>
            <a:pPr marL="342900" lvl="0" indent="-342900" algn="l" rtl="0">
              <a:lnSpc>
                <a:spcPct val="150000"/>
              </a:lnSpc>
              <a:spcBef>
                <a:spcPts val="560"/>
              </a:spcBef>
              <a:spcAft>
                <a:spcPts val="0"/>
              </a:spcAft>
              <a:buSzPts val="1680"/>
              <a:buChar char="■"/>
            </a:pPr>
            <a:r>
              <a:rPr lang="en-US">
                <a:latin typeface="Arial"/>
                <a:ea typeface="Arial"/>
                <a:cs typeface="Arial"/>
                <a:sym typeface="Arial"/>
              </a:rPr>
              <a:t>Lý do:</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Mang tính cá nhân, </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Không có kinh phí.</a:t>
            </a:r>
            <a:endParaRPr/>
          </a:p>
          <a:p>
            <a:pPr marL="342900" lvl="0" indent="-342900" algn="l" rtl="0">
              <a:lnSpc>
                <a:spcPct val="150000"/>
              </a:lnSpc>
              <a:spcBef>
                <a:spcPts val="560"/>
              </a:spcBef>
              <a:spcAft>
                <a:spcPts val="0"/>
              </a:spcAft>
              <a:buSzPts val="1680"/>
              <a:buChar char="■"/>
            </a:pPr>
            <a:r>
              <a:rPr lang="en-US">
                <a:latin typeface="Arial"/>
                <a:ea typeface="Arial"/>
                <a:cs typeface="Arial"/>
                <a:sym typeface="Arial"/>
              </a:rPr>
              <a:t>Tuy nhiên,</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Có thể sử dụng những quy định của việc lập dự án để xây dựng đề cương. </a:t>
            </a:r>
            <a:endParaRPr/>
          </a:p>
          <a:p>
            <a:pPr marL="342900" lvl="0" indent="-236220" algn="l" rtl="0">
              <a:lnSpc>
                <a:spcPct val="80000"/>
              </a:lnSpc>
              <a:spcBef>
                <a:spcPts val="560"/>
              </a:spcBef>
              <a:spcAft>
                <a:spcPts val="0"/>
              </a:spcAft>
              <a:buSzPts val="1680"/>
              <a:buNone/>
            </a:pPr>
            <a:endParaRPr/>
          </a:p>
        </p:txBody>
      </p:sp>
      <p:sp>
        <p:nvSpPr>
          <p:cNvPr id="315" name="Google Shape;315;p2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22</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3"/>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PHÂN LOẠI DỰ ÁN</a:t>
            </a:r>
            <a:endParaRPr/>
          </a:p>
        </p:txBody>
      </p:sp>
      <p:sp>
        <p:nvSpPr>
          <p:cNvPr id="321" name="Google Shape;321;p23"/>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Có thể phân loại theo: </a:t>
            </a:r>
            <a:endParaRPr/>
          </a:p>
        </p:txBody>
      </p:sp>
      <p:sp>
        <p:nvSpPr>
          <p:cNvPr id="322" name="Google Shape;322;p23"/>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latin typeface="Arial"/>
                <a:ea typeface="Arial"/>
                <a:cs typeface="Arial"/>
                <a:sym typeface="Arial"/>
              </a:rPr>
              <a:t>Kích cỡ của dự án (Project scale)</a:t>
            </a:r>
            <a:endParaRPr/>
          </a:p>
          <a:p>
            <a:pPr marL="742950" lvl="1" indent="-285750" algn="l" rtl="0">
              <a:lnSpc>
                <a:spcPct val="150000"/>
              </a:lnSpc>
              <a:spcBef>
                <a:spcPts val="0"/>
              </a:spcBef>
              <a:spcAft>
                <a:spcPts val="0"/>
              </a:spcAft>
              <a:buSzPts val="1320"/>
              <a:buChar char="■"/>
            </a:pPr>
            <a:r>
              <a:rPr lang="en-US">
                <a:latin typeface="Arial"/>
                <a:ea typeface="Arial"/>
                <a:cs typeface="Arial"/>
                <a:sym typeface="Arial"/>
              </a:rPr>
              <a:t>Dự án lớn (Large-scale): </a:t>
            </a:r>
            <a:endParaRPr/>
          </a:p>
          <a:p>
            <a:pPr marL="1143000" lvl="2" indent="-228600" algn="l" rtl="0">
              <a:lnSpc>
                <a:spcPct val="150000"/>
              </a:lnSpc>
              <a:spcBef>
                <a:spcPts val="0"/>
              </a:spcBef>
              <a:spcAft>
                <a:spcPts val="0"/>
              </a:spcAft>
              <a:buSzPts val="1200"/>
              <a:buChar char="■"/>
            </a:pPr>
            <a:r>
              <a:rPr lang="en-US">
                <a:latin typeface="Arial"/>
                <a:ea typeface="Arial"/>
                <a:cs typeface="Arial"/>
                <a:sym typeface="Arial"/>
              </a:rPr>
              <a:t>Chẳng hạn, dự án CNTT trong việc quản lý điều hành các bộ, cơ quan ngang bộ, cơ quan trực thuộc chính phú, hoặc các tỉnh thành lớn“. Đề án 322</a:t>
            </a:r>
            <a:endParaRPr/>
          </a:p>
          <a:p>
            <a:pPr marL="1143000" lvl="2" indent="-228600" algn="l" rtl="0">
              <a:lnSpc>
                <a:spcPct val="150000"/>
              </a:lnSpc>
              <a:spcBef>
                <a:spcPts val="0"/>
              </a:spcBef>
              <a:spcAft>
                <a:spcPts val="0"/>
              </a:spcAft>
              <a:buSzPts val="1200"/>
              <a:buChar char="■"/>
            </a:pPr>
            <a:r>
              <a:rPr lang="en-US">
                <a:latin typeface="Arial"/>
                <a:ea typeface="Arial"/>
                <a:cs typeface="Arial"/>
                <a:sym typeface="Arial"/>
              </a:rPr>
              <a:t>Dự án lớn thường được gọi là chương trình (Program). Ví dụ, chương trình quản lý hành chính Nhà nước.</a:t>
            </a:r>
            <a:endParaRPr/>
          </a:p>
          <a:p>
            <a:pPr marL="342900" lvl="0" indent="-236220" algn="l" rtl="0">
              <a:lnSpc>
                <a:spcPct val="150000"/>
              </a:lnSpc>
              <a:spcBef>
                <a:spcPts val="0"/>
              </a:spcBef>
              <a:spcAft>
                <a:spcPts val="0"/>
              </a:spcAft>
              <a:buSzPts val="1680"/>
              <a:buNone/>
            </a:pPr>
            <a:endParaRPr>
              <a:latin typeface="Arial"/>
              <a:ea typeface="Arial"/>
              <a:cs typeface="Arial"/>
              <a:sym typeface="Arial"/>
            </a:endParaRPr>
          </a:p>
        </p:txBody>
      </p:sp>
      <p:sp>
        <p:nvSpPr>
          <p:cNvPr id="323" name="Google Shape;323;p2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23</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4"/>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PHÂN LOẠI DỰ ÁN</a:t>
            </a:r>
            <a:endParaRPr/>
          </a:p>
        </p:txBody>
      </p:sp>
      <p:sp>
        <p:nvSpPr>
          <p:cNvPr id="329" name="Google Shape;329;p24"/>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Có thể phân loại theo: </a:t>
            </a:r>
            <a:endParaRPr/>
          </a:p>
        </p:txBody>
      </p:sp>
      <p:sp>
        <p:nvSpPr>
          <p:cNvPr id="330" name="Google Shape;330;p24"/>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latin typeface="Arial"/>
                <a:ea typeface="Arial"/>
                <a:cs typeface="Arial"/>
                <a:sym typeface="Arial"/>
              </a:rPr>
              <a:t>Kích cỡ của dự án (Project scale)</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Dự án nhỏ và trung bình: </a:t>
            </a:r>
            <a:endParaRPr/>
          </a:p>
          <a:p>
            <a:pPr marL="1143000" lvl="2" indent="-228600" algn="l" rtl="0">
              <a:lnSpc>
                <a:spcPct val="150000"/>
              </a:lnSpc>
              <a:spcBef>
                <a:spcPts val="480"/>
              </a:spcBef>
              <a:spcAft>
                <a:spcPts val="0"/>
              </a:spcAft>
              <a:buSzPts val="1200"/>
              <a:buChar char="■"/>
            </a:pPr>
            <a:r>
              <a:rPr lang="en-US">
                <a:latin typeface="Arial"/>
                <a:ea typeface="Arial"/>
                <a:cs typeface="Arial"/>
                <a:sym typeface="Arial"/>
              </a:rPr>
              <a:t>không đòi hỏi kinh phí nhiều, thời gian thực hiện dự án ngắn.</a:t>
            </a:r>
            <a:endParaRPr/>
          </a:p>
          <a:p>
            <a:pPr marL="1143000" lvl="2" indent="-228600" algn="l" rtl="0">
              <a:lnSpc>
                <a:spcPct val="150000"/>
              </a:lnSpc>
              <a:spcBef>
                <a:spcPts val="480"/>
              </a:spcBef>
              <a:spcAft>
                <a:spcPts val="0"/>
              </a:spcAft>
              <a:buSzPts val="1200"/>
              <a:buChar char="■"/>
            </a:pPr>
            <a:r>
              <a:rPr lang="en-US">
                <a:latin typeface="Arial"/>
                <a:ea typeface="Arial"/>
                <a:cs typeface="Arial"/>
                <a:sym typeface="Arial"/>
              </a:rPr>
              <a:t>Đơn vị chủ dự án, thường là người quản lý dự án</a:t>
            </a:r>
            <a:endParaRPr/>
          </a:p>
        </p:txBody>
      </p:sp>
      <p:sp>
        <p:nvSpPr>
          <p:cNvPr id="331" name="Google Shape;331;p2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24</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5"/>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PHÂN LOẠI DỰ ÁN</a:t>
            </a:r>
            <a:endParaRPr/>
          </a:p>
        </p:txBody>
      </p:sp>
      <p:sp>
        <p:nvSpPr>
          <p:cNvPr id="337" name="Google Shape;337;p25"/>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Có thể phân loại theo: </a:t>
            </a:r>
            <a:endParaRPr/>
          </a:p>
        </p:txBody>
      </p:sp>
      <p:sp>
        <p:nvSpPr>
          <p:cNvPr id="338" name="Google Shape;338;p25"/>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Phân loại theo nội dung, chẳng hạn:</a:t>
            </a:r>
            <a:endParaRPr/>
          </a:p>
          <a:p>
            <a:pPr marL="742950" lvl="1" indent="-285750" algn="l" rtl="0">
              <a:lnSpc>
                <a:spcPct val="150000"/>
              </a:lnSpc>
              <a:spcBef>
                <a:spcPts val="0"/>
              </a:spcBef>
              <a:spcAft>
                <a:spcPts val="0"/>
              </a:spcAft>
              <a:buSzPts val="1320"/>
              <a:buChar char="■"/>
            </a:pPr>
            <a:r>
              <a:rPr lang="en-US"/>
              <a:t>Dự án quản lý nghiệp vụ hoạt động.</a:t>
            </a:r>
            <a:endParaRPr/>
          </a:p>
          <a:p>
            <a:pPr marL="742950" lvl="1" indent="-285750" algn="l" rtl="0">
              <a:lnSpc>
                <a:spcPct val="150000"/>
              </a:lnSpc>
              <a:spcBef>
                <a:spcPts val="0"/>
              </a:spcBef>
              <a:spcAft>
                <a:spcPts val="0"/>
              </a:spcAft>
              <a:buSzPts val="1320"/>
              <a:buChar char="■"/>
            </a:pPr>
            <a:r>
              <a:rPr lang="en-US"/>
              <a:t>Dự án về hạ tầng công nghệ thông tin và truyền thông</a:t>
            </a:r>
            <a:endParaRPr/>
          </a:p>
          <a:p>
            <a:pPr marL="742950" lvl="1" indent="-285750" algn="l" rtl="0">
              <a:lnSpc>
                <a:spcPct val="150000"/>
              </a:lnSpc>
              <a:spcBef>
                <a:spcPts val="0"/>
              </a:spcBef>
              <a:spcAft>
                <a:spcPts val="0"/>
              </a:spcAft>
              <a:buSzPts val="1320"/>
              <a:buChar char="■"/>
            </a:pPr>
            <a:r>
              <a:rPr lang="en-US"/>
              <a:t>Dự án về xây dựng cơ sở dữ liệu trong một lĩnh vực cụ thể.</a:t>
            </a:r>
            <a:endParaRPr/>
          </a:p>
          <a:p>
            <a:pPr marL="742950" lvl="1" indent="-285750" algn="l" rtl="0">
              <a:lnSpc>
                <a:spcPct val="150000"/>
              </a:lnSpc>
              <a:spcBef>
                <a:spcPts val="0"/>
              </a:spcBef>
              <a:spcAft>
                <a:spcPts val="0"/>
              </a:spcAft>
              <a:buSzPts val="1320"/>
              <a:buChar char="■"/>
            </a:pPr>
            <a:r>
              <a:rPr lang="en-US"/>
              <a:t>Dự án phát triển nguồn nhân lực.</a:t>
            </a:r>
            <a:endParaRPr/>
          </a:p>
          <a:p>
            <a:pPr marL="742950" lvl="1" indent="-285750" algn="l" rtl="0">
              <a:lnSpc>
                <a:spcPct val="150000"/>
              </a:lnSpc>
              <a:spcBef>
                <a:spcPts val="0"/>
              </a:spcBef>
              <a:spcAft>
                <a:spcPts val="0"/>
              </a:spcAft>
              <a:buSzPts val="1320"/>
              <a:buChar char="■"/>
            </a:pPr>
            <a:r>
              <a:rPr lang="en-US"/>
              <a:t>Dự án phát triển một nền công nghiệp.</a:t>
            </a:r>
            <a:endParaRPr/>
          </a:p>
        </p:txBody>
      </p:sp>
      <p:sp>
        <p:nvSpPr>
          <p:cNvPr id="339" name="Google Shape;339;p2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25</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6"/>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3. PHÂN LOẠI DỰ ÁN</a:t>
            </a:r>
            <a:endParaRPr/>
          </a:p>
        </p:txBody>
      </p:sp>
      <p:sp>
        <p:nvSpPr>
          <p:cNvPr id="345" name="Google Shape;345;p26"/>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Có thể phân loại theo: </a:t>
            </a:r>
            <a:endParaRPr/>
          </a:p>
        </p:txBody>
      </p:sp>
      <p:sp>
        <p:nvSpPr>
          <p:cNvPr id="346" name="Google Shape;346;p26"/>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Theo số lượng và yếu tố con người:</a:t>
            </a:r>
            <a:endParaRPr/>
          </a:p>
          <a:p>
            <a:pPr marL="742950" lvl="1" indent="-285750" algn="l" rtl="0">
              <a:lnSpc>
                <a:spcPct val="150000"/>
              </a:lnSpc>
              <a:spcBef>
                <a:spcPts val="0"/>
              </a:spcBef>
              <a:spcAft>
                <a:spcPts val="0"/>
              </a:spcAft>
              <a:buSzPts val="1320"/>
              <a:buChar char="■"/>
            </a:pPr>
            <a:r>
              <a:rPr lang="en-US"/>
              <a:t>Dự án do nội bộ thực hiện để phục vụ cho yêu cầu của chính tổ chức đó.</a:t>
            </a:r>
            <a:endParaRPr/>
          </a:p>
          <a:p>
            <a:pPr marL="742950" lvl="1" indent="-285750" algn="l" rtl="0">
              <a:lnSpc>
                <a:spcPct val="150000"/>
              </a:lnSpc>
              <a:spcBef>
                <a:spcPts val="0"/>
              </a:spcBef>
              <a:spcAft>
                <a:spcPts val="0"/>
              </a:spcAft>
              <a:buSzPts val="1320"/>
              <a:buChar char="■"/>
            </a:pPr>
            <a:r>
              <a:rPr lang="en-US"/>
              <a:t>Dự án được thực hiện theo yêu cầu của một tổ chức khác.</a:t>
            </a:r>
            <a:endParaRPr/>
          </a:p>
        </p:txBody>
      </p:sp>
      <p:sp>
        <p:nvSpPr>
          <p:cNvPr id="347" name="Google Shape;347;p2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26</a:t>
            </a:fld>
            <a:endParaRPr sz="1400">
              <a:solidFill>
                <a:schemeClr val="dk1"/>
              </a:solidFill>
              <a:latin typeface="Tahoma"/>
              <a:ea typeface="Tahoma"/>
              <a:cs typeface="Tahoma"/>
              <a:sym typeface="Tahoma"/>
            </a:endParaRPr>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7"/>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353" name="Google Shape;353;p27"/>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Quá trình tổ chức dự án theo một trình tự lô-gic. </a:t>
            </a:r>
            <a:endParaRPr/>
          </a:p>
          <a:p>
            <a:pPr marL="342900" lvl="0" indent="-342900" algn="l" rtl="0">
              <a:lnSpc>
                <a:spcPct val="150000"/>
              </a:lnSpc>
              <a:spcBef>
                <a:spcPts val="0"/>
              </a:spcBef>
              <a:spcAft>
                <a:spcPts val="0"/>
              </a:spcAft>
              <a:buSzPts val="1680"/>
              <a:buChar char="■"/>
            </a:pPr>
            <a:r>
              <a:rPr lang="en-US"/>
              <a:t>Chi tiết hoá các mục tiêu của dự án thành những công việc cụ thể</a:t>
            </a:r>
            <a:endParaRPr/>
          </a:p>
          <a:p>
            <a:pPr marL="342900" lvl="0" indent="-342900" algn="l" rtl="0">
              <a:lnSpc>
                <a:spcPct val="150000"/>
              </a:lnSpc>
              <a:spcBef>
                <a:spcPts val="0"/>
              </a:spcBef>
              <a:spcAft>
                <a:spcPts val="0"/>
              </a:spcAft>
              <a:buSzPts val="1680"/>
              <a:buChar char="■"/>
            </a:pPr>
            <a:r>
              <a:rPr lang="en-US"/>
              <a:t>Hoạch định một chương trình thực hiện những công việc đó. </a:t>
            </a:r>
            <a:endParaRPr/>
          </a:p>
          <a:p>
            <a:pPr marL="342900" lvl="0" indent="-342900" algn="l" rtl="0">
              <a:lnSpc>
                <a:spcPct val="150000"/>
              </a:lnSpc>
              <a:spcBef>
                <a:spcPts val="0"/>
              </a:spcBef>
              <a:spcAft>
                <a:spcPts val="0"/>
              </a:spcAft>
              <a:buSzPts val="1680"/>
              <a:buChar char="■"/>
            </a:pPr>
            <a:r>
              <a:rPr lang="en-US"/>
              <a:t>Đảm bảo các lĩnh vực quản lý của dự án được kết hợp một cách chính xác và đầy đủ.</a:t>
            </a:r>
            <a:endParaRPr/>
          </a:p>
        </p:txBody>
      </p:sp>
      <p:sp>
        <p:nvSpPr>
          <p:cNvPr id="354" name="Google Shape;354;p2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27</a:t>
            </a:fld>
            <a:endParaRPr sz="1400">
              <a:solidFill>
                <a:schemeClr val="dk1"/>
              </a:solidFill>
              <a:latin typeface="Tahoma"/>
              <a:ea typeface="Tahoma"/>
              <a:cs typeface="Tahoma"/>
              <a:sym typeface="Tahoma"/>
            </a:endParaRPr>
          </a:p>
        </p:txBody>
      </p:sp>
      <p:sp>
        <p:nvSpPr>
          <p:cNvPr id="355" name="Google Shape;355;p27"/>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Lập kế hoạch tổng thể</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8"/>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361" name="Google Shape;361;p28"/>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Xác định phạm vi.</a:t>
            </a:r>
            <a:endParaRPr/>
          </a:p>
          <a:p>
            <a:pPr marL="342900" lvl="0" indent="-342900" algn="l" rtl="0">
              <a:lnSpc>
                <a:spcPct val="150000"/>
              </a:lnSpc>
              <a:spcBef>
                <a:spcPts val="0"/>
              </a:spcBef>
              <a:spcAft>
                <a:spcPts val="0"/>
              </a:spcAft>
              <a:buSzPts val="1680"/>
              <a:buChar char="■"/>
            </a:pPr>
            <a:r>
              <a:rPr lang="en-US"/>
              <a:t>Giám sát việc thực hiện mục đích, mục tiêu dự án. </a:t>
            </a:r>
            <a:endParaRPr/>
          </a:p>
          <a:p>
            <a:pPr marL="342900" lvl="0" indent="-342900" algn="l" rtl="0">
              <a:lnSpc>
                <a:spcPct val="150000"/>
              </a:lnSpc>
              <a:spcBef>
                <a:spcPts val="0"/>
              </a:spcBef>
              <a:spcAft>
                <a:spcPts val="0"/>
              </a:spcAft>
              <a:buSzPts val="1680"/>
              <a:buChar char="■"/>
            </a:pPr>
            <a:r>
              <a:rPr lang="en-US"/>
              <a:t>Xác định công việc nào thuộc về dự án cần thực hiện, công việc nào nằm ngoài phạm vi của dự án</a:t>
            </a:r>
            <a:endParaRPr/>
          </a:p>
        </p:txBody>
      </p:sp>
      <p:sp>
        <p:nvSpPr>
          <p:cNvPr id="362" name="Google Shape;362;p2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28</a:t>
            </a:fld>
            <a:endParaRPr sz="1400">
              <a:solidFill>
                <a:schemeClr val="dk1"/>
              </a:solidFill>
              <a:latin typeface="Tahoma"/>
              <a:ea typeface="Tahoma"/>
              <a:cs typeface="Tahoma"/>
              <a:sym typeface="Tahoma"/>
            </a:endParaRPr>
          </a:p>
        </p:txBody>
      </p:sp>
      <p:sp>
        <p:nvSpPr>
          <p:cNvPr id="363" name="Google Shape;363;p28"/>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Quản lý phạm vi</a:t>
            </a:r>
            <a:endParaRP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9"/>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369" name="Google Shape;369;p29"/>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Lập kế hoạch, phân phối và giám sát tiến độ. </a:t>
            </a:r>
            <a:endParaRPr/>
          </a:p>
          <a:p>
            <a:pPr marL="342900" lvl="0" indent="-342900" algn="l" rtl="0">
              <a:lnSpc>
                <a:spcPct val="150000"/>
              </a:lnSpc>
              <a:spcBef>
                <a:spcPts val="0"/>
              </a:spcBef>
              <a:spcAft>
                <a:spcPts val="0"/>
              </a:spcAft>
              <a:buSzPts val="1680"/>
              <a:buChar char="■"/>
            </a:pPr>
            <a:r>
              <a:rPr lang="en-US"/>
              <a:t>Chỉ rõ mỗi công việc phải kéo dài bao lâu, khi nào thì bắt đầu, khi nào thì kết thúc và toàn bộ dự án kéo dài bao lâu, phải hoàn thành khi nào.</a:t>
            </a:r>
            <a:endParaRPr/>
          </a:p>
        </p:txBody>
      </p:sp>
      <p:sp>
        <p:nvSpPr>
          <p:cNvPr id="370" name="Google Shape;370;p2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29</a:t>
            </a:fld>
            <a:endParaRPr sz="1400">
              <a:solidFill>
                <a:schemeClr val="dk1"/>
              </a:solidFill>
              <a:latin typeface="Tahoma"/>
              <a:ea typeface="Tahoma"/>
              <a:cs typeface="Tahoma"/>
              <a:sym typeface="Tahoma"/>
            </a:endParaRPr>
          </a:p>
        </p:txBody>
      </p:sp>
      <p:sp>
        <p:nvSpPr>
          <p:cNvPr id="371" name="Google Shape;371;p29"/>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Quản lý thời gian</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0"/>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377" name="Google Shape;377;p30"/>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Dự toán kinh phí, giám sát thực hiện chi phí theo tiến độ cho từng công việc và toàn bộ dự án. </a:t>
            </a:r>
            <a:endParaRPr/>
          </a:p>
          <a:p>
            <a:pPr marL="342900" lvl="0" indent="-342900" algn="l" rtl="0">
              <a:lnSpc>
                <a:spcPct val="150000"/>
              </a:lnSpc>
              <a:spcBef>
                <a:spcPts val="0"/>
              </a:spcBef>
              <a:spcAft>
                <a:spcPts val="0"/>
              </a:spcAft>
              <a:buSzPts val="1680"/>
              <a:buChar char="■"/>
            </a:pPr>
            <a:r>
              <a:rPr lang="en-US"/>
              <a:t>Tổ chức, phân tích số liệu, báo cáo những thông tin về chi phí.</a:t>
            </a:r>
            <a:endParaRPr/>
          </a:p>
        </p:txBody>
      </p:sp>
      <p:sp>
        <p:nvSpPr>
          <p:cNvPr id="378" name="Google Shape;378;p3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30</a:t>
            </a:fld>
            <a:endParaRPr sz="1400">
              <a:solidFill>
                <a:schemeClr val="dk1"/>
              </a:solidFill>
              <a:latin typeface="Tahoma"/>
              <a:ea typeface="Tahoma"/>
              <a:cs typeface="Tahoma"/>
              <a:sym typeface="Tahoma"/>
            </a:endParaRPr>
          </a:p>
        </p:txBody>
      </p:sp>
      <p:sp>
        <p:nvSpPr>
          <p:cNvPr id="379" name="Google Shape;379;p30"/>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Quản lý chi phí</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1"/>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385" name="Google Shape;385;p31"/>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Triển khai giám sát những tiêu chuẩn chất lượng cho việc thực hiện dự án, </a:t>
            </a:r>
            <a:endParaRPr/>
          </a:p>
          <a:p>
            <a:pPr marL="342900" lvl="0" indent="-342900" algn="l" rtl="0">
              <a:lnSpc>
                <a:spcPct val="150000"/>
              </a:lnSpc>
              <a:spcBef>
                <a:spcPts val="0"/>
              </a:spcBef>
              <a:spcAft>
                <a:spcPts val="0"/>
              </a:spcAft>
              <a:buSzPts val="1680"/>
              <a:buChar char="■"/>
            </a:pPr>
            <a:r>
              <a:rPr lang="en-US"/>
              <a:t>Đảm bảo chất lượng kết quả của dự án phải đáp ứng mong muốn của nhà tài trợ.</a:t>
            </a:r>
            <a:endParaRPr/>
          </a:p>
        </p:txBody>
      </p:sp>
      <p:sp>
        <p:nvSpPr>
          <p:cNvPr id="386" name="Google Shape;386;p3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31</a:t>
            </a:fld>
            <a:endParaRPr sz="1400">
              <a:solidFill>
                <a:schemeClr val="dk1"/>
              </a:solidFill>
              <a:latin typeface="Tahoma"/>
              <a:ea typeface="Tahoma"/>
              <a:cs typeface="Tahoma"/>
              <a:sym typeface="Tahoma"/>
            </a:endParaRPr>
          </a:p>
        </p:txBody>
      </p:sp>
      <p:sp>
        <p:nvSpPr>
          <p:cNvPr id="387" name="Google Shape;387;p31"/>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Quản lý chất lượng</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2"/>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393" name="Google Shape;393;p32"/>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Quá trình hướng dẫn, phối hợp những nỗ lực của mọi thành viên tham gia dự án vào việc hoàn thành mục tiêu của dự án. </a:t>
            </a:r>
            <a:endParaRPr/>
          </a:p>
          <a:p>
            <a:pPr marL="342900" lvl="0" indent="-342900" algn="l" rtl="0">
              <a:lnSpc>
                <a:spcPct val="150000"/>
              </a:lnSpc>
              <a:spcBef>
                <a:spcPts val="0"/>
              </a:spcBef>
              <a:spcAft>
                <a:spcPts val="0"/>
              </a:spcAft>
              <a:buSzPts val="1680"/>
              <a:buChar char="■"/>
            </a:pPr>
            <a:r>
              <a:rPr lang="en-US"/>
              <a:t>Nó cho thấy việc sử dụng lực lượng lao động của dự án hiệu quả đến đâu?</a:t>
            </a:r>
            <a:endParaRPr/>
          </a:p>
        </p:txBody>
      </p:sp>
      <p:sp>
        <p:nvSpPr>
          <p:cNvPr id="394" name="Google Shape;394;p3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32</a:t>
            </a:fld>
            <a:endParaRPr sz="1400">
              <a:solidFill>
                <a:schemeClr val="dk1"/>
              </a:solidFill>
              <a:latin typeface="Tahoma"/>
              <a:ea typeface="Tahoma"/>
              <a:cs typeface="Tahoma"/>
              <a:sym typeface="Tahoma"/>
            </a:endParaRPr>
          </a:p>
        </p:txBody>
      </p:sp>
      <p:sp>
        <p:nvSpPr>
          <p:cNvPr id="395" name="Google Shape;395;p32"/>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Quản lý nhân lực</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3"/>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401" name="Google Shape;401;p33"/>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Bảo đảm các dòng thông tin thông suốt, nhanh chóng và chính xác giữa các thành viên dự án và với các cấp quản lý.</a:t>
            </a:r>
            <a:endParaRPr/>
          </a:p>
          <a:p>
            <a:pPr marL="342900" lvl="0" indent="-342900" algn="l" rtl="0">
              <a:lnSpc>
                <a:spcPct val="150000"/>
              </a:lnSpc>
              <a:spcBef>
                <a:spcPts val="0"/>
              </a:spcBef>
              <a:spcAft>
                <a:spcPts val="0"/>
              </a:spcAft>
              <a:buSzPts val="1680"/>
              <a:buChar char="■"/>
            </a:pPr>
            <a:r>
              <a:rPr lang="en-US"/>
              <a:t>Thông qua quản lý thông tin có thể trả lời các câu hỏi: </a:t>
            </a:r>
            <a:endParaRPr/>
          </a:p>
          <a:p>
            <a:pPr marL="742950" lvl="1" indent="-285750" algn="l" rtl="0">
              <a:lnSpc>
                <a:spcPct val="150000"/>
              </a:lnSpc>
              <a:spcBef>
                <a:spcPts val="0"/>
              </a:spcBef>
              <a:spcAft>
                <a:spcPts val="0"/>
              </a:spcAft>
              <a:buSzPts val="1320"/>
              <a:buChar char="■"/>
            </a:pPr>
            <a:r>
              <a:rPr lang="en-US"/>
              <a:t>Ai cần thông tin về dự án? </a:t>
            </a:r>
            <a:endParaRPr/>
          </a:p>
          <a:p>
            <a:pPr marL="742950" lvl="1" indent="-285750" algn="l" rtl="0">
              <a:lnSpc>
                <a:spcPct val="150000"/>
              </a:lnSpc>
              <a:spcBef>
                <a:spcPts val="0"/>
              </a:spcBef>
              <a:spcAft>
                <a:spcPts val="0"/>
              </a:spcAft>
              <a:buSzPts val="1320"/>
              <a:buChar char="■"/>
            </a:pPr>
            <a:r>
              <a:rPr lang="en-US"/>
              <a:t>Mức độ chi tiết? </a:t>
            </a:r>
            <a:endParaRPr/>
          </a:p>
        </p:txBody>
      </p:sp>
      <p:sp>
        <p:nvSpPr>
          <p:cNvPr id="402" name="Google Shape;402;p3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33</a:t>
            </a:fld>
            <a:endParaRPr sz="1400">
              <a:solidFill>
                <a:schemeClr val="dk1"/>
              </a:solidFill>
              <a:latin typeface="Tahoma"/>
              <a:ea typeface="Tahoma"/>
              <a:cs typeface="Tahoma"/>
              <a:sym typeface="Tahoma"/>
            </a:endParaRPr>
          </a:p>
        </p:txBody>
      </p:sp>
      <p:sp>
        <p:nvSpPr>
          <p:cNvPr id="403" name="Google Shape;403;p33"/>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Quản lý thông tin</a:t>
            </a:r>
            <a:endParaRPr/>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4"/>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409" name="Google Shape;409;p34"/>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Nhận diện các nhân tố rủi ro trong dự án.</a:t>
            </a:r>
            <a:endParaRPr/>
          </a:p>
          <a:p>
            <a:pPr marL="342900" lvl="0" indent="-342900" algn="l" rtl="0">
              <a:lnSpc>
                <a:spcPct val="150000"/>
              </a:lnSpc>
              <a:spcBef>
                <a:spcPts val="0"/>
              </a:spcBef>
              <a:spcAft>
                <a:spcPts val="0"/>
              </a:spcAft>
              <a:buSzPts val="1680"/>
              <a:buChar char="■"/>
            </a:pPr>
            <a:r>
              <a:rPr lang="en-US"/>
              <a:t>Sử dụng các phương pháp định tính, định lượng để xác đinh tính chất, mức độ rủi ro. </a:t>
            </a:r>
            <a:endParaRPr/>
          </a:p>
          <a:p>
            <a:pPr marL="342900" lvl="0" indent="-342900" algn="l" rtl="0">
              <a:lnSpc>
                <a:spcPct val="150000"/>
              </a:lnSpc>
              <a:spcBef>
                <a:spcPts val="0"/>
              </a:spcBef>
              <a:spcAft>
                <a:spcPts val="0"/>
              </a:spcAft>
              <a:buSzPts val="1680"/>
              <a:buChar char="■"/>
            </a:pPr>
            <a:r>
              <a:rPr lang="en-US"/>
              <a:t>Có kế hoạch đối phó, quản lý từng loại rủi ro.</a:t>
            </a:r>
            <a:endParaRPr/>
          </a:p>
        </p:txBody>
      </p:sp>
      <p:sp>
        <p:nvSpPr>
          <p:cNvPr id="410" name="Google Shape;410;p3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34</a:t>
            </a:fld>
            <a:endParaRPr sz="1400">
              <a:solidFill>
                <a:schemeClr val="dk1"/>
              </a:solidFill>
              <a:latin typeface="Tahoma"/>
              <a:ea typeface="Tahoma"/>
              <a:cs typeface="Tahoma"/>
              <a:sym typeface="Tahoma"/>
            </a:endParaRPr>
          </a:p>
        </p:txBody>
      </p:sp>
      <p:sp>
        <p:nvSpPr>
          <p:cNvPr id="411" name="Google Shape;411;p34"/>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Quản lý rủi ro</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5"/>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4. CÁC LĨNH VỰC QUẢN LÝ DỰ ÁN</a:t>
            </a:r>
            <a:endParaRPr/>
          </a:p>
        </p:txBody>
      </p:sp>
      <p:sp>
        <p:nvSpPr>
          <p:cNvPr id="417" name="Google Shape;417;p35"/>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Lựa chọn nhà cung cấp hàng hoá và dịch vụ; </a:t>
            </a:r>
            <a:endParaRPr/>
          </a:p>
          <a:p>
            <a:pPr marL="342900" lvl="0" indent="-342900" algn="l" rtl="0">
              <a:lnSpc>
                <a:spcPct val="150000"/>
              </a:lnSpc>
              <a:spcBef>
                <a:spcPts val="0"/>
              </a:spcBef>
              <a:spcAft>
                <a:spcPts val="0"/>
              </a:spcAft>
              <a:buSzPts val="1680"/>
              <a:buChar char="■"/>
            </a:pPr>
            <a:r>
              <a:rPr lang="en-US"/>
              <a:t>Quản lý các hợp đồng và điều hành việc mua bán nguyên vật liệu, trang thiết bị, dịch vụ. </a:t>
            </a:r>
            <a:endParaRPr/>
          </a:p>
          <a:p>
            <a:pPr marL="342900" lvl="0" indent="-342900" algn="l" rtl="0">
              <a:lnSpc>
                <a:spcPct val="150000"/>
              </a:lnSpc>
              <a:spcBef>
                <a:spcPts val="0"/>
              </a:spcBef>
              <a:spcAft>
                <a:spcPts val="0"/>
              </a:spcAft>
              <a:buSzPts val="1680"/>
              <a:buChar char="■"/>
            </a:pPr>
            <a:r>
              <a:rPr lang="en-US"/>
              <a:t>Giải quyết cácvấn đề: bằng cách nào cung cấp các hàng hoá, vật liệu cần thiết cho dự án? tiến độ cung cấp, chất lượng cung cấp đến đâu?</a:t>
            </a:r>
            <a:endParaRPr/>
          </a:p>
        </p:txBody>
      </p:sp>
      <p:sp>
        <p:nvSpPr>
          <p:cNvPr id="418" name="Google Shape;418;p3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35</a:t>
            </a:fld>
            <a:endParaRPr sz="1400">
              <a:solidFill>
                <a:schemeClr val="dk1"/>
              </a:solidFill>
              <a:latin typeface="Tahoma"/>
              <a:ea typeface="Tahoma"/>
              <a:cs typeface="Tahoma"/>
              <a:sym typeface="Tahoma"/>
            </a:endParaRPr>
          </a:p>
        </p:txBody>
      </p:sp>
      <p:sp>
        <p:nvSpPr>
          <p:cNvPr id="419" name="Google Shape;419;p35"/>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Quản lý hợp đồng</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pic>
        <p:nvPicPr>
          <p:cNvPr id="425" name="Google Shape;425;p36"/>
          <p:cNvPicPr preferRelativeResize="0"/>
          <p:nvPr/>
        </p:nvPicPr>
        <p:blipFill rotWithShape="1">
          <a:blip r:embed="rId3">
            <a:alphaModFix/>
          </a:blip>
          <a:srcRect/>
          <a:stretch/>
        </p:blipFill>
        <p:spPr>
          <a:xfrm>
            <a:off x="66211" y="93460"/>
            <a:ext cx="8925389" cy="6188636"/>
          </a:xfrm>
          <a:prstGeom prst="rect">
            <a:avLst/>
          </a:prstGeom>
          <a:noFill/>
          <a:ln>
            <a:noFill/>
          </a:ln>
        </p:spPr>
      </p:pic>
      <p:sp>
        <p:nvSpPr>
          <p:cNvPr id="426" name="Google Shape;426;p36"/>
          <p:cNvSpPr txBox="1"/>
          <p:nvPr/>
        </p:nvSpPr>
        <p:spPr>
          <a:xfrm>
            <a:off x="1219200" y="6282096"/>
            <a:ext cx="6172200" cy="400110"/>
          </a:xfrm>
          <a:prstGeom prst="rect">
            <a:avLst/>
          </a:prstGeom>
          <a:solidFill>
            <a:srgbClr val="FFFF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ahoma"/>
                <a:ea typeface="Tahoma"/>
                <a:cs typeface="Tahoma"/>
                <a:sym typeface="Tahoma"/>
              </a:rPr>
              <a:t>Hình 1.1 – Lĩnh vực cơ bản trong quản lý dự án</a:t>
            </a:r>
            <a:endParaRPr sz="2000">
              <a:solidFill>
                <a:schemeClr val="dk1"/>
              </a:solidFill>
              <a:latin typeface="Tahoma"/>
              <a:ea typeface="Tahoma"/>
              <a:cs typeface="Tahoma"/>
              <a:sym typeface="Tahom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7"/>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5. VAI TRÒ CỦA NGƯỜI QuẢN LÝ DỰ ÁN</a:t>
            </a:r>
            <a:endParaRPr/>
          </a:p>
        </p:txBody>
      </p:sp>
      <p:sp>
        <p:nvSpPr>
          <p:cNvPr id="432" name="Google Shape;432;p37"/>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Là kỹ năng cơ bản để nhà quản lý dự án chỉ đạo, định hướng, khuyến khích và phối hợp các thành viên trong nhóm cùng thực hiện dự án. </a:t>
            </a:r>
            <a:endParaRPr/>
          </a:p>
          <a:p>
            <a:pPr marL="342900" lvl="0" indent="-342900" algn="l" rtl="0">
              <a:lnSpc>
                <a:spcPct val="150000"/>
              </a:lnSpc>
              <a:spcBef>
                <a:spcPts val="0"/>
              </a:spcBef>
              <a:spcAft>
                <a:spcPts val="0"/>
              </a:spcAft>
              <a:buSzPts val="1680"/>
              <a:buChar char="■"/>
            </a:pPr>
            <a:r>
              <a:rPr lang="en-US"/>
              <a:t>Đòi hỏi các nhà quản lý dự án có những phẩm chất cần thiết, có quyền lực nhất định để thực hiện thành công mục tiêu dự án.</a:t>
            </a:r>
            <a:endParaRPr/>
          </a:p>
        </p:txBody>
      </p:sp>
      <p:sp>
        <p:nvSpPr>
          <p:cNvPr id="433" name="Google Shape;433;p3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37</a:t>
            </a:fld>
            <a:endParaRPr sz="1400">
              <a:solidFill>
                <a:schemeClr val="dk1"/>
              </a:solidFill>
              <a:latin typeface="Tahoma"/>
              <a:ea typeface="Tahoma"/>
              <a:cs typeface="Tahoma"/>
              <a:sym typeface="Tahoma"/>
            </a:endParaRPr>
          </a:p>
        </p:txBody>
      </p:sp>
      <p:sp>
        <p:nvSpPr>
          <p:cNvPr id="434" name="Google Shape;434;p37"/>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Kỹ năng lãnh đạo</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8"/>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5. VAI TRÒ CỦA NGƯỜI QuẢN LÝ DỰ ÁN</a:t>
            </a:r>
            <a:endParaRPr/>
          </a:p>
        </p:txBody>
      </p:sp>
      <p:sp>
        <p:nvSpPr>
          <p:cNvPr id="440" name="Google Shape;440;p38"/>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Là người chịu trách nhiệm về kế hoạch tổng thể trước nhà tài trợ và khách hàng. </a:t>
            </a:r>
            <a:endParaRPr/>
          </a:p>
          <a:p>
            <a:pPr marL="342900" lvl="0" indent="-342900" algn="l" rtl="0">
              <a:lnSpc>
                <a:spcPct val="150000"/>
              </a:lnSpc>
              <a:spcBef>
                <a:spcPts val="0"/>
              </a:spcBef>
              <a:spcAft>
                <a:spcPts val="0"/>
              </a:spcAft>
              <a:buSzPts val="1680"/>
              <a:buChar char="■"/>
            </a:pPr>
            <a:r>
              <a:rPr lang="en-US"/>
              <a:t>Có kỹ năng lập lịch trình dự án và xác định các tiêu chí để đánh giá công việc hoàn thành. </a:t>
            </a:r>
            <a:endParaRPr/>
          </a:p>
          <a:p>
            <a:pPr marL="342900" lvl="0" indent="-342900" algn="l" rtl="0">
              <a:lnSpc>
                <a:spcPct val="150000"/>
              </a:lnSpc>
              <a:spcBef>
                <a:spcPts val="0"/>
              </a:spcBef>
              <a:spcAft>
                <a:spcPts val="0"/>
              </a:spcAft>
              <a:buSzPts val="1680"/>
              <a:buChar char="■"/>
            </a:pPr>
            <a:r>
              <a:rPr lang="en-US"/>
              <a:t>Phải biết thiết lập các quy trình hệ thống, đánh giá và kiểm soát mức độ thành công của kế hoạch.</a:t>
            </a:r>
            <a:endParaRPr/>
          </a:p>
        </p:txBody>
      </p:sp>
      <p:sp>
        <p:nvSpPr>
          <p:cNvPr id="441" name="Google Shape;441;p3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38</a:t>
            </a:fld>
            <a:endParaRPr sz="1400">
              <a:solidFill>
                <a:schemeClr val="dk1"/>
              </a:solidFill>
              <a:latin typeface="Tahoma"/>
              <a:ea typeface="Tahoma"/>
              <a:cs typeface="Tahoma"/>
              <a:sym typeface="Tahoma"/>
            </a:endParaRPr>
          </a:p>
        </p:txBody>
      </p:sp>
      <p:sp>
        <p:nvSpPr>
          <p:cNvPr id="442" name="Google Shape;442;p38"/>
          <p:cNvSpPr/>
          <p:nvPr/>
        </p:nvSpPr>
        <p:spPr>
          <a:xfrm>
            <a:off x="533400" y="1371600"/>
            <a:ext cx="40386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Kỹ năng lập kế hoạch</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5. VAI TRÒ CỦA NGƯỜI QuẢN LÝ DỰ ÁN</a:t>
            </a:r>
            <a:endParaRPr/>
          </a:p>
        </p:txBody>
      </p:sp>
      <p:sp>
        <p:nvSpPr>
          <p:cNvPr id="448" name="Google Shape;448;p39"/>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Phối hợp, thống nhất các hoạt động giữa các bộ phận chức năng và cơ quan liên quan.</a:t>
            </a:r>
            <a:endParaRPr/>
          </a:p>
          <a:p>
            <a:pPr marL="342900" lvl="0" indent="-342900" algn="l" rtl="0">
              <a:lnSpc>
                <a:spcPct val="150000"/>
              </a:lnSpc>
              <a:spcBef>
                <a:spcPts val="0"/>
              </a:spcBef>
              <a:spcAft>
                <a:spcPts val="0"/>
              </a:spcAft>
              <a:buSzPts val="1680"/>
              <a:buChar char="■"/>
            </a:pPr>
            <a:r>
              <a:rPr lang="en-US"/>
              <a:t>Phải hiểu biết các công việc của các phòng chức năng, có kiến thức rộng về một số lĩnh vực kỹ thuật. </a:t>
            </a:r>
            <a:endParaRPr/>
          </a:p>
          <a:p>
            <a:pPr marL="342900" lvl="0" indent="-342900" algn="l" rtl="0">
              <a:lnSpc>
                <a:spcPct val="150000"/>
              </a:lnSpc>
              <a:spcBef>
                <a:spcPts val="0"/>
              </a:spcBef>
              <a:spcAft>
                <a:spcPts val="0"/>
              </a:spcAft>
              <a:buSzPts val="1680"/>
              <a:buChar char="■"/>
            </a:pPr>
            <a:r>
              <a:rPr lang="en-US"/>
              <a:t>Cần giỏi kỹ năng thông tin, chia sẻ thông tin giữa các thành viên dự án và những người liên quan.</a:t>
            </a:r>
            <a:endParaRPr/>
          </a:p>
        </p:txBody>
      </p:sp>
      <p:sp>
        <p:nvSpPr>
          <p:cNvPr id="449" name="Google Shape;449;p3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39</a:t>
            </a:fld>
            <a:endParaRPr sz="1400">
              <a:solidFill>
                <a:schemeClr val="dk1"/>
              </a:solidFill>
              <a:latin typeface="Tahoma"/>
              <a:ea typeface="Tahoma"/>
              <a:cs typeface="Tahoma"/>
              <a:sym typeface="Tahoma"/>
            </a:endParaRPr>
          </a:p>
        </p:txBody>
      </p:sp>
      <p:sp>
        <p:nvSpPr>
          <p:cNvPr id="450" name="Google Shape;450;p39"/>
          <p:cNvSpPr/>
          <p:nvPr/>
        </p:nvSpPr>
        <p:spPr>
          <a:xfrm>
            <a:off x="533400" y="1371600"/>
            <a:ext cx="5029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Kỹ năng giao tiếp và thông tin</a:t>
            </a:r>
            <a:endParaRPr/>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0"/>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5. VAI TRÒ CỦA NGƯỜI QuẢN LÝ DỰ ÁN</a:t>
            </a:r>
            <a:endParaRPr/>
          </a:p>
        </p:txBody>
      </p:sp>
      <p:sp>
        <p:nvSpPr>
          <p:cNvPr id="456" name="Google Shape;456;p40"/>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Tranh thủ tối đa sự quan tâm, ủng hộ của cấp trên, người đứng đầu trong việc giành đủ nguồn lực cần thiết cho hoạt động của dự án. </a:t>
            </a:r>
            <a:endParaRPr/>
          </a:p>
        </p:txBody>
      </p:sp>
      <p:sp>
        <p:nvSpPr>
          <p:cNvPr id="457" name="Google Shape;457;p4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40</a:t>
            </a:fld>
            <a:endParaRPr sz="1400">
              <a:solidFill>
                <a:schemeClr val="dk1"/>
              </a:solidFill>
              <a:latin typeface="Tahoma"/>
              <a:ea typeface="Tahoma"/>
              <a:cs typeface="Tahoma"/>
              <a:sym typeface="Tahoma"/>
            </a:endParaRPr>
          </a:p>
        </p:txBody>
      </p:sp>
      <p:sp>
        <p:nvSpPr>
          <p:cNvPr id="458" name="Google Shape;458;p40"/>
          <p:cNvSpPr/>
          <p:nvPr/>
        </p:nvSpPr>
        <p:spPr>
          <a:xfrm>
            <a:off x="533400" y="1371600"/>
            <a:ext cx="70104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Kỹ năng thương lượng và giải quyết khó khăn</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1"/>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6. VAI TRÒ CỦA NGƯỜI QuẢN LÝ DỰ ÁN</a:t>
            </a:r>
            <a:endParaRPr/>
          </a:p>
        </p:txBody>
      </p:sp>
      <p:sp>
        <p:nvSpPr>
          <p:cNvPr id="464" name="Google Shape;464;p41"/>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Trợ giúp các đơn vị, doanh nghiệp trong hoạt động Marketing. </a:t>
            </a:r>
            <a:endParaRPr/>
          </a:p>
          <a:p>
            <a:pPr marL="342900" lvl="0" indent="-342900" algn="l" rtl="0">
              <a:lnSpc>
                <a:spcPct val="150000"/>
              </a:lnSpc>
              <a:spcBef>
                <a:spcPts val="0"/>
              </a:spcBef>
              <a:spcAft>
                <a:spcPts val="0"/>
              </a:spcAft>
              <a:buSzPts val="1680"/>
              <a:buChar char="■"/>
            </a:pPr>
            <a:r>
              <a:rPr lang="en-US"/>
              <a:t>Làm tốt công tác tiếp thị sẽ giúp đơn vị giữ được khách hàng hiện tại, tăng thêm khách hàng tiền năng.</a:t>
            </a:r>
            <a:endParaRPr/>
          </a:p>
        </p:txBody>
      </p:sp>
      <p:sp>
        <p:nvSpPr>
          <p:cNvPr id="465" name="Google Shape;465;p4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41</a:t>
            </a:fld>
            <a:endParaRPr sz="1400">
              <a:solidFill>
                <a:schemeClr val="dk1"/>
              </a:solidFill>
              <a:latin typeface="Tahoma"/>
              <a:ea typeface="Tahoma"/>
              <a:cs typeface="Tahoma"/>
              <a:sym typeface="Tahoma"/>
            </a:endParaRPr>
          </a:p>
        </p:txBody>
      </p:sp>
      <p:sp>
        <p:nvSpPr>
          <p:cNvPr id="466" name="Google Shape;466;p41"/>
          <p:cNvSpPr/>
          <p:nvPr/>
        </p:nvSpPr>
        <p:spPr>
          <a:xfrm>
            <a:off x="533400" y="1371600"/>
            <a:ext cx="62484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Kỹ năng tiếp thị &amp; quan hệ khách hàng</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2"/>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5. VAI TRÒ CỦA NGƯỜI QuẢN LÝ DỰ ÁN</a:t>
            </a:r>
            <a:endParaRPr/>
          </a:p>
        </p:txBody>
      </p:sp>
      <p:sp>
        <p:nvSpPr>
          <p:cNvPr id="472" name="Google Shape;472;p42"/>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SzPts val="1680"/>
              <a:buChar char="■"/>
            </a:pPr>
            <a:r>
              <a:rPr lang="en-US"/>
              <a:t>Để ra được quyết định đúng và kịp thời cần nhiều kỹ năng tổng hợp của nhà quản lý như: </a:t>
            </a:r>
            <a:endParaRPr/>
          </a:p>
          <a:p>
            <a:pPr marL="742950" lvl="1" indent="-285750" algn="l" rtl="0">
              <a:lnSpc>
                <a:spcPct val="150000"/>
              </a:lnSpc>
              <a:spcBef>
                <a:spcPts val="0"/>
              </a:spcBef>
              <a:spcAft>
                <a:spcPts val="0"/>
              </a:spcAft>
              <a:buSzPts val="1320"/>
              <a:buChar char="■"/>
            </a:pPr>
            <a:r>
              <a:rPr lang="en-US"/>
              <a:t>Kỹ năng tổ chức: lập kế hoạch, xác định mục tiêu, phân tích; </a:t>
            </a:r>
            <a:endParaRPr/>
          </a:p>
          <a:p>
            <a:pPr marL="742950" lvl="1" indent="-285750" algn="l" rtl="0">
              <a:lnSpc>
                <a:spcPct val="150000"/>
              </a:lnSpc>
              <a:spcBef>
                <a:spcPts val="0"/>
              </a:spcBef>
              <a:spcAft>
                <a:spcPts val="0"/>
              </a:spcAft>
              <a:buSzPts val="1320"/>
              <a:buChar char="■"/>
            </a:pPr>
            <a:r>
              <a:rPr lang="en-US"/>
              <a:t>Kỹ năng xây dựng nhóm: thấu hiểu, thúc đẩy, tinh thần đồng đội</a:t>
            </a:r>
            <a:endParaRPr/>
          </a:p>
          <a:p>
            <a:pPr marL="742950" lvl="1" indent="-285750" algn="l" rtl="0">
              <a:lnSpc>
                <a:spcPct val="150000"/>
              </a:lnSpc>
              <a:spcBef>
                <a:spcPts val="0"/>
              </a:spcBef>
              <a:spcAft>
                <a:spcPts val="0"/>
              </a:spcAft>
              <a:buSzPts val="1320"/>
              <a:buChar char="■"/>
            </a:pPr>
            <a:r>
              <a:rPr lang="en-US"/>
              <a:t>Kỹ năng công nghệ liên quan đến kinh nghiệm, kiến thức về dự án</a:t>
            </a:r>
            <a:endParaRPr/>
          </a:p>
        </p:txBody>
      </p:sp>
      <p:sp>
        <p:nvSpPr>
          <p:cNvPr id="473" name="Google Shape;473;p4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42</a:t>
            </a:fld>
            <a:endParaRPr sz="1400">
              <a:solidFill>
                <a:schemeClr val="dk1"/>
              </a:solidFill>
              <a:latin typeface="Tahoma"/>
              <a:ea typeface="Tahoma"/>
              <a:cs typeface="Tahoma"/>
              <a:sym typeface="Tahoma"/>
            </a:endParaRPr>
          </a:p>
        </p:txBody>
      </p:sp>
      <p:sp>
        <p:nvSpPr>
          <p:cNvPr id="474" name="Google Shape;474;p42"/>
          <p:cNvSpPr/>
          <p:nvPr/>
        </p:nvSpPr>
        <p:spPr>
          <a:xfrm>
            <a:off x="533400" y="1371600"/>
            <a:ext cx="5029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Kỹ năng ra quyết định</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43"/>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6. CÁC ĐẶC TRƯNG CỦA DỰ ÁN</a:t>
            </a:r>
            <a:endParaRPr/>
          </a:p>
        </p:txBody>
      </p:sp>
      <p:sp>
        <p:nvSpPr>
          <p:cNvPr id="480" name="Google Shape;480;p43"/>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742950" lvl="1" indent="-285750" algn="l" rtl="0">
              <a:lnSpc>
                <a:spcPct val="150000"/>
              </a:lnSpc>
              <a:spcBef>
                <a:spcPts val="0"/>
              </a:spcBef>
              <a:spcAft>
                <a:spcPts val="0"/>
              </a:spcAft>
              <a:buSzPts val="1320"/>
              <a:buChar char="■"/>
            </a:pPr>
            <a:r>
              <a:rPr lang="en-US">
                <a:latin typeface="Arial"/>
                <a:ea typeface="Arial"/>
                <a:cs typeface="Arial"/>
                <a:sym typeface="Arial"/>
              </a:rPr>
              <a:t>Mọi dự án đều được bắt đầu khi có một vấn đề được đặt ra trong thực tế.</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Mục đích phải rõ ràng, cần phải có những yêu cầu cần được giải quyết.</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Mục tiêu cần phải cụ thể hóa cả về định tính lẫn định lượng.</a:t>
            </a:r>
            <a:endParaRPr/>
          </a:p>
        </p:txBody>
      </p:sp>
      <p:sp>
        <p:nvSpPr>
          <p:cNvPr id="481" name="Google Shape;481;p4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43</a:t>
            </a:fld>
            <a:endParaRPr sz="1400">
              <a:solidFill>
                <a:schemeClr val="dk1"/>
              </a:solidFill>
              <a:latin typeface="Tahoma"/>
              <a:ea typeface="Tahoma"/>
              <a:cs typeface="Tahoma"/>
              <a:sym typeface="Tahoma"/>
            </a:endParaRPr>
          </a:p>
        </p:txBody>
      </p:sp>
      <p:sp>
        <p:nvSpPr>
          <p:cNvPr id="482" name="Google Shape;482;p43"/>
          <p:cNvSpPr/>
          <p:nvPr/>
        </p:nvSpPr>
        <p:spPr>
          <a:xfrm>
            <a:off x="533400" y="1371600"/>
            <a:ext cx="5029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Mục đích, mục tiêu dự án</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44"/>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6. CÁC ĐẶC TRƯNG CỦA DỰ ÁN</a:t>
            </a:r>
            <a:endParaRPr/>
          </a:p>
        </p:txBody>
      </p:sp>
      <p:sp>
        <p:nvSpPr>
          <p:cNvPr id="488" name="Google Shape;488;p44"/>
          <p:cNvSpPr txBox="1">
            <a:spLocks noGrp="1"/>
          </p:cNvSpPr>
          <p:nvPr>
            <p:ph type="body" idx="1"/>
          </p:nvPr>
        </p:nvSpPr>
        <p:spPr>
          <a:xfrm>
            <a:off x="304800" y="1905000"/>
            <a:ext cx="8686800" cy="2514600"/>
          </a:xfrm>
          <a:prstGeom prst="rect">
            <a:avLst/>
          </a:prstGeom>
          <a:noFill/>
          <a:ln>
            <a:noFill/>
          </a:ln>
        </p:spPr>
        <p:txBody>
          <a:bodyPr spcFirstLastPara="1" wrap="square" lIns="91425" tIns="45700" rIns="91425" bIns="45700" anchor="t" anchorCtr="0">
            <a:noAutofit/>
          </a:bodyPr>
          <a:lstStyle/>
          <a:p>
            <a:pPr marL="742950" lvl="1" indent="-285750" algn="l" rtl="0">
              <a:lnSpc>
                <a:spcPct val="150000"/>
              </a:lnSpc>
              <a:spcBef>
                <a:spcPts val="0"/>
              </a:spcBef>
              <a:spcAft>
                <a:spcPts val="0"/>
              </a:spcAft>
              <a:buSzPts val="1320"/>
              <a:buChar char="■"/>
            </a:pPr>
            <a:r>
              <a:rPr lang="en-US">
                <a:latin typeface="Arial"/>
                <a:ea typeface="Arial"/>
                <a:cs typeface="Arial"/>
                <a:sym typeface="Arial"/>
              </a:rPr>
              <a:t>Phải xác định thời gian tối đa để hoàn thành (bắt đầu và kết thúc).</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Điểm bắt đầu là khi vấn đề giải quyết được đặt ra, kết thúc khi vấn được hoàn thành.</a:t>
            </a:r>
            <a:endParaRPr/>
          </a:p>
        </p:txBody>
      </p:sp>
      <p:sp>
        <p:nvSpPr>
          <p:cNvPr id="489" name="Google Shape;489;p4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44</a:t>
            </a:fld>
            <a:endParaRPr sz="1400">
              <a:solidFill>
                <a:schemeClr val="dk1"/>
              </a:solidFill>
              <a:latin typeface="Tahoma"/>
              <a:ea typeface="Tahoma"/>
              <a:cs typeface="Tahoma"/>
              <a:sym typeface="Tahoma"/>
            </a:endParaRPr>
          </a:p>
        </p:txBody>
      </p:sp>
      <p:sp>
        <p:nvSpPr>
          <p:cNvPr id="490" name="Google Shape;490;p44"/>
          <p:cNvSpPr/>
          <p:nvPr/>
        </p:nvSpPr>
        <p:spPr>
          <a:xfrm>
            <a:off x="533400" y="1371600"/>
            <a:ext cx="5029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Thời gian thực hiện dự án</a:t>
            </a:r>
            <a:endParaRPr sz="2400" b="1">
              <a:solidFill>
                <a:srgbClr val="D3E026"/>
              </a:solidFill>
              <a:latin typeface="Tahoma"/>
              <a:ea typeface="Tahoma"/>
              <a:cs typeface="Tahoma"/>
              <a:sym typeface="Tahoma"/>
            </a:endParaRPr>
          </a:p>
        </p:txBody>
      </p:sp>
      <p:sp>
        <p:nvSpPr>
          <p:cNvPr id="491" name="Google Shape;491;p44"/>
          <p:cNvSpPr txBox="1"/>
          <p:nvPr/>
        </p:nvSpPr>
        <p:spPr>
          <a:xfrm>
            <a:off x="457200" y="4430713"/>
            <a:ext cx="8382000" cy="1938337"/>
          </a:xfrm>
          <a:prstGeom prst="rect">
            <a:avLst/>
          </a:prstGeom>
          <a:solidFill>
            <a:srgbClr val="3366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Tahoma"/>
                <a:ea typeface="Tahoma"/>
                <a:cs typeface="Tahoma"/>
                <a:sym typeface="Tahoma"/>
              </a:rPr>
              <a:t>Trong thực tế, các dự án CNTT thường hay bổ sung yêu cầu mới, nên dự án không hoàn thành đúng thời hạn. Vì vậy,</a:t>
            </a:r>
            <a:endParaRPr/>
          </a:p>
          <a:p>
            <a:pPr marL="0" marR="0" lvl="0" indent="-127000" algn="l" rtl="0">
              <a:spcBef>
                <a:spcPts val="1000"/>
              </a:spcBef>
              <a:spcAft>
                <a:spcPts val="0"/>
              </a:spcAft>
              <a:buClr>
                <a:schemeClr val="dk1"/>
              </a:buClr>
              <a:buSzPts val="2000"/>
              <a:buFont typeface="Tahoma"/>
              <a:buChar char="-"/>
            </a:pPr>
            <a:r>
              <a:rPr lang="en-US" sz="2000">
                <a:solidFill>
                  <a:schemeClr val="dk1"/>
                </a:solidFill>
                <a:latin typeface="Tahoma"/>
                <a:ea typeface="Tahoma"/>
                <a:cs typeface="Tahoma"/>
                <a:sym typeface="Tahoma"/>
              </a:rPr>
              <a:t> Đưa các yêu cầu mới này vào dự án mới</a:t>
            </a:r>
            <a:endParaRPr/>
          </a:p>
          <a:p>
            <a:pPr marL="0" marR="0" lvl="0" indent="-127000" algn="l" rtl="0">
              <a:spcBef>
                <a:spcPts val="1000"/>
              </a:spcBef>
              <a:spcAft>
                <a:spcPts val="0"/>
              </a:spcAft>
              <a:buClr>
                <a:schemeClr val="dk1"/>
              </a:buClr>
              <a:buSzPts val="2000"/>
              <a:buFont typeface="Tahoma"/>
              <a:buChar char="-"/>
            </a:pPr>
            <a:r>
              <a:rPr lang="en-US" sz="2000">
                <a:solidFill>
                  <a:schemeClr val="dk1"/>
                </a:solidFill>
                <a:latin typeface="Tahoma"/>
                <a:ea typeface="Tahoma"/>
                <a:cs typeface="Tahoma"/>
                <a:sym typeface="Tahoma"/>
              </a:rPr>
              <a:t> Chia nhỏ dự án thành các dự án nhỏ, thường 3 hoặc 6 tháng để giải quyết từng mục tiêu nhỏ trong mục tiêu chung</a:t>
            </a:r>
            <a:endParaRPr/>
          </a:p>
        </p:txBody>
      </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45"/>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6. CÁC ĐẶC TRƯNG CỦA DỰ ÁN</a:t>
            </a:r>
            <a:endParaRPr/>
          </a:p>
        </p:txBody>
      </p:sp>
      <p:sp>
        <p:nvSpPr>
          <p:cNvPr id="497" name="Google Shape;497;p45"/>
          <p:cNvSpPr txBox="1">
            <a:spLocks noGrp="1"/>
          </p:cNvSpPr>
          <p:nvPr>
            <p:ph type="body" idx="1"/>
          </p:nvPr>
        </p:nvSpPr>
        <p:spPr>
          <a:xfrm>
            <a:off x="304800" y="1905000"/>
            <a:ext cx="8686800" cy="4572000"/>
          </a:xfrm>
          <a:prstGeom prst="rect">
            <a:avLst/>
          </a:prstGeom>
          <a:noFill/>
          <a:ln>
            <a:noFill/>
          </a:ln>
        </p:spPr>
        <p:txBody>
          <a:bodyPr spcFirstLastPara="1" wrap="square" lIns="91425" tIns="45700" rIns="91425" bIns="45700" anchor="t" anchorCtr="0">
            <a:noAutofit/>
          </a:bodyPr>
          <a:lstStyle/>
          <a:p>
            <a:pPr marL="742950" lvl="1" indent="-285750" algn="l" rtl="0">
              <a:lnSpc>
                <a:spcPct val="150000"/>
              </a:lnSpc>
              <a:spcBef>
                <a:spcPts val="0"/>
              </a:spcBef>
              <a:spcAft>
                <a:spcPts val="0"/>
              </a:spcAft>
              <a:buSzPts val="1320"/>
              <a:buChar char="■"/>
            </a:pPr>
            <a:r>
              <a:rPr lang="en-US">
                <a:latin typeface="Arial"/>
                <a:ea typeface="Arial"/>
                <a:cs typeface="Arial"/>
                <a:sym typeface="Arial"/>
              </a:rPr>
              <a:t>Mọi dự án phải xác định một khoản kinh phí tối đa có thể sử dụng.</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Kinh phí thường được chia theo từng giai đoạn, và phù hợp với tiến độ đạt được theo mục tiêu.</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Những dự án lớn, thường phải xác định nguồn tài chính để có đủ kinh phí thực hiện.</a:t>
            </a:r>
            <a:endParaRPr/>
          </a:p>
        </p:txBody>
      </p:sp>
      <p:sp>
        <p:nvSpPr>
          <p:cNvPr id="498" name="Google Shape;498;p4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45</a:t>
            </a:fld>
            <a:endParaRPr sz="1400">
              <a:solidFill>
                <a:schemeClr val="dk1"/>
              </a:solidFill>
              <a:latin typeface="Tahoma"/>
              <a:ea typeface="Tahoma"/>
              <a:cs typeface="Tahoma"/>
              <a:sym typeface="Tahoma"/>
            </a:endParaRPr>
          </a:p>
        </p:txBody>
      </p:sp>
      <p:sp>
        <p:nvSpPr>
          <p:cNvPr id="499" name="Google Shape;499;p45"/>
          <p:cNvSpPr/>
          <p:nvPr/>
        </p:nvSpPr>
        <p:spPr>
          <a:xfrm>
            <a:off x="533400" y="1371600"/>
            <a:ext cx="5029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Kinh phí của dự án</a:t>
            </a:r>
            <a:endParaRPr sz="2400" b="1">
              <a:solidFill>
                <a:srgbClr val="D3E026"/>
              </a:solidFill>
              <a:latin typeface="Tahoma"/>
              <a:ea typeface="Tahoma"/>
              <a:cs typeface="Tahoma"/>
              <a:sym typeface="Tahoma"/>
            </a:endParaRPr>
          </a:p>
        </p:txBody>
      </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6"/>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6. CÁC ĐẶC TRƯNG CỦA DỰ ÁN</a:t>
            </a:r>
            <a:endParaRPr/>
          </a:p>
        </p:txBody>
      </p:sp>
      <p:sp>
        <p:nvSpPr>
          <p:cNvPr id="505" name="Google Shape;505;p46"/>
          <p:cNvSpPr txBox="1">
            <a:spLocks noGrp="1"/>
          </p:cNvSpPr>
          <p:nvPr>
            <p:ph type="body" idx="1"/>
          </p:nvPr>
        </p:nvSpPr>
        <p:spPr>
          <a:xfrm>
            <a:off x="304800" y="1905000"/>
            <a:ext cx="8686800" cy="2514600"/>
          </a:xfrm>
          <a:prstGeom prst="rect">
            <a:avLst/>
          </a:prstGeom>
          <a:noFill/>
          <a:ln>
            <a:noFill/>
          </a:ln>
        </p:spPr>
        <p:txBody>
          <a:bodyPr spcFirstLastPara="1" wrap="square" lIns="91425" tIns="45700" rIns="91425" bIns="45700" anchor="t" anchorCtr="0">
            <a:noAutofit/>
          </a:bodyPr>
          <a:lstStyle/>
          <a:p>
            <a:pPr marL="742950" lvl="1" indent="-285750" algn="l" rtl="0">
              <a:lnSpc>
                <a:spcPct val="150000"/>
              </a:lnSpc>
              <a:spcBef>
                <a:spcPts val="0"/>
              </a:spcBef>
              <a:spcAft>
                <a:spcPts val="0"/>
              </a:spcAft>
              <a:buSzPts val="1320"/>
              <a:buChar char="■"/>
            </a:pPr>
            <a:r>
              <a:rPr lang="en-US">
                <a:latin typeface="Arial"/>
                <a:ea typeface="Arial"/>
                <a:cs typeface="Arial"/>
                <a:sym typeface="Arial"/>
              </a:rPr>
              <a:t>Là những người tham gia dự án.</a:t>
            </a:r>
            <a:endParaRPr/>
          </a:p>
          <a:p>
            <a:pPr marL="742950" lvl="1" indent="-285750" algn="l" rtl="0">
              <a:lnSpc>
                <a:spcPct val="150000"/>
              </a:lnSpc>
              <a:spcBef>
                <a:spcPts val="480"/>
              </a:spcBef>
              <a:spcAft>
                <a:spcPts val="0"/>
              </a:spcAft>
              <a:buSzPts val="1320"/>
              <a:buChar char="■"/>
            </a:pPr>
            <a:r>
              <a:rPr lang="en-US">
                <a:latin typeface="Arial"/>
                <a:ea typeface="Arial"/>
                <a:cs typeface="Arial"/>
                <a:sym typeface="Arial"/>
              </a:rPr>
              <a:t>Có các chuyên môn nghiệp vụ khác nhau để bảo đảm thực hiện thành công dự án, kể cả nhân lực quản lý, và triển khai thực hiện.</a:t>
            </a:r>
            <a:endParaRPr/>
          </a:p>
        </p:txBody>
      </p:sp>
      <p:sp>
        <p:nvSpPr>
          <p:cNvPr id="506" name="Google Shape;506;p4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46</a:t>
            </a:fld>
            <a:endParaRPr sz="1400">
              <a:solidFill>
                <a:schemeClr val="dk1"/>
              </a:solidFill>
              <a:latin typeface="Tahoma"/>
              <a:ea typeface="Tahoma"/>
              <a:cs typeface="Tahoma"/>
              <a:sym typeface="Tahoma"/>
            </a:endParaRPr>
          </a:p>
        </p:txBody>
      </p:sp>
      <p:sp>
        <p:nvSpPr>
          <p:cNvPr id="507" name="Google Shape;507;p46"/>
          <p:cNvSpPr/>
          <p:nvPr/>
        </p:nvSpPr>
        <p:spPr>
          <a:xfrm>
            <a:off x="533400" y="1371600"/>
            <a:ext cx="5029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Nguồn nhân lực</a:t>
            </a:r>
            <a:endParaRPr sz="2400" b="1">
              <a:solidFill>
                <a:srgbClr val="D3E026"/>
              </a:solidFill>
              <a:latin typeface="Tahoma"/>
              <a:ea typeface="Tahoma"/>
              <a:cs typeface="Tahoma"/>
              <a:sym typeface="Tahoma"/>
            </a:endParaRPr>
          </a:p>
        </p:txBody>
      </p:sp>
      <p:sp>
        <p:nvSpPr>
          <p:cNvPr id="508" name="Google Shape;508;p46"/>
          <p:cNvSpPr txBox="1"/>
          <p:nvPr/>
        </p:nvSpPr>
        <p:spPr>
          <a:xfrm>
            <a:off x="457200" y="4495800"/>
            <a:ext cx="8305800" cy="1338263"/>
          </a:xfrm>
          <a:prstGeom prst="rect">
            <a:avLst/>
          </a:prstGeom>
          <a:solidFill>
            <a:srgbClr val="3366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ahoma"/>
                <a:ea typeface="Tahoma"/>
                <a:cs typeface="Tahoma"/>
                <a:sym typeface="Tahoma"/>
              </a:rPr>
              <a:t>Một sớ dự án CNTT thường thất bại do không có đủ nhân lực nghiệp vụ về vấn đề cần giải quyết.</a:t>
            </a:r>
            <a:endParaRPr/>
          </a:p>
          <a:p>
            <a:pPr marL="0" marR="0" lvl="0" indent="0" algn="l" rtl="0">
              <a:spcBef>
                <a:spcPts val="900"/>
              </a:spcBef>
              <a:spcAft>
                <a:spcPts val="0"/>
              </a:spcAft>
              <a:buNone/>
            </a:pPr>
            <a:r>
              <a:rPr lang="en-US" sz="1800">
                <a:solidFill>
                  <a:schemeClr val="dk1"/>
                </a:solidFill>
                <a:latin typeface="Tahoma"/>
                <a:ea typeface="Tahoma"/>
                <a:cs typeface="Tahoma"/>
                <a:sym typeface="Tahoma"/>
              </a:rPr>
              <a:t>Một dự án CNTT không nên có quá nhiều người tham gia. Tùy theo mức độ của dự án, khoảng từ 5 – 7 người là tối ưu cho một dự án trung bình</a:t>
            </a:r>
            <a:endParaRPr/>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7"/>
          <p:cNvSpPr txBox="1">
            <a:spLocks noGrp="1"/>
          </p:cNvSpPr>
          <p:nvPr>
            <p:ph type="title"/>
          </p:nvPr>
        </p:nvSpPr>
        <p:spPr>
          <a:xfrm>
            <a:off x="381000" y="304800"/>
            <a:ext cx="86106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b="1">
                <a:latin typeface="Arial"/>
                <a:ea typeface="Arial"/>
                <a:cs typeface="Arial"/>
                <a:sym typeface="Arial"/>
              </a:rPr>
              <a:t>6. CÁC ĐẶC TRƯNG CỦA DỰ ÁN</a:t>
            </a:r>
            <a:endParaRPr/>
          </a:p>
        </p:txBody>
      </p:sp>
      <p:sp>
        <p:nvSpPr>
          <p:cNvPr id="514" name="Google Shape;514;p47"/>
          <p:cNvSpPr txBox="1">
            <a:spLocks noGrp="1"/>
          </p:cNvSpPr>
          <p:nvPr>
            <p:ph type="body" idx="1"/>
          </p:nvPr>
        </p:nvSpPr>
        <p:spPr>
          <a:xfrm>
            <a:off x="304800" y="1905000"/>
            <a:ext cx="8686800" cy="3048000"/>
          </a:xfrm>
          <a:prstGeom prst="rect">
            <a:avLst/>
          </a:prstGeom>
          <a:noFill/>
          <a:ln>
            <a:noFill/>
          </a:ln>
        </p:spPr>
        <p:txBody>
          <a:bodyPr spcFirstLastPara="1" wrap="square" lIns="91425" tIns="45700" rIns="91425" bIns="45700" anchor="t" anchorCtr="0">
            <a:noAutofit/>
          </a:bodyPr>
          <a:lstStyle/>
          <a:p>
            <a:pPr marL="742950" lvl="1" indent="-285750" algn="l" rtl="0">
              <a:lnSpc>
                <a:spcPct val="150000"/>
              </a:lnSpc>
              <a:spcBef>
                <a:spcPts val="0"/>
              </a:spcBef>
              <a:spcAft>
                <a:spcPts val="0"/>
              </a:spcAft>
              <a:buSzPts val="1320"/>
              <a:buChar char="■"/>
            </a:pPr>
            <a:r>
              <a:rPr lang="en-US"/>
              <a:t>Chính là sản phẩm cuối cùng của dự án.</a:t>
            </a:r>
            <a:endParaRPr/>
          </a:p>
          <a:p>
            <a:pPr marL="742950" lvl="1" indent="-285750" algn="l" rtl="0">
              <a:lnSpc>
                <a:spcPct val="150000"/>
              </a:lnSpc>
              <a:spcBef>
                <a:spcPts val="480"/>
              </a:spcBef>
              <a:spcAft>
                <a:spcPts val="0"/>
              </a:spcAft>
              <a:buSzPts val="1320"/>
              <a:buChar char="■"/>
            </a:pPr>
            <a:r>
              <a:rPr lang="en-US"/>
              <a:t>Đây chính là mục đích phải đạt được với nguồn kinh phí dự kiến trong thời gian quy định.</a:t>
            </a:r>
            <a:endParaRPr/>
          </a:p>
          <a:p>
            <a:pPr marL="742950" lvl="1" indent="-285750" algn="l" rtl="0">
              <a:lnSpc>
                <a:spcPct val="150000"/>
              </a:lnSpc>
              <a:spcBef>
                <a:spcPts val="480"/>
              </a:spcBef>
              <a:spcAft>
                <a:spcPts val="0"/>
              </a:spcAft>
              <a:buSzPts val="1320"/>
              <a:buChar char="■"/>
            </a:pPr>
            <a:r>
              <a:rPr lang="en-US"/>
              <a:t>Dự án cần được thực hiện với tư duy hướng về với mục đích (Goals-Oriented).</a:t>
            </a:r>
            <a:endParaRPr/>
          </a:p>
        </p:txBody>
      </p:sp>
      <p:sp>
        <p:nvSpPr>
          <p:cNvPr id="515" name="Google Shape;515;p4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47</a:t>
            </a:fld>
            <a:endParaRPr sz="1400">
              <a:solidFill>
                <a:schemeClr val="dk1"/>
              </a:solidFill>
              <a:latin typeface="Tahoma"/>
              <a:ea typeface="Tahoma"/>
              <a:cs typeface="Tahoma"/>
              <a:sym typeface="Tahoma"/>
            </a:endParaRPr>
          </a:p>
        </p:txBody>
      </p:sp>
      <p:sp>
        <p:nvSpPr>
          <p:cNvPr id="516" name="Google Shape;516;p47"/>
          <p:cNvSpPr/>
          <p:nvPr/>
        </p:nvSpPr>
        <p:spPr>
          <a:xfrm>
            <a:off x="533400" y="1371600"/>
            <a:ext cx="5029200" cy="457200"/>
          </a:xfrm>
          <a:prstGeom prst="roundRect">
            <a:avLst>
              <a:gd name="adj" fmla="val 16667"/>
            </a:avLst>
          </a:prstGeom>
          <a:solidFill>
            <a:srgbClr val="00AB7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D3E026"/>
                </a:solidFill>
                <a:latin typeface="Tahoma"/>
                <a:ea typeface="Tahoma"/>
                <a:cs typeface="Tahoma"/>
                <a:sym typeface="Tahoma"/>
              </a:rPr>
              <a:t>Kết quả của dự án</a:t>
            </a:r>
            <a:endParaRPr sz="2400" b="1">
              <a:solidFill>
                <a:srgbClr val="D3E026"/>
              </a:solidFill>
              <a:latin typeface="Tahoma"/>
              <a:ea typeface="Tahoma"/>
              <a:cs typeface="Tahoma"/>
              <a:sym typeface="Tahoma"/>
            </a:endParaRPr>
          </a:p>
        </p:txBody>
      </p:sp>
      <p:sp>
        <p:nvSpPr>
          <p:cNvPr id="517" name="Google Shape;517;p47"/>
          <p:cNvSpPr txBox="1"/>
          <p:nvPr/>
        </p:nvSpPr>
        <p:spPr>
          <a:xfrm>
            <a:off x="2286000" y="5105400"/>
            <a:ext cx="6400800" cy="1016000"/>
          </a:xfrm>
          <a:prstGeom prst="rect">
            <a:avLst/>
          </a:prstGeom>
          <a:solidFill>
            <a:srgbClr val="3366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Tahoma"/>
                <a:ea typeface="Tahoma"/>
                <a:cs typeface="Tahoma"/>
                <a:sym typeface="Tahoma"/>
              </a:rPr>
              <a:t>Sản phẩm của dự án phần mềm cần phải được mô tả rõ ràng, đặc biệt là các chức năng và số lượng giao diện chính trong chức năng</a:t>
            </a:r>
            <a:endParaRPr/>
          </a:p>
        </p:txBody>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8"/>
          <p:cNvSpPr txBox="1">
            <a:spLocks noGrp="1"/>
          </p:cNvSpPr>
          <p:nvPr>
            <p:ph type="title"/>
          </p:nvPr>
        </p:nvSpPr>
        <p:spPr>
          <a:xfrm>
            <a:off x="685800" y="2743200"/>
            <a:ext cx="7924800" cy="838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THE END</a:t>
            </a:r>
            <a:endParaRPr/>
          </a:p>
        </p:txBody>
      </p:sp>
      <p:sp>
        <p:nvSpPr>
          <p:cNvPr id="523" name="Google Shape;523;p4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Tahoma"/>
                <a:ea typeface="Tahoma"/>
                <a:cs typeface="Tahoma"/>
                <a:sym typeface="Tahoma"/>
              </a:rPr>
              <a:t>48</a:t>
            </a:fld>
            <a:endParaRPr sz="1400">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7044956329334B859883770E5F8B1A" ma:contentTypeVersion="3" ma:contentTypeDescription="Create a new document." ma:contentTypeScope="" ma:versionID="d4693b35dbcd13ebd1c5620d69ea1f1a">
  <xsd:schema xmlns:xsd="http://www.w3.org/2001/XMLSchema" xmlns:xs="http://www.w3.org/2001/XMLSchema" xmlns:p="http://schemas.microsoft.com/office/2006/metadata/properties" xmlns:ns2="2b122139-ef2b-4bf4-a1d7-39c03562fb03" targetNamespace="http://schemas.microsoft.com/office/2006/metadata/properties" ma:root="true" ma:fieldsID="3b8350155ddf9dd6245d8440520ed191" ns2:_="">
    <xsd:import namespace="2b122139-ef2b-4bf4-a1d7-39c03562fb0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122139-ef2b-4bf4-a1d7-39c03562fb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576657A-F0D7-449A-8BD9-52569EA9C0AF}"/>
</file>

<file path=customXml/itemProps2.xml><?xml version="1.0" encoding="utf-8"?>
<ds:datastoreItem xmlns:ds="http://schemas.openxmlformats.org/officeDocument/2006/customXml" ds:itemID="{C586FA29-B8A5-4ACD-8488-9BBEC3C5792E}"/>
</file>

<file path=customXml/itemProps3.xml><?xml version="1.0" encoding="utf-8"?>
<ds:datastoreItem xmlns:ds="http://schemas.openxmlformats.org/officeDocument/2006/customXml" ds:itemID="{8DE6AD27-222F-42B5-BA6B-6159C9878A9D}"/>
</file>

<file path=docProps/app.xml><?xml version="1.0" encoding="utf-8"?>
<Properties xmlns="http://schemas.openxmlformats.org/officeDocument/2006/extended-properties" xmlns:vt="http://schemas.openxmlformats.org/officeDocument/2006/docPropsVTypes">
  <TotalTime>0</TotalTime>
  <Words>3273</Words>
  <Application>Microsoft Office PowerPoint</Application>
  <PresentationFormat>On-screen Show (4:3)</PresentationFormat>
  <Paragraphs>355</Paragraphs>
  <Slides>48</Slides>
  <Notes>48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48</vt:i4>
      </vt:variant>
    </vt:vector>
  </HeadingPairs>
  <TitlesOfParts>
    <vt:vector size="53" baseType="lpstr">
      <vt:lpstr>Times New Roman</vt:lpstr>
      <vt:lpstr>Noto Sans Symbols</vt:lpstr>
      <vt:lpstr>Arial</vt:lpstr>
      <vt:lpstr>Tahoma</vt:lpstr>
      <vt:lpstr>Blends</vt:lpstr>
      <vt:lpstr>BÀI GIẢNG   QUẢN TRỊ DỰ ÁN  CÔNG NGHỆ THÔNG TIN</vt:lpstr>
      <vt:lpstr>Mục tiêu</vt:lpstr>
      <vt:lpstr>Thông tin về môn học</vt:lpstr>
      <vt:lpstr>Thông tin về môn học</vt:lpstr>
      <vt:lpstr>Nội dung môn học</vt:lpstr>
      <vt:lpstr>Đánh giá</vt:lpstr>
      <vt:lpstr>Chương 1  CÁC VẤN ĐỀ CHUNG</vt:lpstr>
      <vt:lpstr>1. DỰ ÁN LÀ GÌ</vt:lpstr>
      <vt:lpstr>1. DỰ ÁN LÀ GÌ</vt:lpstr>
      <vt:lpstr>1. DỰ ÁN LÀ GÌ</vt:lpstr>
      <vt:lpstr>1. DỰ ÁN LÀ GÌ</vt:lpstr>
      <vt:lpstr>1. DỰ ÁN LÀ GÌ</vt:lpstr>
      <vt:lpstr>Quy trình làm ra SP </vt:lpstr>
      <vt:lpstr>2. CÁC NHÂN TỐ ẢNH HƯỞNG ĐẾN DỰ ÁN</vt:lpstr>
      <vt:lpstr>2. CÁC NHÂN TỐ ẢNH HƯỞNG ĐẾN DỰ ÁN</vt:lpstr>
      <vt:lpstr>2. CÁC NHÂN TỐ ẢNH HƯỞNG ĐẾN DỰ ÁN</vt:lpstr>
      <vt:lpstr>2. CÁC NHÂN TỐ ẢNH HƯỞNG ĐẾN DỰ ÁN</vt:lpstr>
      <vt:lpstr>2. CÁC NHÂN TỐ ẢNH HƯỞNG ĐẾN DỰ ÁN</vt:lpstr>
      <vt:lpstr>2. CÁC NHÂN TỐ ẢNH HƯỞNG ĐẾN DỰ ÁN</vt:lpstr>
      <vt:lpstr>3. PHÂN LOẠI DỰ ÁN</vt:lpstr>
      <vt:lpstr>3. PHÂN LOẠI DỰ ÁN</vt:lpstr>
      <vt:lpstr>3. PHÂN LOẠI DỰ ÁN</vt:lpstr>
      <vt:lpstr>3. PHÂN LOẠI DỰ ÁN</vt:lpstr>
      <vt:lpstr>3. PHÂN LOẠI DỰ ÁN</vt:lpstr>
      <vt:lpstr>3. PHÂN LOẠI DỰ ÁN</vt:lpstr>
      <vt:lpstr>3. PHÂN LOẠI DỰ ÁN</vt:lpstr>
      <vt:lpstr>4. CÁC LĨNH VỰC QUẢN LÝ DỰ ÁN</vt:lpstr>
      <vt:lpstr>4. CÁC LĨNH VỰC QUẢN LÝ DỰ ÁN</vt:lpstr>
      <vt:lpstr>4. CÁC LĨNH VỰC QUẢN LÝ DỰ ÁN</vt:lpstr>
      <vt:lpstr>4. CÁC LĨNH VỰC QUẢN LÝ DỰ ÁN</vt:lpstr>
      <vt:lpstr>4. CÁC LĨNH VỰC QUẢN LÝ DỰ ÁN</vt:lpstr>
      <vt:lpstr>4. CÁC LĨNH VỰC QUẢN LÝ DỰ ÁN</vt:lpstr>
      <vt:lpstr>4. CÁC LĨNH VỰC QUẢN LÝ DỰ ÁN</vt:lpstr>
      <vt:lpstr>4. CÁC LĨNH VỰC QUẢN LÝ DỰ ÁN</vt:lpstr>
      <vt:lpstr>4. CÁC LĨNH VỰC QUẢN LÝ DỰ ÁN</vt:lpstr>
      <vt:lpstr>PowerPoint Presentation</vt:lpstr>
      <vt:lpstr>5. VAI TRÒ CỦA NGƯỜI QuẢN LÝ DỰ ÁN</vt:lpstr>
      <vt:lpstr>5. VAI TRÒ CỦA NGƯỜI QuẢN LÝ DỰ ÁN</vt:lpstr>
      <vt:lpstr>5. VAI TRÒ CỦA NGƯỜI QuẢN LÝ DỰ ÁN</vt:lpstr>
      <vt:lpstr>5. VAI TRÒ CỦA NGƯỜI QuẢN LÝ DỰ ÁN</vt:lpstr>
      <vt:lpstr>6. VAI TRÒ CỦA NGƯỜI QuẢN LÝ DỰ ÁN</vt:lpstr>
      <vt:lpstr>5. VAI TRÒ CỦA NGƯỜI QuẢN LÝ DỰ ÁN</vt:lpstr>
      <vt:lpstr>6. CÁC ĐẶC TRƯNG CỦA DỰ ÁN</vt:lpstr>
      <vt:lpstr>6. CÁC ĐẶC TRƯNG CỦA DỰ ÁN</vt:lpstr>
      <vt:lpstr>6. CÁC ĐẶC TRƯNG CỦA DỰ ÁN</vt:lpstr>
      <vt:lpstr>6. CÁC ĐẶC TRƯNG CỦA DỰ ÁN</vt:lpstr>
      <vt:lpstr>6. CÁC ĐẶC TRƯNG CỦA DỰ ÁN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Jiawei Han</dc:creator>
  <cp:lastModifiedBy>Lê Thị Hoa</cp:lastModifiedBy>
  <cp:revision>1</cp:revision>
  <dcterms:created xsi:type="dcterms:W3CDTF">1999-12-01T22:01:55Z</dcterms:created>
  <dcterms:modified xsi:type="dcterms:W3CDTF">2026-09-07T09:40:21Z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0x010100917044956329334B859883770E5F8B1A</vt:lpwstr>
  </property>
</Properties>
</file>